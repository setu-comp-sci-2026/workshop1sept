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307" r:id="rId3"/>
    <p:sldId id="288" r:id="rId4"/>
    <p:sldId id="308" r:id="rId5"/>
    <p:sldId id="309" r:id="rId6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1pPr>
    <a:lvl2pPr marL="0" marR="0" indent="2286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2pPr>
    <a:lvl3pPr marL="0" marR="0" indent="4572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3pPr>
    <a:lvl4pPr marL="0" marR="0" indent="6858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4pPr>
    <a:lvl5pPr marL="0" marR="0" indent="9144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5pPr>
    <a:lvl6pPr marL="0" marR="0" indent="11430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6pPr>
    <a:lvl7pPr marL="0" marR="0" indent="13716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7pPr>
    <a:lvl8pPr marL="0" marR="0" indent="16002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8pPr>
    <a:lvl9pPr marL="0" marR="0" indent="1828800" algn="l" defTabSz="6429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"/>
        <a:ea typeface="Helvetica"/>
        <a:cs typeface="Helvetica"/>
        <a:sym typeface="Helvetica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C4C6C6"/>
              </a:solidFill>
              <a:prstDash val="solid"/>
              <a:miter lim="400000"/>
            </a:ln>
          </a:top>
          <a:bottom>
            <a:ln w="25400" cap="flat">
              <a:solidFill>
                <a:srgbClr val="C4C6C6"/>
              </a:solidFill>
              <a:prstDash val="solid"/>
              <a:miter lim="400000"/>
            </a:ln>
          </a:bottom>
          <a:insideH>
            <a:ln w="25400" cap="flat">
              <a:solidFill>
                <a:srgbClr val="C4C6C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2F2F2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C4C6C6"/>
              </a:solidFill>
              <a:prstDash val="solid"/>
              <a:miter lim="400000"/>
            </a:ln>
          </a:right>
          <a:top>
            <a:ln w="25400" cap="flat">
              <a:solidFill>
                <a:srgbClr val="C4C6C6"/>
              </a:solidFill>
              <a:prstDash val="solid"/>
              <a:miter lim="400000"/>
            </a:ln>
          </a:top>
          <a:bottom>
            <a:ln w="25400" cap="flat">
              <a:solidFill>
                <a:srgbClr val="C4C6C6"/>
              </a:solidFill>
              <a:prstDash val="solid"/>
              <a:miter lim="400000"/>
            </a:ln>
          </a:bottom>
          <a:insideH>
            <a:ln w="25400" cap="flat">
              <a:solidFill>
                <a:srgbClr val="C4C6C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9E8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>
              <a:satOff val="12166"/>
              <a:lumOff val="-13042"/>
            </a:schemeClr>
          </a:solidFill>
        </a:fill>
      </a:tcStyle>
    </a:firstRow>
  </a:tblStyle>
  <a:tblStyle styleId="{C7B018BB-80A7-4F77-B60F-C8B233D01FF8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FF8FA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4F728F"/>
              </a:solidFill>
              <a:prstDash val="solid"/>
              <a:miter lim="400000"/>
            </a:ln>
          </a:top>
          <a:bottom>
            <a:ln w="12700" cap="flat">
              <a:solidFill>
                <a:srgbClr val="4F728F"/>
              </a:solidFill>
              <a:prstDash val="solid"/>
              <a:miter lim="400000"/>
            </a:ln>
          </a:bottom>
          <a:insideH>
            <a:ln w="12700" cap="flat">
              <a:solidFill>
                <a:srgbClr val="4F728F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D4DADF"/>
          </a:solidFill>
        </a:fill>
      </a:tcStyle>
    </a:firstCol>
    <a:la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638EB0"/>
          </a:solidFill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173D59"/>
          </a:solidFill>
        </a:fill>
      </a:tcStyle>
    </a:firstRow>
  </a:tblStyle>
  <a:tblStyle styleId="{EEE7283C-3CF3-47DC-8721-378D4A62B228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CBCBCB"/>
              </a:solidFill>
              <a:prstDash val="solid"/>
              <a:miter lim="400000"/>
            </a:ln>
          </a:left>
          <a:right>
            <a:ln w="12700" cap="flat">
              <a:solidFill>
                <a:srgbClr val="CBCBCB"/>
              </a:solidFill>
              <a:prstDash val="solid"/>
              <a:miter lim="400000"/>
            </a:ln>
          </a:right>
          <a:top>
            <a:ln w="12700" cap="flat">
              <a:solidFill>
                <a:srgbClr val="CBCBCB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CBCBCB"/>
              </a:solidFill>
              <a:prstDash val="solid"/>
              <a:miter lim="400000"/>
            </a:ln>
          </a:insideH>
          <a:insideV>
            <a:ln w="12700" cap="flat">
              <a:solidFill>
                <a:srgbClr val="CBCBCB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2F2F2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3C3C1D"/>
              </a:solidFill>
              <a:prstDash val="solid"/>
              <a:miter lim="400000"/>
            </a:ln>
          </a:left>
          <a:right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right>
          <a:top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bottom>
          <a:insideH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insideH>
          <a:insideV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insideV>
        </a:tcBdr>
        <a:fill>
          <a:solidFill>
            <a:srgbClr val="CFCDBB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C6C6C6"/>
              </a:solidFill>
              <a:prstDash val="solid"/>
              <a:miter lim="400000"/>
            </a:ln>
          </a:left>
          <a:right>
            <a:ln w="12700" cap="flat">
              <a:solidFill>
                <a:srgbClr val="C6C6C6"/>
              </a:solidFill>
              <a:prstDash val="solid"/>
              <a:miter lim="400000"/>
            </a:ln>
          </a:right>
          <a:top>
            <a:ln w="12700" cap="flat">
              <a:solidFill>
                <a:srgbClr val="656839"/>
              </a:solidFill>
              <a:prstDash val="solid"/>
              <a:miter lim="400000"/>
            </a:ln>
          </a:top>
          <a:bottom>
            <a:ln w="12700" cap="flat">
              <a:solidFill>
                <a:srgbClr val="3C3C1D"/>
              </a:solidFill>
              <a:prstDash val="solid"/>
              <a:miter lim="400000"/>
            </a:ln>
          </a:bottom>
          <a:insideH>
            <a:ln w="12700" cap="flat">
              <a:solidFill>
                <a:srgbClr val="C6C6C6"/>
              </a:solidFill>
              <a:prstDash val="solid"/>
              <a:miter lim="400000"/>
            </a:ln>
          </a:insideH>
          <a:insideV>
            <a:ln w="12700" cap="flat">
              <a:solidFill>
                <a:srgbClr val="C6C6C6"/>
              </a:solidFill>
              <a:prstDash val="solid"/>
              <a:miter lim="400000"/>
            </a:ln>
          </a:insideV>
        </a:tcBdr>
        <a:fill>
          <a:solidFill>
            <a:srgbClr val="E8E9E8"/>
          </a:solidFill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left>
          <a:right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right>
          <a:top>
            <a:ln w="12700" cap="flat">
              <a:solidFill>
                <a:srgbClr val="3C3C1D"/>
              </a:solidFill>
              <a:prstDash val="solid"/>
              <a:miter lim="400000"/>
            </a:ln>
          </a:top>
          <a:bottom>
            <a:ln w="12700" cap="flat">
              <a:solidFill>
                <a:srgbClr val="CBCBCB"/>
              </a:solidFill>
              <a:prstDash val="solid"/>
              <a:miter lim="400000"/>
            </a:ln>
          </a:bottom>
          <a:insideH>
            <a:ln w="12700" cap="flat">
              <a:solidFill>
                <a:srgbClr val="AAA485"/>
              </a:solidFill>
              <a:prstDash val="solid"/>
              <a:miter lim="400000"/>
            </a:ln>
          </a:insideH>
          <a:insideV>
            <a:ln w="127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insideV>
        </a:tcBdr>
        <a:fill>
          <a:solidFill>
            <a:srgbClr val="656839"/>
          </a:solidFill>
        </a:fill>
      </a:tcStyle>
    </a:firstRow>
  </a:tblStyle>
  <a:tblStyle styleId="{CF821DB8-F4EB-4A41-A1BA-3FCAFE7338EE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C4C6C6"/>
              </a:solidFill>
              <a:prstDash val="solid"/>
              <a:miter lim="400000"/>
            </a:ln>
          </a:top>
          <a:bottom>
            <a:ln w="25400" cap="flat">
              <a:solidFill>
                <a:srgbClr val="C4C6C6"/>
              </a:solidFill>
              <a:prstDash val="solid"/>
              <a:miter lim="400000"/>
            </a:ln>
          </a:bottom>
          <a:insideH>
            <a:ln w="25400" cap="flat">
              <a:solidFill>
                <a:srgbClr val="C4C6C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1F1F1"/>
          </a:solidFill>
        </a:fill>
      </a:tcStyle>
    </a:wholeTbl>
    <a:band2H>
      <a:tcTxStyle/>
      <a:tcStyle>
        <a:tcBdr/>
        <a:fill>
          <a:solidFill>
            <a:srgbClr val="E4E4E0"/>
          </a:solidFill>
        </a:fill>
      </a:tcStyle>
    </a:band2H>
    <a:firstCol>
      <a:tcTxStyle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15151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7D7766"/>
              </a:solidFill>
              <a:prstDash val="solid"/>
              <a:miter lim="400000"/>
            </a:ln>
          </a:top>
          <a:bottom>
            <a:ln w="12700" cap="flat">
              <a:solidFill>
                <a:srgbClr val="7D7766"/>
              </a:solidFill>
              <a:prstDash val="solid"/>
              <a:miter lim="400000"/>
            </a:ln>
          </a:bottom>
          <a:insideH>
            <a:ln w="12700" cap="flat">
              <a:solidFill>
                <a:srgbClr val="7D7766"/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8F8B7E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solidFill>
                <a:srgbClr val="515151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1F1F1"/>
          </a:solidFill>
        </a:fill>
      </a:tcStyle>
    </a:lastRow>
    <a:firstRow>
      <a:tcTxStyle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515151"/>
              </a:solidFill>
              <a:prstDash val="solid"/>
              <a:miter lim="400000"/>
            </a:ln>
          </a:top>
          <a:bottom>
            <a:ln w="25400" cap="flat">
              <a:solidFill>
                <a:schemeClr val="accent2">
                  <a:hueOff val="-487087"/>
                  <a:satOff val="-2686"/>
                  <a:lumOff val="14808"/>
                </a:schemeClr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E5A4C"/>
          </a:solidFill>
        </a:fill>
      </a:tcStyle>
    </a:firstRow>
  </a:tblStyle>
  <a:tblStyle styleId="{33BA23B1-9221-436E-865A-0063620EA4FD}" styleName="">
    <a:tblBg/>
    <a:wholeTb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747474"/>
              </a:solidFill>
              <a:prstDash val="solid"/>
              <a:miter lim="400000"/>
            </a:ln>
          </a:left>
          <a:right>
            <a:ln w="12700" cap="flat">
              <a:solidFill>
                <a:srgbClr val="747474"/>
              </a:solidFill>
              <a:prstDash val="solid"/>
              <a:miter lim="400000"/>
            </a:ln>
          </a:right>
          <a:top>
            <a:ln w="127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solidFill>
                <a:srgbClr val="747474"/>
              </a:solidFill>
              <a:prstDash val="solid"/>
              <a:miter lim="400000"/>
            </a:ln>
          </a:insideH>
          <a:insideV>
            <a:ln w="12700" cap="flat">
              <a:solidFill>
                <a:srgbClr val="74747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2F2F2"/>
          </a:solidFill>
        </a:fill>
      </a:tcStyle>
    </a:band2H>
    <a:firstCol>
      <a:tcTxStyle>
        <a:fontRef idx="major">
          <a:srgbClr val="444444"/>
        </a:fontRef>
        <a:srgbClr val="444444"/>
      </a:tcTxStyle>
      <a:tcStyle>
        <a:tcBdr>
          <a:left>
            <a:ln w="12700" cap="flat">
              <a:solidFill>
                <a:srgbClr val="747474"/>
              </a:solidFill>
              <a:prstDash val="solid"/>
              <a:miter lim="400000"/>
            </a:ln>
          </a:left>
          <a:right>
            <a:ln w="12700" cap="flat">
              <a:solidFill>
                <a:srgbClr val="747474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firstCol>
    <a:la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CBCBCB"/>
          </a:solidFill>
        </a:fill>
      </a:tcStyle>
    </a:lastRow>
    <a:firstRow>
      <a:tcTxStyle>
        <a:fontRef idx="major">
          <a:srgbClr val="444444"/>
        </a:fontRef>
        <a:srgbClr val="44444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747474"/>
              </a:solidFill>
              <a:prstDash val="solid"/>
              <a:miter lim="400000"/>
            </a:ln>
          </a:top>
          <a:bottom>
            <a:ln w="12700" cap="flat">
              <a:solidFill>
                <a:srgbClr val="74747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CBCBCB"/>
          </a:solidFill>
        </a:fill>
      </a:tcStyle>
    </a:firstRow>
  </a:tblStyle>
  <a:tblStyle styleId="{2708684C-4D16-4618-839F-0558EEFCDFE6}" styleName="">
    <a:tblBg/>
    <a:wholeTbl>
      <a:tcTxStyle>
        <a:fontRef idx="major">
          <a:srgbClr val="777777"/>
        </a:fontRef>
        <a:srgbClr val="777777"/>
      </a:tcTxStyle>
      <a:tcStyle>
        <a:tcBdr>
          <a:left>
            <a:ln w="12700" cap="flat">
              <a:solidFill>
                <a:srgbClr val="C9C9C9"/>
              </a:solidFill>
              <a:prstDash val="solid"/>
              <a:miter lim="400000"/>
            </a:ln>
          </a:left>
          <a:right>
            <a:ln w="12700" cap="flat">
              <a:solidFill>
                <a:srgbClr val="C9C9C9"/>
              </a:solidFill>
              <a:prstDash val="solid"/>
              <a:miter lim="400000"/>
            </a:ln>
          </a:right>
          <a:top>
            <a:ln w="12700" cap="flat">
              <a:solidFill>
                <a:srgbClr val="525252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25252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25252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2D2D2">
              <a:alpha val="30000"/>
            </a:srgbClr>
          </a:solidFill>
        </a:fill>
      </a:tcStyle>
    </a:band2H>
    <a:firstCol>
      <a:tcTxStyle>
        <a:font>
          <a:latin typeface="Helvetica Neue Medium"/>
          <a:ea typeface="Helvetica Neue Medium"/>
          <a:cs typeface="Helvetica Neue Medium"/>
        </a:font>
        <a:srgbClr val="555555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C9C9C9"/>
              </a:solidFill>
              <a:prstDash val="solid"/>
              <a:miter lim="400000"/>
            </a:ln>
          </a:top>
          <a:bottom>
            <a:ln w="12700" cap="flat">
              <a:solidFill>
                <a:srgbClr val="C9C9C9"/>
              </a:solidFill>
              <a:prstDash val="solid"/>
              <a:miter lim="400000"/>
            </a:ln>
          </a:bottom>
          <a:insideH>
            <a:ln w="12700" cap="flat">
              <a:solidFill>
                <a:srgbClr val="C9C9C9"/>
              </a:solidFill>
              <a:prstDash val="solid"/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>
        <a:font>
          <a:latin typeface="Helvetica Neue Medium"/>
          <a:ea typeface="Helvetica Neue Medium"/>
          <a:cs typeface="Helvetica Neue Medium"/>
        </a:font>
        <a:srgbClr val="555555"/>
      </a:tcTxStyle>
      <a:tcStyle>
        <a:tcBdr>
          <a:left>
            <a:ln w="12700" cap="flat">
              <a:solidFill>
                <a:srgbClr val="C9C9C9"/>
              </a:solidFill>
              <a:prstDash val="solid"/>
              <a:miter lim="400000"/>
            </a:ln>
          </a:left>
          <a:right>
            <a:ln w="12700" cap="flat">
              <a:solidFill>
                <a:srgbClr val="C9C9C9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C9C9C9"/>
              </a:solidFill>
              <a:prstDash val="solid"/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>
        <a:font>
          <a:latin typeface="Helvetica Neue Medium"/>
          <a:ea typeface="Helvetica Neue Medium"/>
          <a:cs typeface="Helvetica Neue Medium"/>
        </a:font>
        <a:srgbClr val="555555"/>
      </a:tcTxStyle>
      <a:tcStyle>
        <a:tcBdr>
          <a:left>
            <a:ln w="12700" cap="flat">
              <a:solidFill>
                <a:srgbClr val="C9C9C9"/>
              </a:solidFill>
              <a:prstDash val="solid"/>
              <a:miter lim="400000"/>
            </a:ln>
          </a:left>
          <a:right>
            <a:ln w="12700" cap="flat">
              <a:solidFill>
                <a:srgbClr val="C9C9C9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C9C9C9"/>
              </a:solidFill>
              <a:prstDash val="solid"/>
              <a:miter lim="400000"/>
            </a:ln>
          </a:insideH>
          <a:insideV>
            <a:ln w="12700" cap="flat">
              <a:solidFill>
                <a:srgbClr val="C9C9C9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8F44A2F1-9E1F-4B54-A3A2-5F16C0AD49E2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2D2D2">
              <a:alpha val="30000"/>
            </a:srgbClr>
          </a:solidFill>
        </a:fill>
      </a:tcStyle>
    </a:band2H>
    <a:firstCol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CBCBCB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CBCBCB"/>
          </a:solidFill>
        </a:fill>
      </a:tcStyle>
    </a:lastRow>
    <a:firstRow>
      <a:tcTxStyle b="off" i="off">
        <a:fontRef idx="minor">
          <a:srgbClr val="000000"/>
        </a:fontRef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CBCBCB"/>
          </a:solidFill>
        </a:fill>
      </a:tcStyle>
    </a:firstRow>
  </a:tblStyle>
  <a:tblStyle styleId="{D51ADE6A-740E-44AE-83CC-AE7238B6C88D}" styleName="">
    <a:tblBg/>
    <a:wholeTbl>
      <a:tcTxStyle b="off" i="off">
        <a:font>
          <a:latin typeface="Gill Sans"/>
          <a:ea typeface="Gill Sans"/>
          <a:cs typeface="Gill Sans"/>
        </a:font>
        <a:srgbClr val="000000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C5C7C9">
              <a:alpha val="30000"/>
            </a:srgbClr>
          </a:solidFill>
        </a:fill>
      </a:tcStyle>
    </a:band2H>
    <a:firstCol>
      <a:tcTxStyle b="off" i="off">
        <a:font>
          <a:latin typeface="Gill Sans"/>
          <a:ea typeface="Gill Sans"/>
          <a:cs typeface="Gill Sans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Gill Sans"/>
          <a:ea typeface="Gill Sans"/>
          <a:cs typeface="Gill Sans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Gill Sans"/>
          <a:ea typeface="Gill Sans"/>
          <a:cs typeface="Gill Sans"/>
        </a:font>
        <a:srgbClr val="FFFFFF"/>
      </a:tcTxStyle>
      <a:tcStyle>
        <a:tcBdr>
          <a:left>
            <a:ln w="254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25400" cap="flat">
              <a:solidFill>
                <a:srgbClr val="000000"/>
              </a:solidFill>
              <a:prstDash val="solid"/>
              <a:miter lim="400000"/>
            </a:ln>
          </a:bottom>
          <a:insideH>
            <a:ln w="25400" cap="flat">
              <a:solidFill>
                <a:srgbClr val="000000"/>
              </a:solidFill>
              <a:prstDash val="solid"/>
              <a:miter lim="400000"/>
            </a:ln>
          </a:insideH>
          <a:insideV>
            <a:ln w="254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45" d="100"/>
          <a:sy n="45" d="100"/>
        </p:scale>
        <p:origin x="370" y="67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22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7" name="Shape 22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584200" latinLnBrk="0">
      <a:defRPr sz="2200">
        <a:latin typeface="Lucida Grande"/>
        <a:ea typeface="Lucida Grande"/>
        <a:cs typeface="Lucida Grande"/>
        <a:sym typeface="Lucida Grande"/>
      </a:defRPr>
    </a:lvl1pPr>
    <a:lvl2pPr indent="228600" defTabSz="584200" latinLnBrk="0">
      <a:defRPr sz="2200">
        <a:latin typeface="Lucida Grande"/>
        <a:ea typeface="Lucida Grande"/>
        <a:cs typeface="Lucida Grande"/>
        <a:sym typeface="Lucida Grande"/>
      </a:defRPr>
    </a:lvl2pPr>
    <a:lvl3pPr indent="457200" defTabSz="584200" latinLnBrk="0">
      <a:defRPr sz="2200">
        <a:latin typeface="Lucida Grande"/>
        <a:ea typeface="Lucida Grande"/>
        <a:cs typeface="Lucida Grande"/>
        <a:sym typeface="Lucida Grande"/>
      </a:defRPr>
    </a:lvl3pPr>
    <a:lvl4pPr indent="685800" defTabSz="584200" latinLnBrk="0">
      <a:defRPr sz="2200">
        <a:latin typeface="Lucida Grande"/>
        <a:ea typeface="Lucida Grande"/>
        <a:cs typeface="Lucida Grande"/>
        <a:sym typeface="Lucida Grande"/>
      </a:defRPr>
    </a:lvl4pPr>
    <a:lvl5pPr indent="914400" defTabSz="584200" latinLnBrk="0">
      <a:defRPr sz="2200">
        <a:latin typeface="Lucida Grande"/>
        <a:ea typeface="Lucida Grande"/>
        <a:cs typeface="Lucida Grande"/>
        <a:sym typeface="Lucida Grande"/>
      </a:defRPr>
    </a:lvl5pPr>
    <a:lvl6pPr indent="1143000" defTabSz="584200" latinLnBrk="0">
      <a:defRPr sz="2200">
        <a:latin typeface="Lucida Grande"/>
        <a:ea typeface="Lucida Grande"/>
        <a:cs typeface="Lucida Grande"/>
        <a:sym typeface="Lucida Grande"/>
      </a:defRPr>
    </a:lvl6pPr>
    <a:lvl7pPr indent="1371600" defTabSz="584200" latinLnBrk="0">
      <a:defRPr sz="2200">
        <a:latin typeface="Lucida Grande"/>
        <a:ea typeface="Lucida Grande"/>
        <a:cs typeface="Lucida Grande"/>
        <a:sym typeface="Lucida Grande"/>
      </a:defRPr>
    </a:lvl7pPr>
    <a:lvl8pPr indent="1600200" defTabSz="584200" latinLnBrk="0">
      <a:defRPr sz="2200">
        <a:latin typeface="Lucida Grande"/>
        <a:ea typeface="Lucida Grande"/>
        <a:cs typeface="Lucida Grande"/>
        <a:sym typeface="Lucida Grande"/>
      </a:defRPr>
    </a:lvl8pPr>
    <a:lvl9pPr indent="1828800" defTabSz="584200" latinLnBrk="0">
      <a:defRPr sz="2200">
        <a:latin typeface="Lucida Grande"/>
        <a:ea typeface="Lucida Grande"/>
        <a:cs typeface="Lucida Grande"/>
        <a:sym typeface="Lucida Grand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Line"/>
          <p:cNvSpPr/>
          <p:nvPr/>
        </p:nvSpPr>
        <p:spPr>
          <a:xfrm>
            <a:off x="3958828" y="6679406"/>
            <a:ext cx="1646637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2" name="Title Text"/>
          <p:cNvSpPr txBox="1">
            <a:spLocks noGrp="1"/>
          </p:cNvSpPr>
          <p:nvPr>
            <p:ph type="title"/>
          </p:nvPr>
        </p:nvSpPr>
        <p:spPr>
          <a:xfrm>
            <a:off x="3851671" y="1857375"/>
            <a:ext cx="16680658" cy="4464844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851671" y="7054453"/>
            <a:ext cx="16680658" cy="446484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00156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Master #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31" name="Text"/>
          <p:cNvSpPr txBox="1">
            <a:spLocks noGrp="1"/>
          </p:cNvSpPr>
          <p:nvPr>
            <p:ph type="body" sz="quarter" idx="21"/>
          </p:nvPr>
        </p:nvSpPr>
        <p:spPr>
          <a:xfrm>
            <a:off x="11459765" y="11947921"/>
            <a:ext cx="9161860" cy="535783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</a:ln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200">
                <a:latin typeface="Monaco"/>
                <a:ea typeface="Monaco"/>
                <a:cs typeface="Monaco"/>
                <a:sym typeface="Monaco"/>
              </a:defRPr>
            </a:lvl1pPr>
          </a:lstStyle>
          <a:p>
            <a:pPr>
              <a:defRPr sz="5800">
                <a:latin typeface="+mn-lt"/>
                <a:ea typeface="+mn-ea"/>
                <a:cs typeface="+mn-cs"/>
                <a:sym typeface="Helvetica Neue Light"/>
              </a:defRPr>
            </a:pPr>
            <a:r>
              <a:rPr sz="2200">
                <a:latin typeface="Monaco"/>
                <a:ea typeface="Monaco"/>
                <a:cs typeface="Monaco"/>
                <a:sym typeface="Monaco"/>
              </a:rPr>
              <a:t>Text</a:t>
            </a:r>
          </a:p>
        </p:txBody>
      </p:sp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851671" y="3268265"/>
            <a:ext cx="7340204" cy="923329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01"/>
          <p:cNvSpPr txBox="1">
            <a:spLocks noGrp="1"/>
          </p:cNvSpPr>
          <p:nvPr>
            <p:ph type="sldNum" sz="quarter" idx="2"/>
          </p:nvPr>
        </p:nvSpPr>
        <p:spPr>
          <a:xfrm>
            <a:off x="23520416" y="12975135"/>
            <a:ext cx="409780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Body Level One…"/>
          <p:cNvSpPr txBox="1">
            <a:spLocks noGrp="1"/>
          </p:cNvSpPr>
          <p:nvPr>
            <p:ph type="body" idx="1"/>
          </p:nvPr>
        </p:nvSpPr>
        <p:spPr>
          <a:xfrm>
            <a:off x="3851671" y="1214437"/>
            <a:ext cx="16680658" cy="11287126"/>
          </a:xfrm>
          <a:prstGeom prst="rect">
            <a:avLst/>
          </a:prstGeom>
        </p:spPr>
        <p:txBody>
          <a:bodyPr/>
          <a:lstStyle>
            <a:lvl1pPr>
              <a:spcBef>
                <a:spcPts val="10100"/>
              </a:spcBef>
              <a:defRPr>
                <a:solidFill>
                  <a:srgbClr val="747474"/>
                </a:solidFill>
              </a:defRPr>
            </a:lvl1pPr>
            <a:lvl2pPr>
              <a:spcBef>
                <a:spcPts val="10100"/>
              </a:spcBef>
              <a:defRPr>
                <a:solidFill>
                  <a:srgbClr val="747474"/>
                </a:solidFill>
              </a:defRPr>
            </a:lvl2pPr>
            <a:lvl3pPr>
              <a:spcBef>
                <a:spcPts val="10100"/>
              </a:spcBef>
              <a:defRPr>
                <a:solidFill>
                  <a:srgbClr val="747474"/>
                </a:solidFill>
              </a:defRPr>
            </a:lvl3pPr>
            <a:lvl4pPr>
              <a:spcBef>
                <a:spcPts val="10100"/>
              </a:spcBef>
              <a:defRPr>
                <a:solidFill>
                  <a:srgbClr val="747474"/>
                </a:solidFill>
              </a:defRPr>
            </a:lvl4pPr>
            <a:lvl5pPr>
              <a:spcBef>
                <a:spcPts val="10100"/>
              </a:spcBef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Line"/>
          <p:cNvSpPr/>
          <p:nvPr/>
        </p:nvSpPr>
        <p:spPr>
          <a:xfrm>
            <a:off x="13656469" y="11215686"/>
            <a:ext cx="1" cy="2000431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74" name="dv1989002.jpeg"/>
          <p:cNvSpPr>
            <a:spLocks noGrp="1"/>
          </p:cNvSpPr>
          <p:nvPr>
            <p:ph type="pic" idx="21"/>
          </p:nvPr>
        </p:nvSpPr>
        <p:spPr>
          <a:xfrm>
            <a:off x="2905125" y="0"/>
            <a:ext cx="18430875" cy="1230861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75" name="Title Text"/>
          <p:cNvSpPr txBox="1">
            <a:spLocks noGrp="1"/>
          </p:cNvSpPr>
          <p:nvPr>
            <p:ph type="title"/>
          </p:nvPr>
        </p:nvSpPr>
        <p:spPr>
          <a:xfrm>
            <a:off x="5030390" y="10947796"/>
            <a:ext cx="8143876" cy="2393158"/>
          </a:xfrm>
          <a:prstGeom prst="rect">
            <a:avLst/>
          </a:prstGeom>
        </p:spPr>
        <p:txBody>
          <a:bodyPr anchor="ctr"/>
          <a:lstStyle>
            <a:lvl1pPr algn="r"/>
          </a:lstStyle>
          <a:p>
            <a:r>
              <a:t>Title Text</a:t>
            </a:r>
          </a:p>
        </p:txBody>
      </p:sp>
      <p:sp>
        <p:nvSpPr>
          <p:cNvPr id="7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4085093" y="11912203"/>
            <a:ext cx="6965157" cy="714376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>
                <a:solidFill>
                  <a:srgbClr val="A9A9A9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Line"/>
          <p:cNvSpPr/>
          <p:nvPr/>
        </p:nvSpPr>
        <p:spPr>
          <a:xfrm>
            <a:off x="3958828" y="6679406"/>
            <a:ext cx="6865485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85" name="stk213280rke.jpeg"/>
          <p:cNvSpPr>
            <a:spLocks noGrp="1"/>
          </p:cNvSpPr>
          <p:nvPr>
            <p:ph type="pic" sz="half" idx="21"/>
          </p:nvPr>
        </p:nvSpPr>
        <p:spPr>
          <a:xfrm>
            <a:off x="12162141" y="-205383"/>
            <a:ext cx="9358313" cy="1392780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86" name="Title Text"/>
          <p:cNvSpPr txBox="1">
            <a:spLocks noGrp="1"/>
          </p:cNvSpPr>
          <p:nvPr>
            <p:ph type="title"/>
          </p:nvPr>
        </p:nvSpPr>
        <p:spPr>
          <a:xfrm>
            <a:off x="3851671" y="1857375"/>
            <a:ext cx="7143751" cy="4464844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8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851671" y="7054453"/>
            <a:ext cx="7143751" cy="446484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8" name="01"/>
          <p:cNvSpPr txBox="1">
            <a:spLocks noGrp="1"/>
          </p:cNvSpPr>
          <p:nvPr>
            <p:ph type="sldNum" sz="quarter" idx="2"/>
          </p:nvPr>
        </p:nvSpPr>
        <p:spPr>
          <a:xfrm>
            <a:off x="3762375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Line"/>
          <p:cNvSpPr/>
          <p:nvPr/>
        </p:nvSpPr>
        <p:spPr>
          <a:xfrm>
            <a:off x="3958828" y="2768203"/>
            <a:ext cx="685809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96" name="stk213280rke.jpeg"/>
          <p:cNvSpPr>
            <a:spLocks noGrp="1"/>
          </p:cNvSpPr>
          <p:nvPr>
            <p:ph type="pic" sz="half" idx="21"/>
          </p:nvPr>
        </p:nvSpPr>
        <p:spPr>
          <a:xfrm>
            <a:off x="12162141" y="-205383"/>
            <a:ext cx="9358313" cy="1392780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97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7143751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9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851671" y="3268265"/>
            <a:ext cx="7143751" cy="92332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747474"/>
                </a:solidFill>
              </a:defRPr>
            </a:lvl1pPr>
            <a:lvl2pPr>
              <a:defRPr>
                <a:solidFill>
                  <a:srgbClr val="747474"/>
                </a:solidFill>
              </a:defRPr>
            </a:lvl2pPr>
            <a:lvl3pPr>
              <a:defRPr>
                <a:solidFill>
                  <a:srgbClr val="747474"/>
                </a:solidFill>
              </a:defRPr>
            </a:lvl3pPr>
            <a:lvl4pPr>
              <a:defRPr>
                <a:solidFill>
                  <a:srgbClr val="747474"/>
                </a:solidFill>
              </a:defRPr>
            </a:lvl4pPr>
            <a:lvl5pPr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9" name="01"/>
          <p:cNvSpPr txBox="1">
            <a:spLocks noGrp="1"/>
          </p:cNvSpPr>
          <p:nvPr>
            <p:ph type="sldNum" sz="quarter" idx="2"/>
          </p:nvPr>
        </p:nvSpPr>
        <p:spPr>
          <a:xfrm>
            <a:off x="3766232" y="12930187"/>
            <a:ext cx="409779" cy="415875"/>
          </a:xfrm>
          <a:prstGeom prst="rect">
            <a:avLst/>
          </a:prstGeom>
        </p:spPr>
        <p:txBody>
          <a:bodyPr/>
          <a:lstStyle>
            <a:lvl1pPr algn="l"/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2 Up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Line"/>
          <p:cNvSpPr/>
          <p:nvPr/>
        </p:nvSpPr>
        <p:spPr>
          <a:xfrm flipH="1">
            <a:off x="12191999" y="2536031"/>
            <a:ext cx="1" cy="607218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07" name="dv1989002.jpeg"/>
          <p:cNvSpPr>
            <a:spLocks noGrp="1"/>
          </p:cNvSpPr>
          <p:nvPr>
            <p:ph type="pic" sz="quarter" idx="21"/>
          </p:nvPr>
        </p:nvSpPr>
        <p:spPr>
          <a:xfrm>
            <a:off x="11542746" y="2307295"/>
            <a:ext cx="9795566" cy="65417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08" name="phaagb000019_1928x1287.jpeg"/>
          <p:cNvSpPr>
            <a:spLocks noGrp="1"/>
          </p:cNvSpPr>
          <p:nvPr>
            <p:ph type="pic" sz="quarter" idx="22"/>
          </p:nvPr>
        </p:nvSpPr>
        <p:spPr>
          <a:xfrm>
            <a:off x="3512344" y="2393156"/>
            <a:ext cx="9787776" cy="653653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0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0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2 Up Portrait &amp; Landsc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Line"/>
          <p:cNvSpPr/>
          <p:nvPr/>
        </p:nvSpPr>
        <p:spPr>
          <a:xfrm flipH="1">
            <a:off x="9280921" y="2500312"/>
            <a:ext cx="1" cy="7108032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18" name="200171796-1.jpeg"/>
          <p:cNvSpPr>
            <a:spLocks noGrp="1"/>
          </p:cNvSpPr>
          <p:nvPr>
            <p:ph type="pic" sz="half" idx="21"/>
          </p:nvPr>
        </p:nvSpPr>
        <p:spPr>
          <a:xfrm>
            <a:off x="2465531" y="2316846"/>
            <a:ext cx="10341641" cy="754262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19" name="phaagb000019_1928x1287.jpeg"/>
          <p:cNvSpPr>
            <a:spLocks noGrp="1"/>
          </p:cNvSpPr>
          <p:nvPr>
            <p:ph type="pic" sz="half" idx="22"/>
          </p:nvPr>
        </p:nvSpPr>
        <p:spPr>
          <a:xfrm>
            <a:off x="8381809" y="1514558"/>
            <a:ext cx="12674005" cy="846402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2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1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2 Up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Line"/>
          <p:cNvSpPr/>
          <p:nvPr/>
        </p:nvSpPr>
        <p:spPr>
          <a:xfrm flipH="1">
            <a:off x="12174139" y="714375"/>
            <a:ext cx="1" cy="11269309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29" name="200171796-1.jpeg"/>
          <p:cNvSpPr>
            <a:spLocks noGrp="1"/>
          </p:cNvSpPr>
          <p:nvPr>
            <p:ph type="pic" idx="21"/>
          </p:nvPr>
        </p:nvSpPr>
        <p:spPr>
          <a:xfrm>
            <a:off x="1922859" y="716053"/>
            <a:ext cx="15524683" cy="1132284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0" name="stk213280rke.jpeg"/>
          <p:cNvSpPr>
            <a:spLocks noGrp="1"/>
          </p:cNvSpPr>
          <p:nvPr>
            <p:ph type="pic" sz="half" idx="22"/>
          </p:nvPr>
        </p:nvSpPr>
        <p:spPr>
          <a:xfrm>
            <a:off x="12351000" y="-330399"/>
            <a:ext cx="8436001" cy="1255514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3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Line"/>
          <p:cNvSpPr/>
          <p:nvPr/>
        </p:nvSpPr>
        <p:spPr>
          <a:xfrm flipH="1">
            <a:off x="9298778" y="2500269"/>
            <a:ext cx="1" cy="7126002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40" name="Line"/>
          <p:cNvSpPr/>
          <p:nvPr/>
        </p:nvSpPr>
        <p:spPr>
          <a:xfrm>
            <a:off x="15067356" y="2500269"/>
            <a:ext cx="1" cy="7126002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41" name="phaagb000019_1928x1287.jpeg"/>
          <p:cNvSpPr>
            <a:spLocks noGrp="1"/>
          </p:cNvSpPr>
          <p:nvPr>
            <p:ph type="pic" sz="half" idx="21"/>
          </p:nvPr>
        </p:nvSpPr>
        <p:spPr>
          <a:xfrm>
            <a:off x="-1738312" y="2268140"/>
            <a:ext cx="11365586" cy="759023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2" name="stk213280rke.jpeg"/>
          <p:cNvSpPr>
            <a:spLocks noGrp="1"/>
          </p:cNvSpPr>
          <p:nvPr>
            <p:ph type="pic" sz="half" idx="22"/>
          </p:nvPr>
        </p:nvSpPr>
        <p:spPr>
          <a:xfrm>
            <a:off x="12904640" y="-1455540"/>
            <a:ext cx="8436001" cy="1255514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3" name="200171796-1.jpeg"/>
          <p:cNvSpPr>
            <a:spLocks noGrp="1"/>
          </p:cNvSpPr>
          <p:nvPr>
            <p:ph type="pic" sz="half" idx="23"/>
          </p:nvPr>
        </p:nvSpPr>
        <p:spPr>
          <a:xfrm>
            <a:off x="7549896" y="1777025"/>
            <a:ext cx="10977731" cy="8006549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4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5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B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200171796-1.jpeg"/>
          <p:cNvSpPr>
            <a:spLocks noGrp="1"/>
          </p:cNvSpPr>
          <p:nvPr>
            <p:ph type="pic" idx="21"/>
          </p:nvPr>
        </p:nvSpPr>
        <p:spPr>
          <a:xfrm>
            <a:off x="3387328" y="430303"/>
            <a:ext cx="17609344" cy="1284328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53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4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Line"/>
          <p:cNvSpPr/>
          <p:nvPr/>
        </p:nvSpPr>
        <p:spPr>
          <a:xfrm flipH="1">
            <a:off x="12174137" y="732190"/>
            <a:ext cx="1" cy="11197916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62" name="Line"/>
          <p:cNvSpPr/>
          <p:nvPr/>
        </p:nvSpPr>
        <p:spPr>
          <a:xfrm>
            <a:off x="12174135" y="6295429"/>
            <a:ext cx="8429636" cy="12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63" name="stk213280rke.jpeg"/>
          <p:cNvSpPr>
            <a:spLocks noGrp="1"/>
          </p:cNvSpPr>
          <p:nvPr>
            <p:ph type="pic" sz="half" idx="21"/>
          </p:nvPr>
        </p:nvSpPr>
        <p:spPr>
          <a:xfrm>
            <a:off x="3760640" y="-330399"/>
            <a:ext cx="8436001" cy="12555142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64" name="dv1989002.jpeg"/>
          <p:cNvSpPr>
            <a:spLocks noGrp="1"/>
          </p:cNvSpPr>
          <p:nvPr>
            <p:ph type="pic" sz="quarter" idx="22"/>
          </p:nvPr>
        </p:nvSpPr>
        <p:spPr>
          <a:xfrm>
            <a:off x="12377337" y="607218"/>
            <a:ext cx="8322470" cy="5557963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65" name="phaagb000019_1928x1287.jpeg"/>
          <p:cNvSpPr>
            <a:spLocks noGrp="1"/>
          </p:cNvSpPr>
          <p:nvPr>
            <p:ph type="pic" sz="quarter" idx="23"/>
          </p:nvPr>
        </p:nvSpPr>
        <p:spPr>
          <a:xfrm>
            <a:off x="11368980" y="5647693"/>
            <a:ext cx="9413381" cy="628650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6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67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4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Line"/>
          <p:cNvSpPr/>
          <p:nvPr/>
        </p:nvSpPr>
        <p:spPr>
          <a:xfrm flipH="1">
            <a:off x="15799591" y="732190"/>
            <a:ext cx="1" cy="11197916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75" name="Line"/>
          <p:cNvSpPr/>
          <p:nvPr/>
        </p:nvSpPr>
        <p:spPr>
          <a:xfrm>
            <a:off x="15799589" y="4348757"/>
            <a:ext cx="4822062" cy="12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76" name="Line"/>
          <p:cNvSpPr/>
          <p:nvPr/>
        </p:nvSpPr>
        <p:spPr>
          <a:xfrm>
            <a:off x="15799589" y="8259960"/>
            <a:ext cx="4822062" cy="128"/>
          </a:xfrm>
          <a:prstGeom prst="line">
            <a:avLst/>
          </a:prstGeom>
          <a:ln w="12700">
            <a:solidFill>
              <a:srgbClr val="ABABAB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77" name="200171796-1.jpeg"/>
          <p:cNvSpPr>
            <a:spLocks noGrp="1"/>
          </p:cNvSpPr>
          <p:nvPr>
            <p:ph type="pic" idx="21"/>
          </p:nvPr>
        </p:nvSpPr>
        <p:spPr>
          <a:xfrm>
            <a:off x="1922859" y="716053"/>
            <a:ext cx="15524683" cy="11322845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78" name="dv1989002.jpeg"/>
          <p:cNvSpPr>
            <a:spLocks noGrp="1"/>
          </p:cNvSpPr>
          <p:nvPr>
            <p:ph type="pic" sz="quarter" idx="22"/>
          </p:nvPr>
        </p:nvSpPr>
        <p:spPr>
          <a:xfrm>
            <a:off x="15476311" y="4482703"/>
            <a:ext cx="5348512" cy="357187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79" name="phaagb000019_1928x1287.jpeg"/>
          <p:cNvSpPr>
            <a:spLocks noGrp="1"/>
          </p:cNvSpPr>
          <p:nvPr>
            <p:ph type="pic" sz="quarter" idx="23"/>
          </p:nvPr>
        </p:nvSpPr>
        <p:spPr>
          <a:xfrm>
            <a:off x="15531706" y="8427669"/>
            <a:ext cx="5250657" cy="350652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80" name="stk213280rke.jpeg"/>
          <p:cNvSpPr>
            <a:spLocks noGrp="1"/>
          </p:cNvSpPr>
          <p:nvPr>
            <p:ph type="pic" sz="quarter" idx="24"/>
          </p:nvPr>
        </p:nvSpPr>
        <p:spPr>
          <a:xfrm>
            <a:off x="15996046" y="-151805"/>
            <a:ext cx="4732736" cy="7043641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18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655218" y="12394406"/>
            <a:ext cx="11608595" cy="1143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1pPr>
            <a:lvl2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2pPr>
            <a:lvl3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3pPr>
            <a:lvl4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4pPr>
            <a:lvl5pPr marL="0" indent="0">
              <a:spcBef>
                <a:spcPts val="0"/>
              </a:spcBef>
              <a:buSzTx/>
              <a:buNone/>
              <a:defRPr sz="2800">
                <a:solidFill>
                  <a:srgbClr val="868686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 -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190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9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851671" y="3268265"/>
            <a:ext cx="7143751" cy="92332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747474"/>
                </a:solidFill>
              </a:defRPr>
            </a:lvl1pPr>
            <a:lvl2pPr>
              <a:defRPr>
                <a:solidFill>
                  <a:srgbClr val="747474"/>
                </a:solidFill>
              </a:defRPr>
            </a:lvl2pPr>
            <a:lvl3pPr>
              <a:defRPr>
                <a:solidFill>
                  <a:srgbClr val="747474"/>
                </a:solidFill>
              </a:defRPr>
            </a:lvl3pPr>
            <a:lvl4pPr>
              <a:defRPr>
                <a:solidFill>
                  <a:srgbClr val="747474"/>
                </a:solidFill>
              </a:defRPr>
            </a:lvl4pPr>
            <a:lvl5pPr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 -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Line"/>
          <p:cNvSpPr/>
          <p:nvPr/>
        </p:nvSpPr>
        <p:spPr>
          <a:xfrm>
            <a:off x="3958828" y="2768203"/>
            <a:ext cx="16466344" cy="128"/>
          </a:xfrm>
          <a:prstGeom prst="line">
            <a:avLst/>
          </a:prstGeom>
          <a:ln w="12700">
            <a:solidFill>
              <a:srgbClr val="9A9A9A"/>
            </a:solidFill>
            <a:miter lim="400000"/>
          </a:ln>
        </p:spPr>
        <p:txBody>
          <a:bodyPr lIns="71437" tIns="71437" rIns="71437" bIns="71437" anchor="ctr"/>
          <a:lstStyle/>
          <a:p>
            <a:endParaRPr/>
          </a:p>
        </p:txBody>
      </p:sp>
      <p:sp>
        <p:nvSpPr>
          <p:cNvPr id="200" name="Title Text"/>
          <p:cNvSpPr txBox="1">
            <a:spLocks noGrp="1"/>
          </p:cNvSpPr>
          <p:nvPr>
            <p:ph type="title"/>
          </p:nvPr>
        </p:nvSpPr>
        <p:spPr>
          <a:xfrm>
            <a:off x="3851671" y="464343"/>
            <a:ext cx="16680658" cy="196453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0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4817328" y="3268265"/>
            <a:ext cx="5715001" cy="923329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747474"/>
                </a:solidFill>
              </a:defRPr>
            </a:lvl1pPr>
            <a:lvl2pPr>
              <a:defRPr>
                <a:solidFill>
                  <a:srgbClr val="747474"/>
                </a:solidFill>
              </a:defRPr>
            </a:lvl2pPr>
            <a:lvl3pPr>
              <a:defRPr>
                <a:solidFill>
                  <a:srgbClr val="747474"/>
                </a:solidFill>
              </a:defRPr>
            </a:lvl3pPr>
            <a:lvl4pPr>
              <a:defRPr>
                <a:solidFill>
                  <a:srgbClr val="747474"/>
                </a:solidFill>
              </a:defRPr>
            </a:lvl4pPr>
            <a:lvl5pPr>
              <a:defRPr>
                <a:solidFill>
                  <a:srgbClr val="747474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2" name="01"/>
          <p:cNvSpPr txBox="1">
            <a:spLocks noGrp="1"/>
          </p:cNvSpPr>
          <p:nvPr>
            <p:ph type="sldNum" sz="quarter" idx="2"/>
          </p:nvPr>
        </p:nvSpPr>
        <p:spPr>
          <a:xfrm>
            <a:off x="20329146" y="12930187"/>
            <a:ext cx="409779" cy="415875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Line"/>
          <p:cNvSpPr/>
          <p:nvPr/>
        </p:nvSpPr>
        <p:spPr>
          <a:xfrm>
            <a:off x="3958828" y="2768203"/>
            <a:ext cx="16466344" cy="1"/>
          </a:xfrm>
          <a:prstGeom prst="line">
            <a:avLst/>
          </a:prstGeom>
          <a:ln w="12700">
            <a:solidFill>
              <a:srgbClr val="9A9A9A"/>
            </a:solidFill>
          </a:ln>
        </p:spPr>
        <p:txBody>
          <a:bodyPr lIns="64293" tIns="64293" rIns="64293" bIns="64293"/>
          <a:lstStyle/>
          <a:p>
            <a:endParaRPr/>
          </a:p>
        </p:txBody>
      </p:sp>
      <p:sp>
        <p:nvSpPr>
          <p:cNvPr id="210" name="01"/>
          <p:cNvSpPr txBox="1">
            <a:spLocks noGrp="1"/>
          </p:cNvSpPr>
          <p:nvPr>
            <p:ph type="sldNum" sz="quarter" idx="2"/>
          </p:nvPr>
        </p:nvSpPr>
        <p:spPr>
          <a:xfrm>
            <a:off x="23399298" y="12907713"/>
            <a:ext cx="439788" cy="359767"/>
          </a:xfrm>
          <a:prstGeom prst="rect">
            <a:avLst/>
          </a:prstGeom>
        </p:spPr>
        <p:txBody>
          <a:bodyPr wrap="square" lIns="0" tIns="0" rIns="0" bIns="0"/>
          <a:lstStyle>
            <a:lvl1pPr>
              <a:defRPr sz="24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8716119" y="5029646"/>
            <a:ext cx="6951762" cy="454076"/>
          </a:xfrm>
          <a:prstGeom prst="rect">
            <a:avLst/>
          </a:prstGeom>
        </p:spPr>
        <p:txBody>
          <a:bodyPr lIns="16073" tIns="16073" rIns="16073" bIns="16073" anchor="t">
            <a:normAutofit/>
          </a:bodyPr>
          <a:lstStyle>
            <a:lvl1pPr defTabSz="2438339">
              <a:lnSpc>
                <a:spcPct val="80000"/>
              </a:lnSpc>
              <a:defRPr sz="8200" b="1" spc="-164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Agenda Title</a:t>
            </a:r>
          </a:p>
        </p:txBody>
      </p:sp>
      <p:sp>
        <p:nvSpPr>
          <p:cNvPr id="218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8716119" y="5438905"/>
            <a:ext cx="6951762" cy="295771"/>
          </a:xfrm>
          <a:prstGeom prst="rect">
            <a:avLst/>
          </a:prstGeom>
        </p:spPr>
        <p:txBody>
          <a:bodyPr lIns="14466" tIns="14466" rIns="14466" bIns="14466">
            <a:normAutofit/>
          </a:bodyPr>
          <a:lstStyle>
            <a:lvl1pPr marL="0" indent="0" defTabSz="330200">
              <a:spcBef>
                <a:spcPts val="0"/>
              </a:spcBef>
              <a:buSzTx/>
              <a:buNone/>
              <a:defRPr sz="2160" b="1"/>
            </a:lvl1pPr>
          </a:lstStyle>
          <a:p>
            <a:r>
              <a:t>Agenda Subtitle</a:t>
            </a:r>
          </a:p>
        </p:txBody>
      </p:sp>
      <p:sp>
        <p:nvSpPr>
          <p:cNvPr id="219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8716119" y="6032339"/>
            <a:ext cx="6951762" cy="2612254"/>
          </a:xfrm>
          <a:prstGeom prst="rect">
            <a:avLst/>
          </a:prstGeom>
        </p:spPr>
        <p:txBody>
          <a:bodyPr lIns="16073" tIns="16073" rIns="16073" bIns="16073">
            <a:normAutofit/>
          </a:bodyPr>
          <a:lstStyle>
            <a:lvl1pPr marL="0" indent="0" defTabSz="825500">
              <a:spcBef>
                <a:spcPts val="1800"/>
              </a:spcBef>
              <a:buSzTx/>
              <a:buNone/>
              <a:defRPr sz="5400" spc="-53"/>
            </a:lvl1pPr>
            <a:lvl2pPr marL="0" indent="457200" defTabSz="825500">
              <a:spcBef>
                <a:spcPts val="1800"/>
              </a:spcBef>
              <a:buSzTx/>
              <a:buNone/>
              <a:defRPr sz="5400" spc="-53"/>
            </a:lvl2pPr>
            <a:lvl3pPr marL="0" indent="914400" defTabSz="825500">
              <a:spcBef>
                <a:spcPts val="1800"/>
              </a:spcBef>
              <a:buSzTx/>
              <a:buNone/>
              <a:defRPr sz="5400" spc="-53"/>
            </a:lvl3pPr>
            <a:lvl4pPr marL="0" indent="1371600" defTabSz="825500">
              <a:spcBef>
                <a:spcPts val="1800"/>
              </a:spcBef>
              <a:buSzTx/>
              <a:buNone/>
              <a:defRPr sz="5400" spc="-53"/>
            </a:lvl4pPr>
            <a:lvl5pPr marL="0" indent="1828800" defTabSz="825500">
              <a:spcBef>
                <a:spcPts val="1800"/>
              </a:spcBef>
              <a:buSzTx/>
              <a:buNone/>
              <a:defRPr sz="5400" spc="-53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20" name="01"/>
          <p:cNvSpPr txBox="1">
            <a:spLocks noGrp="1"/>
          </p:cNvSpPr>
          <p:nvPr>
            <p:ph type="sldNum" sz="quarter" idx="2"/>
          </p:nvPr>
        </p:nvSpPr>
        <p:spPr>
          <a:xfrm>
            <a:off x="12054619" y="8690464"/>
            <a:ext cx="270807" cy="255059"/>
          </a:xfrm>
          <a:prstGeom prst="rect">
            <a:avLst/>
          </a:prstGeom>
        </p:spPr>
        <p:txBody>
          <a:bodyPr lIns="16073" tIns="16073" rIns="16073" bIns="16073" anchor="b"/>
          <a:lstStyle>
            <a:lvl1pPr algn="ctr" defTabSz="584200">
              <a:defRPr sz="16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1154823" y="464343"/>
            <a:ext cx="16680658" cy="1964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 anchor="b"/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1154823" y="3107770"/>
            <a:ext cx="16680658" cy="92332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71437" tIns="71437" rIns="71437" bIns="71437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01"/>
          <p:cNvSpPr txBox="1">
            <a:spLocks noGrp="1"/>
          </p:cNvSpPr>
          <p:nvPr>
            <p:ph type="sldNum" sz="quarter" idx="2"/>
          </p:nvPr>
        </p:nvSpPr>
        <p:spPr>
          <a:xfrm>
            <a:off x="23228258" y="12862766"/>
            <a:ext cx="409779" cy="415875"/>
          </a:xfrm>
          <a:prstGeom prst="rect">
            <a:avLst/>
          </a:prstGeom>
          <a:ln w="12700">
            <a:miter lim="400000"/>
          </a:ln>
        </p:spPr>
        <p:txBody>
          <a:bodyPr wrap="none" lIns="71437" tIns="71437" rIns="71437" bIns="71437">
            <a:spAutoFit/>
          </a:bodyPr>
          <a:lstStyle>
            <a:lvl1pPr algn="r" defTabSz="821531">
              <a:defRPr sz="18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</p:sldLayoutIdLst>
  <p:transition spd="med"/>
  <p:txStyles>
    <p:titleStyle>
      <a:lvl1pPr marL="0" marR="0" indent="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l" defTabSz="821531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Light"/>
        </a:defRPr>
      </a:lvl9pPr>
    </p:titleStyle>
    <p:bodyStyle>
      <a:lvl1pPr marL="369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813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258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1702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2147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25917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3036276" marR="0" indent="-369276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34807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3925277" marR="0" indent="-369277" algn="l" defTabSz="821531" latinLnBrk="0">
        <a:lnSpc>
          <a:spcPct val="100000"/>
        </a:lnSpc>
        <a:spcBef>
          <a:spcPts val="6700"/>
        </a:spcBef>
        <a:spcAft>
          <a:spcPts val="0"/>
        </a:spcAft>
        <a:buClrTx/>
        <a:buSzPct val="100000"/>
        <a:buFontTx/>
        <a:buChar char="•"/>
        <a:tabLst/>
        <a:defRPr sz="36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r" defTabSz="821531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utors.dev/course/setu-cert-ai-ml-2026" TargetMode="External"/><Relationship Id="rId2" Type="http://schemas.openxmlformats.org/officeDocument/2006/relationships/hyperlink" Target="https://tutors.dev/course/setu-cert-comp-sci-2026" TargetMode="Externa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tutors.dev/course/setu-cert-sw-eng-20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Higher Diploma in Science in Computer Science"/>
          <p:cNvSpPr txBox="1">
            <a:spLocks noGrp="1"/>
          </p:cNvSpPr>
          <p:nvPr>
            <p:ph type="ctrTitle"/>
          </p:nvPr>
        </p:nvSpPr>
        <p:spPr>
          <a:xfrm>
            <a:off x="3465591" y="1572667"/>
            <a:ext cx="10727699" cy="4464845"/>
          </a:xfrm>
          <a:prstGeom prst="rect">
            <a:avLst/>
          </a:prstGeom>
        </p:spPr>
        <p:txBody>
          <a:bodyPr/>
          <a:lstStyle/>
          <a:p>
            <a:r>
              <a:rPr lang="en-IE" sz="8800" dirty="0"/>
              <a:t>Certificate/</a:t>
            </a:r>
            <a:r>
              <a:rPr sz="8800" dirty="0"/>
              <a:t>Higher Diploma </a:t>
            </a:r>
            <a:r>
              <a:rPr lang="en-IE" sz="8800" dirty="0"/>
              <a:t>On-Site</a:t>
            </a:r>
            <a:endParaRPr sz="8800" dirty="0"/>
          </a:p>
        </p:txBody>
      </p:sp>
      <p:sp>
        <p:nvSpPr>
          <p:cNvPr id="230" name="2024-2026"/>
          <p:cNvSpPr txBox="1"/>
          <p:nvPr/>
        </p:nvSpPr>
        <p:spPr>
          <a:xfrm>
            <a:off x="15991714" y="8169545"/>
            <a:ext cx="3911326" cy="1036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71437" tIns="71437" rIns="71437" bIns="71437" anchor="b">
            <a:spAutoFit/>
          </a:bodyPr>
          <a:lstStyle>
            <a:lvl1pPr defTabSz="821531">
              <a:defRPr sz="5800">
                <a:latin typeface="+mn-lt"/>
                <a:ea typeface="+mn-ea"/>
                <a:cs typeface="+mn-cs"/>
                <a:sym typeface="Helvetica Neue Light"/>
              </a:defRPr>
            </a:lvl1pPr>
          </a:lstStyle>
          <a:p>
            <a:r>
              <a:rPr lang="en-IE" dirty="0"/>
              <a:t>Sept - 2026</a:t>
            </a:r>
            <a:endParaRPr dirty="0"/>
          </a:p>
        </p:txBody>
      </p:sp>
      <p:pic>
        <p:nvPicPr>
          <p:cNvPr id="232" name="Screenshot 2023-12-10 at 09.14.59.png" descr="Screenshot 2023-12-10 at 09.14.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055" y="8567971"/>
            <a:ext cx="6261101" cy="3111501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93DB113-166E-46F2-C180-0AA57A7A1B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0" y="901022"/>
            <a:ext cx="3960000" cy="396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A70D91-B0D3-C24D-8845-207A34EBEE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52000" y="901022"/>
            <a:ext cx="3960000" cy="39600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04AC1DA-5D33-DC71-8D56-FB50C8650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3111" y="54077"/>
            <a:ext cx="16680658" cy="1964532"/>
          </a:xfrm>
        </p:spPr>
        <p:txBody>
          <a:bodyPr/>
          <a:lstStyle/>
          <a:p>
            <a:r>
              <a:rPr lang="en-IE" dirty="0"/>
              <a:t>Semester 1 - Team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1BDDC1-719A-7B56-7166-956D9900B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" y="2207629"/>
            <a:ext cx="22896169" cy="952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349733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650932D-0E4B-D6DA-D7A9-313F64649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5326" y="430303"/>
            <a:ext cx="13413348" cy="12843282"/>
          </a:xfrm>
          <a:prstGeom prst="rect">
            <a:avLst/>
          </a:prstGeom>
          <a:noFill/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CF335-43D7-067E-9F0C-BCE478B486B4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325120" y="3771320"/>
            <a:ext cx="14329093" cy="616124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IE" sz="8000" b="1" dirty="0"/>
              <a:t>Schedule</a:t>
            </a:r>
            <a:endParaRPr lang="en-IE" b="1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EE99E53-50D2-87CD-56F1-280A4BEFA807}"/>
              </a:ext>
            </a:extLst>
          </p:cNvPr>
          <p:cNvSpPr/>
          <p:nvPr/>
        </p:nvSpPr>
        <p:spPr>
          <a:xfrm>
            <a:off x="11650133" y="2658533"/>
            <a:ext cx="1202267" cy="762000"/>
          </a:xfrm>
          <a:prstGeom prst="ellipse">
            <a:avLst/>
          </a:prstGeom>
          <a:noFill/>
          <a:ln w="762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71437" tIns="71437" rIns="71437" bIns="71437" numCol="1" spcCol="38100" rtlCol="0" anchor="ctr">
            <a:spAutoFit/>
          </a:bodyPr>
          <a:lstStyle/>
          <a:p>
            <a:pPr marL="0" marR="0" indent="0" algn="ctr" defTabSz="821531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IE" sz="5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Neue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C7D64-6956-E366-60CD-03DF82F339FE}"/>
              </a:ext>
            </a:extLst>
          </p:cNvPr>
          <p:cNvSpPr/>
          <p:nvPr/>
        </p:nvSpPr>
        <p:spPr>
          <a:xfrm>
            <a:off x="-211016" y="11726427"/>
            <a:ext cx="7222087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There will be another On-Site in January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4F491E2-5DAD-098F-6B00-E660D49A10CA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2865120" y="178593"/>
            <a:ext cx="18131552" cy="13094992"/>
          </a:xfrm>
        </p:spPr>
        <p:txBody>
          <a:bodyPr/>
          <a:lstStyle/>
          <a:p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A3FB8-0372-FDA3-D65E-5EB87DE9B1F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FB8A8A-FB43-F0C2-4604-A94CBAEC37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68"/>
          <a:stretch>
            <a:fillRect/>
          </a:stretch>
        </p:blipFill>
        <p:spPr>
          <a:xfrm>
            <a:off x="4519358" y="-56874"/>
            <a:ext cx="15150402" cy="13772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622595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2CD33-A4A2-8D83-C0A9-CD28DE697591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1047485" y="1150673"/>
            <a:ext cx="11608595" cy="1143001"/>
          </a:xfrm>
        </p:spPr>
        <p:txBody>
          <a:bodyPr/>
          <a:lstStyle/>
          <a:p>
            <a:r>
              <a:rPr lang="en-IE" sz="6000" dirty="0"/>
              <a:t>Tutors Link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6063F1-4561-DE2E-4DE1-35CF423AD1AB}"/>
              </a:ext>
            </a:extLst>
          </p:cNvPr>
          <p:cNvSpPr txBox="1"/>
          <p:nvPr/>
        </p:nvSpPr>
        <p:spPr>
          <a:xfrm>
            <a:off x="4361128" y="3226506"/>
            <a:ext cx="11785600" cy="691535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71437" tIns="71437" rIns="71437" bIns="71437" numCol="1" spcCol="38100" rtlCol="0" anchor="ctr">
            <a:spAutoFit/>
          </a:bodyPr>
          <a:lstStyle/>
          <a:p>
            <a:r>
              <a:rPr lang="en-IE" sz="4000" dirty="0">
                <a:hlinkClick r:id="rId2"/>
              </a:rPr>
              <a:t>https://tutors.dev/course/setu-cert-comp-sci-2026</a:t>
            </a:r>
            <a:endParaRPr lang="en-IE" sz="4000" dirty="0"/>
          </a:p>
          <a:p>
            <a:endParaRPr lang="en-IE" sz="4000" dirty="0"/>
          </a:p>
          <a:p>
            <a:endParaRPr lang="en-IE" sz="4000" dirty="0"/>
          </a:p>
          <a:p>
            <a:endParaRPr lang="en-IE" sz="4000" dirty="0"/>
          </a:p>
          <a:p>
            <a:r>
              <a:rPr lang="en-IE" sz="4000" dirty="0">
                <a:hlinkClick r:id="rId3"/>
              </a:rPr>
              <a:t>https://tutors.dev/course/setu-cert-ai-ml-2026</a:t>
            </a:r>
            <a:endParaRPr lang="en-IE" sz="4000" dirty="0"/>
          </a:p>
          <a:p>
            <a:endParaRPr lang="en-IE" sz="4000" dirty="0"/>
          </a:p>
          <a:p>
            <a:endParaRPr lang="en-IE" sz="4000" dirty="0"/>
          </a:p>
          <a:p>
            <a:endParaRPr lang="en-IE" sz="4000" dirty="0"/>
          </a:p>
          <a:p>
            <a:r>
              <a:rPr lang="en-IE" sz="4000" dirty="0">
                <a:hlinkClick r:id="rId4"/>
              </a:rPr>
              <a:t>https://tutors.dev/course/setu-cert-sw-eng-2026</a:t>
            </a:r>
            <a:endParaRPr lang="en-IE" sz="4000" dirty="0"/>
          </a:p>
          <a:p>
            <a:endParaRPr kumimoji="0" lang="en-IE" sz="4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  <a:p>
            <a:endParaRPr kumimoji="0" lang="en-IE" sz="40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"/>
              <a:ea typeface="Helvetica"/>
              <a:cs typeface="Helvetica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8324350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ModernPortfolio">
  <a:themeElements>
    <a:clrScheme name="ModernPortfolio">
      <a:dk1>
        <a:srgbClr val="000000"/>
      </a:dk1>
      <a:lt1>
        <a:srgbClr val="FFFFFF"/>
      </a:lt1>
      <a:dk2>
        <a:srgbClr val="5C5C5C"/>
      </a:dk2>
      <a:lt2>
        <a:srgbClr val="CBCBCB"/>
      </a:lt2>
      <a:accent1>
        <a:srgbClr val="557E8A"/>
      </a:accent1>
      <a:accent2>
        <a:srgbClr val="88885A"/>
      </a:accent2>
      <a:accent3>
        <a:srgbClr val="B29E85"/>
      </a:accent3>
      <a:accent4>
        <a:srgbClr val="BB7B52"/>
      </a:accent4>
      <a:accent5>
        <a:srgbClr val="CF7F66"/>
      </a:accent5>
      <a:accent6>
        <a:srgbClr val="62647B"/>
      </a:accent6>
      <a:hlink>
        <a:srgbClr val="0000FF"/>
      </a:hlink>
      <a:folHlink>
        <a:srgbClr val="FF00FF"/>
      </a:folHlink>
    </a:clrScheme>
    <a:fontScheme name="ModernPortfolio">
      <a:majorFont>
        <a:latin typeface="Helvetica Neue"/>
        <a:ea typeface="Helvetica Neue"/>
        <a:cs typeface="Helvetica Neue"/>
      </a:majorFont>
      <a:minorFont>
        <a:latin typeface="Helvetica Neue Light"/>
        <a:ea typeface="Helvetica Neue Light"/>
        <a:cs typeface="Helvetica Neue Light"/>
      </a:minorFont>
    </a:fontScheme>
    <a:fmtScheme name="ModernPortfol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satOff val="12166"/>
            <a:lumOff val="-13042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ABABAB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l" defTabSz="6429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ModernPortfolio">
  <a:themeElements>
    <a:clrScheme name="ModernPortfolio">
      <a:dk1>
        <a:srgbClr val="000000"/>
      </a:dk1>
      <a:lt1>
        <a:srgbClr val="FFFFFF"/>
      </a:lt1>
      <a:dk2>
        <a:srgbClr val="5C5C5C"/>
      </a:dk2>
      <a:lt2>
        <a:srgbClr val="CBCBCB"/>
      </a:lt2>
      <a:accent1>
        <a:srgbClr val="557E8A"/>
      </a:accent1>
      <a:accent2>
        <a:srgbClr val="88885A"/>
      </a:accent2>
      <a:accent3>
        <a:srgbClr val="B29E85"/>
      </a:accent3>
      <a:accent4>
        <a:srgbClr val="BB7B52"/>
      </a:accent4>
      <a:accent5>
        <a:srgbClr val="CF7F66"/>
      </a:accent5>
      <a:accent6>
        <a:srgbClr val="62647B"/>
      </a:accent6>
      <a:hlink>
        <a:srgbClr val="0000FF"/>
      </a:hlink>
      <a:folHlink>
        <a:srgbClr val="FF00FF"/>
      </a:folHlink>
    </a:clrScheme>
    <a:fontScheme name="ModernPortfolio">
      <a:majorFont>
        <a:latin typeface="Helvetica Neue"/>
        <a:ea typeface="Helvetica Neue"/>
        <a:cs typeface="Helvetica Neue"/>
      </a:majorFont>
      <a:minorFont>
        <a:latin typeface="Helvetica Neue Light"/>
        <a:ea typeface="Helvetica Neue Light"/>
        <a:cs typeface="Helvetica Neue Light"/>
      </a:minorFont>
    </a:fontScheme>
    <a:fmtScheme name="ModernPortfol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>
            <a:satOff val="12166"/>
            <a:lumOff val="-13042"/>
          </a:schemeClr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ctr" defTabSz="821531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0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ABABAB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71437" tIns="71437" rIns="71437" bIns="71437" numCol="1" spcCol="38100" rtlCol="0" anchor="ctr">
        <a:spAutoFit/>
      </a:bodyPr>
      <a:lstStyle>
        <a:defPPr marL="0" marR="0" indent="0" algn="l" defTabSz="6429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"/>
            <a:ea typeface="Helvetica"/>
            <a:cs typeface="Helvetica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</Words>
  <Application>Microsoft Office PowerPoint</Application>
  <PresentationFormat>Custom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Helvetica</vt:lpstr>
      <vt:lpstr>Helvetica Neue</vt:lpstr>
      <vt:lpstr>Helvetica Neue Light</vt:lpstr>
      <vt:lpstr>Lucida Grande</vt:lpstr>
      <vt:lpstr>Monaco</vt:lpstr>
      <vt:lpstr>ModernPortfolio</vt:lpstr>
      <vt:lpstr>Certificate/Higher Diploma On-Site</vt:lpstr>
      <vt:lpstr>Semester 1 - Team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Siobhan Roche</dc:creator>
  <cp:lastModifiedBy>Siobhan Roche</cp:lastModifiedBy>
  <cp:revision>10</cp:revision>
  <dcterms:modified xsi:type="dcterms:W3CDTF">2026-09-03T14:56:31Z</dcterms:modified>
</cp:coreProperties>
</file>