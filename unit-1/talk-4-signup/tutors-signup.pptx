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76" r:id="rId6"/>
    <p:sldId id="260" r:id="rId7"/>
    <p:sldId id="277" r:id="rId8"/>
    <p:sldId id="278" r:id="rId9"/>
    <p:sldId id="261" r:id="rId10"/>
    <p:sldId id="262" r:id="rId11"/>
    <p:sldId id="264" r:id="rId12"/>
    <p:sldId id="265" r:id="rId13"/>
    <p:sldId id="266" r:id="rId14"/>
    <p:sldId id="267" r:id="rId15"/>
    <p:sldId id="268" r:id="rId16"/>
    <p:sldId id="269" r:id="rId17"/>
    <p:sldId id="271" r:id="rId18"/>
    <p:sldId id="272" r:id="rId19"/>
    <p:sldId id="273" r:id="rId20"/>
    <p:sldId id="274" r:id="rId21"/>
    <p:sldId id="275" r:id="rId22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 Light"/>
      </a:defRPr>
    </a:lvl1pPr>
    <a:lvl2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 Light"/>
      </a:defRPr>
    </a:lvl2pPr>
    <a:lvl3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 Light"/>
      </a:defRPr>
    </a:lvl3pPr>
    <a:lvl4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 Light"/>
      </a:defRPr>
    </a:lvl4pPr>
    <a:lvl5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 Light"/>
      </a:defRPr>
    </a:lvl5pPr>
    <a:lvl6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 Light"/>
      </a:defRPr>
    </a:lvl6pPr>
    <a:lvl7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 Light"/>
      </a:defRPr>
    </a:lvl7pPr>
    <a:lvl8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 Light"/>
      </a:defRPr>
    </a:lvl8pPr>
    <a:lvl9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 Light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C4C6C6"/>
              </a:solidFill>
              <a:prstDash val="solid"/>
              <a:miter lim="400000"/>
            </a:ln>
          </a:top>
          <a:bottom>
            <a:ln w="25400" cap="flat">
              <a:solidFill>
                <a:srgbClr val="C4C6C6"/>
              </a:solidFill>
              <a:prstDash val="solid"/>
              <a:miter lim="400000"/>
            </a:ln>
          </a:bottom>
          <a:insideH>
            <a:ln w="25400" cap="flat">
              <a:solidFill>
                <a:srgbClr val="C4C6C6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F2F2F2"/>
          </a:solidFill>
        </a:fill>
      </a:tcStyle>
    </a:band2H>
    <a:firstCol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C4C6C6"/>
              </a:solidFill>
              <a:prstDash val="solid"/>
              <a:miter lim="400000"/>
            </a:ln>
          </a:right>
          <a:top>
            <a:ln w="25400" cap="flat">
              <a:solidFill>
                <a:srgbClr val="C4C6C6"/>
              </a:solidFill>
              <a:prstDash val="solid"/>
              <a:miter lim="400000"/>
            </a:ln>
          </a:top>
          <a:bottom>
            <a:ln w="25400" cap="flat">
              <a:solidFill>
                <a:srgbClr val="C4C6C6"/>
              </a:solidFill>
              <a:prstDash val="solid"/>
              <a:miter lim="400000"/>
            </a:ln>
          </a:bottom>
          <a:insideH>
            <a:ln w="25400" cap="flat">
              <a:solidFill>
                <a:srgbClr val="C4C6C6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8E9E8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satOff val="12166"/>
              <a:lumOff val="-13042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CBCBCB"/>
              </a:solidFill>
              <a:prstDash val="solid"/>
              <a:miter lim="400000"/>
            </a:ln>
          </a:top>
          <a:bottom>
            <a:ln w="12700" cap="flat">
              <a:solidFill>
                <a:srgbClr val="CBCBCB"/>
              </a:solidFill>
              <a:prstDash val="solid"/>
              <a:miter lim="400000"/>
            </a:ln>
          </a:bottom>
          <a:insideH>
            <a:ln w="12700" cap="flat">
              <a:solidFill>
                <a:srgbClr val="CBCBCB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FF8FA"/>
          </a:solidFill>
        </a:fill>
      </a:tcStyle>
    </a:band2H>
    <a:firstCol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CBCBCB"/>
              </a:solidFill>
              <a:prstDash val="solid"/>
              <a:miter lim="400000"/>
            </a:ln>
          </a:right>
          <a:top>
            <a:ln w="12700" cap="flat">
              <a:solidFill>
                <a:srgbClr val="4F728F"/>
              </a:solidFill>
              <a:prstDash val="solid"/>
              <a:miter lim="400000"/>
            </a:ln>
          </a:top>
          <a:bottom>
            <a:ln w="12700" cap="flat">
              <a:solidFill>
                <a:srgbClr val="4F728F"/>
              </a:solidFill>
              <a:prstDash val="solid"/>
              <a:miter lim="400000"/>
            </a:ln>
          </a:bottom>
          <a:insideH>
            <a:ln w="12700" cap="flat">
              <a:solidFill>
                <a:srgbClr val="4F728F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D4DADF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747474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638EB0"/>
          </a:solidFill>
        </a:fill>
      </a:tcStyle>
    </a:lastRow>
    <a:fir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747474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173D59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solidFill>
                <a:srgbClr val="CBCBCB"/>
              </a:solidFill>
              <a:prstDash val="solid"/>
              <a:miter lim="400000"/>
            </a:ln>
          </a:left>
          <a:right>
            <a:ln w="12700" cap="flat">
              <a:solidFill>
                <a:srgbClr val="CBCBCB"/>
              </a:solidFill>
              <a:prstDash val="solid"/>
              <a:miter lim="400000"/>
            </a:ln>
          </a:right>
          <a:top>
            <a:ln w="12700" cap="flat">
              <a:solidFill>
                <a:srgbClr val="CBCBCB"/>
              </a:solidFill>
              <a:prstDash val="solid"/>
              <a:miter lim="400000"/>
            </a:ln>
          </a:top>
          <a:bottom>
            <a:ln w="12700" cap="flat">
              <a:solidFill>
                <a:srgbClr val="CBCBCB"/>
              </a:solidFill>
              <a:prstDash val="solid"/>
              <a:miter lim="400000"/>
            </a:ln>
          </a:bottom>
          <a:insideH>
            <a:ln w="12700" cap="flat">
              <a:solidFill>
                <a:srgbClr val="CBCBCB"/>
              </a:solidFill>
              <a:prstDash val="solid"/>
              <a:miter lim="400000"/>
            </a:ln>
          </a:insideH>
          <a:insideV>
            <a:ln w="12700" cap="flat">
              <a:solidFill>
                <a:srgbClr val="CBCBCB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F2F2F2"/>
          </a:solidFill>
        </a:fill>
      </a:tcStyle>
    </a:band2H>
    <a:firstCol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solidFill>
                <a:srgbClr val="3C3C1D"/>
              </a:solidFill>
              <a:prstDash val="solid"/>
              <a:miter lim="400000"/>
            </a:ln>
          </a:left>
          <a:right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right>
          <a:top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bottom>
          <a:insideH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insideH>
          <a:insideV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insideV>
        </a:tcBdr>
        <a:fill>
          <a:solidFill>
            <a:srgbClr val="CFCDBB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solidFill>
                <a:srgbClr val="C6C6C6"/>
              </a:solidFill>
              <a:prstDash val="solid"/>
              <a:miter lim="400000"/>
            </a:ln>
          </a:left>
          <a:right>
            <a:ln w="12700" cap="flat">
              <a:solidFill>
                <a:srgbClr val="C6C6C6"/>
              </a:solidFill>
              <a:prstDash val="solid"/>
              <a:miter lim="400000"/>
            </a:ln>
          </a:right>
          <a:top>
            <a:ln w="12700" cap="flat">
              <a:solidFill>
                <a:srgbClr val="656839"/>
              </a:solidFill>
              <a:prstDash val="solid"/>
              <a:miter lim="400000"/>
            </a:ln>
          </a:top>
          <a:bottom>
            <a:ln w="12700" cap="flat">
              <a:solidFill>
                <a:srgbClr val="3C3C1D"/>
              </a:solidFill>
              <a:prstDash val="solid"/>
              <a:miter lim="400000"/>
            </a:ln>
          </a:bottom>
          <a:insideH>
            <a:ln w="12700" cap="flat">
              <a:solidFill>
                <a:srgbClr val="C6C6C6"/>
              </a:solidFill>
              <a:prstDash val="solid"/>
              <a:miter lim="400000"/>
            </a:ln>
          </a:insideH>
          <a:insideV>
            <a:ln w="12700" cap="flat">
              <a:solidFill>
                <a:srgbClr val="C6C6C6"/>
              </a:solidFill>
              <a:prstDash val="solid"/>
              <a:miter lim="400000"/>
            </a:ln>
          </a:insideV>
        </a:tcBdr>
        <a:fill>
          <a:solidFill>
            <a:srgbClr val="E8E9E8"/>
          </a:solidFill>
        </a:fill>
      </a:tcStyle>
    </a:lastRow>
    <a:fir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left>
          <a:right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right>
          <a:top>
            <a:ln w="12700" cap="flat">
              <a:solidFill>
                <a:srgbClr val="3C3C1D"/>
              </a:solidFill>
              <a:prstDash val="solid"/>
              <a:miter lim="400000"/>
            </a:ln>
          </a:top>
          <a:bottom>
            <a:ln w="12700" cap="flat">
              <a:solidFill>
                <a:srgbClr val="CBCBCB"/>
              </a:solidFill>
              <a:prstDash val="solid"/>
              <a:miter lim="400000"/>
            </a:ln>
          </a:bottom>
          <a:insideH>
            <a:ln w="12700" cap="flat">
              <a:solidFill>
                <a:srgbClr val="AAA485"/>
              </a:solidFill>
              <a:prstDash val="solid"/>
              <a:miter lim="400000"/>
            </a:ln>
          </a:insideH>
          <a:insideV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insideV>
        </a:tcBdr>
        <a:fill>
          <a:solidFill>
            <a:srgbClr val="656839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C4C6C6"/>
              </a:solidFill>
              <a:prstDash val="solid"/>
              <a:miter lim="400000"/>
            </a:ln>
          </a:top>
          <a:bottom>
            <a:ln w="25400" cap="flat">
              <a:solidFill>
                <a:srgbClr val="C4C6C6"/>
              </a:solidFill>
              <a:prstDash val="solid"/>
              <a:miter lim="400000"/>
            </a:ln>
          </a:bottom>
          <a:insideH>
            <a:ln w="25400" cap="flat">
              <a:solidFill>
                <a:srgbClr val="C4C6C6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1F1F1"/>
          </a:solidFill>
        </a:fill>
      </a:tcStyle>
    </a:wholeTbl>
    <a:band2H>
      <a:tcTxStyle/>
      <a:tcStyle>
        <a:tcBdr/>
        <a:fill>
          <a:solidFill>
            <a:srgbClr val="E4E4E0"/>
          </a:solidFill>
        </a:fill>
      </a:tcStyle>
    </a:band2H>
    <a:firstCol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515151"/>
              </a:solidFill>
              <a:prstDash val="solid"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7D7766"/>
              </a:solidFill>
              <a:prstDash val="solid"/>
              <a:miter lim="400000"/>
            </a:ln>
          </a:top>
          <a:bottom>
            <a:ln w="12700" cap="flat">
              <a:solidFill>
                <a:srgbClr val="7D7766"/>
              </a:solidFill>
              <a:prstDash val="solid"/>
              <a:miter lim="400000"/>
            </a:ln>
          </a:bottom>
          <a:insideH>
            <a:ln w="12700" cap="flat">
              <a:solidFill>
                <a:srgbClr val="7D7766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8F8B7E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747474"/>
              </a:solidFill>
              <a:prstDash val="solid"/>
              <a:miter lim="400000"/>
            </a:ln>
          </a:top>
          <a:bottom>
            <a:ln w="12700" cap="flat">
              <a:solidFill>
                <a:srgbClr val="515151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1F1F1"/>
          </a:solidFill>
        </a:fill>
      </a:tcStyle>
    </a:lastRow>
    <a:fir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515151"/>
              </a:solidFill>
              <a:prstDash val="solid"/>
              <a:miter lim="400000"/>
            </a:ln>
          </a:top>
          <a:bottom>
            <a:ln w="254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5E5A4C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solidFill>
                <a:srgbClr val="747474"/>
              </a:solidFill>
              <a:prstDash val="solid"/>
              <a:miter lim="400000"/>
            </a:ln>
          </a:left>
          <a:right>
            <a:ln w="12700" cap="flat">
              <a:solidFill>
                <a:srgbClr val="747474"/>
              </a:solidFill>
              <a:prstDash val="solid"/>
              <a:miter lim="400000"/>
            </a:ln>
          </a:right>
          <a:top>
            <a:ln w="12700" cap="flat">
              <a:solidFill>
                <a:srgbClr val="747474"/>
              </a:solidFill>
              <a:prstDash val="solid"/>
              <a:miter lim="400000"/>
            </a:ln>
          </a:top>
          <a:bottom>
            <a:ln w="12700" cap="flat">
              <a:solidFill>
                <a:srgbClr val="747474"/>
              </a:solidFill>
              <a:prstDash val="solid"/>
              <a:miter lim="400000"/>
            </a:ln>
          </a:bottom>
          <a:insideH>
            <a:ln w="12700" cap="flat">
              <a:solidFill>
                <a:srgbClr val="747474"/>
              </a:solidFill>
              <a:prstDash val="solid"/>
              <a:miter lim="400000"/>
            </a:ln>
          </a:insideH>
          <a:insideV>
            <a:ln w="12700" cap="flat">
              <a:solidFill>
                <a:srgbClr val="747474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F2F2F2"/>
          </a:solidFill>
        </a:fill>
      </a:tcStyle>
    </a:band2H>
    <a:firstCol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solidFill>
                <a:srgbClr val="747474"/>
              </a:solidFill>
              <a:prstDash val="solid"/>
              <a:miter lim="400000"/>
            </a:ln>
          </a:left>
          <a:right>
            <a:ln w="12700" cap="flat">
              <a:solidFill>
                <a:srgbClr val="747474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9E9E9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747474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CBCBCB"/>
          </a:solidFill>
        </a:fill>
      </a:tcStyle>
    </a:lastRow>
    <a:firstRow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747474"/>
              </a:solidFill>
              <a:prstDash val="solid"/>
              <a:miter lim="400000"/>
            </a:ln>
          </a:top>
          <a:bottom>
            <a:ln w="12700" cap="flat">
              <a:solidFill>
                <a:srgbClr val="747474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CBCBCB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777777"/>
      </a:tcTxStyle>
      <a:tcStyle>
        <a:tcBdr>
          <a:left>
            <a:ln w="12700" cap="flat">
              <a:solidFill>
                <a:srgbClr val="C9C9C9"/>
              </a:solidFill>
              <a:prstDash val="solid"/>
              <a:miter lim="400000"/>
            </a:ln>
          </a:left>
          <a:right>
            <a:ln w="12700" cap="flat">
              <a:solidFill>
                <a:srgbClr val="C9C9C9"/>
              </a:solidFill>
              <a:prstDash val="solid"/>
              <a:miter lim="400000"/>
            </a:ln>
          </a:right>
          <a:top>
            <a:ln w="12700" cap="flat">
              <a:solidFill>
                <a:srgbClr val="525252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25252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25252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C9C9C9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2D2D2">
              <a:alpha val="30000"/>
            </a:srgb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555555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C9C9C9"/>
              </a:solidFill>
              <a:prstDash val="solid"/>
              <a:miter lim="400000"/>
            </a:ln>
          </a:top>
          <a:bottom>
            <a:ln w="12700" cap="flat">
              <a:solidFill>
                <a:srgbClr val="C9C9C9"/>
              </a:solidFill>
              <a:prstDash val="solid"/>
              <a:miter lim="400000"/>
            </a:ln>
          </a:bottom>
          <a:insideH>
            <a:ln w="12700" cap="flat">
              <a:solidFill>
                <a:srgbClr val="C9C9C9"/>
              </a:solidFill>
              <a:prstDash val="solid"/>
              <a:miter lim="400000"/>
            </a:ln>
          </a:insideH>
          <a:insideV>
            <a:ln w="12700" cap="flat">
              <a:solidFill>
                <a:srgbClr val="C9C9C9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555555"/>
      </a:tcTxStyle>
      <a:tcStyle>
        <a:tcBdr>
          <a:left>
            <a:ln w="12700" cap="flat">
              <a:solidFill>
                <a:srgbClr val="C9C9C9"/>
              </a:solidFill>
              <a:prstDash val="solid"/>
              <a:miter lim="400000"/>
            </a:ln>
          </a:left>
          <a:right>
            <a:ln w="12700" cap="flat">
              <a:solidFill>
                <a:srgbClr val="C9C9C9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C9C9C9"/>
              </a:solidFill>
              <a:prstDash val="solid"/>
              <a:miter lim="400000"/>
            </a:ln>
          </a:insideH>
          <a:insideV>
            <a:ln w="12700" cap="flat">
              <a:solidFill>
                <a:srgbClr val="C9C9C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555555"/>
      </a:tcTxStyle>
      <a:tcStyle>
        <a:tcBdr>
          <a:left>
            <a:ln w="12700" cap="flat">
              <a:solidFill>
                <a:srgbClr val="C9C9C9"/>
              </a:solidFill>
              <a:prstDash val="solid"/>
              <a:miter lim="400000"/>
            </a:ln>
          </a:left>
          <a:right>
            <a:ln w="12700" cap="flat">
              <a:solidFill>
                <a:srgbClr val="C9C9C9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C9C9C9"/>
              </a:solidFill>
              <a:prstDash val="solid"/>
              <a:miter lim="400000"/>
            </a:ln>
          </a:insideH>
          <a:insideV>
            <a:ln w="12700" cap="flat">
              <a:solidFill>
                <a:srgbClr val="C9C9C9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>
        <p:scale>
          <a:sx n="51" d="100"/>
          <a:sy n="51" d="100"/>
        </p:scale>
        <p:origin x="188" y="176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Shape 124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25" name="Shape 125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Line"/>
          <p:cNvSpPr/>
          <p:nvPr/>
        </p:nvSpPr>
        <p:spPr>
          <a:xfrm>
            <a:off x="1066800" y="6680200"/>
            <a:ext cx="22252676" cy="182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3" name="Title Text"/>
          <p:cNvSpPr txBox="1">
            <a:spLocks noGrp="1"/>
          </p:cNvSpPr>
          <p:nvPr>
            <p:ph type="title"/>
          </p:nvPr>
        </p:nvSpPr>
        <p:spPr>
          <a:xfrm>
            <a:off x="1066800" y="1854200"/>
            <a:ext cx="22237700" cy="44704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066800" y="7048500"/>
            <a:ext cx="22237700" cy="14351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FontTx/>
              <a:buNone/>
              <a:defRPr sz="36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indent="0">
              <a:spcBef>
                <a:spcPts val="0"/>
              </a:spcBef>
              <a:buSzTx/>
              <a:buFontTx/>
              <a:buNone/>
              <a:defRPr sz="36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indent="0">
              <a:spcBef>
                <a:spcPts val="0"/>
              </a:spcBef>
              <a:buSzTx/>
              <a:buFontTx/>
              <a:buNone/>
              <a:defRPr sz="36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indent="0">
              <a:spcBef>
                <a:spcPts val="0"/>
              </a:spcBef>
              <a:buSzTx/>
              <a:buFontTx/>
              <a:buNone/>
              <a:defRPr sz="36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indent="0">
              <a:spcBef>
                <a:spcPts val="0"/>
              </a:spcBef>
              <a:buSzTx/>
              <a:buFontTx/>
              <a:buNone/>
              <a:defRPr sz="3600">
                <a:latin typeface="Helvetica Neue"/>
                <a:ea typeface="Helvetica Neue"/>
                <a:cs typeface="Helvetica Neue"/>
                <a:sym typeface="Helvetica Neue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5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Line"/>
          <p:cNvSpPr/>
          <p:nvPr/>
        </p:nvSpPr>
        <p:spPr>
          <a:xfrm>
            <a:off x="14147800" y="11214100"/>
            <a:ext cx="0" cy="2000430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23" name="dv1989002_2917x1947.jpeg"/>
          <p:cNvSpPr>
            <a:spLocks noGrp="1"/>
          </p:cNvSpPr>
          <p:nvPr>
            <p:ph type="pic" idx="21"/>
          </p:nvPr>
        </p:nvSpPr>
        <p:spPr>
          <a:xfrm>
            <a:off x="-88900" y="-38100"/>
            <a:ext cx="35966400" cy="21882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4" name="Title Text"/>
          <p:cNvSpPr txBox="1">
            <a:spLocks noGrp="1"/>
          </p:cNvSpPr>
          <p:nvPr>
            <p:ph type="title"/>
          </p:nvPr>
        </p:nvSpPr>
        <p:spPr>
          <a:xfrm>
            <a:off x="2641600" y="10947400"/>
            <a:ext cx="10858500" cy="2387600"/>
          </a:xfrm>
          <a:prstGeom prst="rect">
            <a:avLst/>
          </a:prstGeom>
        </p:spPr>
        <p:txBody>
          <a:bodyPr anchor="ctr"/>
          <a:lstStyle>
            <a:lvl1pPr algn="r"/>
          </a:lstStyle>
          <a:p>
            <a:r>
              <a:t>Title Text</a:t>
            </a:r>
          </a:p>
        </p:txBody>
      </p:sp>
      <p:sp>
        <p:nvSpPr>
          <p:cNvPr id="25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4719300" y="11938000"/>
            <a:ext cx="9283700" cy="7112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FontTx/>
              <a:buNone/>
              <a:defRPr sz="36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indent="0">
              <a:spcBef>
                <a:spcPts val="0"/>
              </a:spcBef>
              <a:buSzTx/>
              <a:buFontTx/>
              <a:buNone/>
              <a:defRPr sz="36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indent="0">
              <a:spcBef>
                <a:spcPts val="0"/>
              </a:spcBef>
              <a:buSzTx/>
              <a:buFontTx/>
              <a:buNone/>
              <a:defRPr sz="36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indent="0">
              <a:spcBef>
                <a:spcPts val="0"/>
              </a:spcBef>
              <a:buSzTx/>
              <a:buFontTx/>
              <a:buNone/>
              <a:defRPr sz="36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indent="0">
              <a:spcBef>
                <a:spcPts val="0"/>
              </a:spcBef>
              <a:buSzTx/>
              <a:buFontTx/>
              <a:buNone/>
              <a:defRPr sz="3600">
                <a:latin typeface="Helvetica Neue"/>
                <a:ea typeface="Helvetica Neue"/>
                <a:cs typeface="Helvetica Neue"/>
                <a:sym typeface="Helvetica Neue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6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- Cen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Text"/>
          <p:cNvSpPr txBox="1">
            <a:spLocks noGrp="1"/>
          </p:cNvSpPr>
          <p:nvPr>
            <p:ph type="title"/>
          </p:nvPr>
        </p:nvSpPr>
        <p:spPr>
          <a:xfrm>
            <a:off x="1066800" y="4622800"/>
            <a:ext cx="22237700" cy="4470400"/>
          </a:xfrm>
          <a:prstGeom prst="rect">
            <a:avLst/>
          </a:prstGeom>
        </p:spPr>
        <p:txBody>
          <a:bodyPr anchor="ctr"/>
          <a:lstStyle/>
          <a:p>
            <a:r>
              <a:t>Title Text</a:t>
            </a:r>
          </a:p>
        </p:txBody>
      </p:sp>
      <p:sp>
        <p:nvSpPr>
          <p:cNvPr id="34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Line"/>
          <p:cNvSpPr/>
          <p:nvPr/>
        </p:nvSpPr>
        <p:spPr>
          <a:xfrm>
            <a:off x="1066800" y="6845300"/>
            <a:ext cx="10002141" cy="0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42" name="dv1989002_2917x1947.jpeg"/>
          <p:cNvSpPr>
            <a:spLocks noGrp="1"/>
          </p:cNvSpPr>
          <p:nvPr>
            <p:ph type="pic" idx="21"/>
          </p:nvPr>
        </p:nvSpPr>
        <p:spPr>
          <a:xfrm>
            <a:off x="9867900" y="-12700"/>
            <a:ext cx="20929600" cy="13982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43" name="Title Text"/>
          <p:cNvSpPr txBox="1">
            <a:spLocks noGrp="1"/>
          </p:cNvSpPr>
          <p:nvPr>
            <p:ph type="title"/>
          </p:nvPr>
        </p:nvSpPr>
        <p:spPr>
          <a:xfrm>
            <a:off x="1066800" y="2019300"/>
            <a:ext cx="10007600" cy="44704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066800" y="7213600"/>
            <a:ext cx="10007600" cy="44704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FontTx/>
              <a:buNone/>
              <a:defRPr sz="36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indent="0">
              <a:spcBef>
                <a:spcPts val="0"/>
              </a:spcBef>
              <a:buSzTx/>
              <a:buFontTx/>
              <a:buNone/>
              <a:defRPr sz="36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indent="0">
              <a:spcBef>
                <a:spcPts val="0"/>
              </a:spcBef>
              <a:buSzTx/>
              <a:buFontTx/>
              <a:buNone/>
              <a:defRPr sz="36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indent="0">
              <a:spcBef>
                <a:spcPts val="0"/>
              </a:spcBef>
              <a:buSzTx/>
              <a:buFontTx/>
              <a:buNone/>
              <a:defRPr sz="36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indent="0">
              <a:spcBef>
                <a:spcPts val="0"/>
              </a:spcBef>
              <a:buSzTx/>
              <a:buFontTx/>
              <a:buNone/>
              <a:defRPr sz="3600">
                <a:latin typeface="Helvetica Neue"/>
                <a:ea typeface="Helvetica Neue"/>
                <a:cs typeface="Helvetica Neue"/>
                <a:sym typeface="Helvetica Neue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5" name="01"/>
          <p:cNvSpPr txBox="1">
            <a:spLocks noGrp="1"/>
          </p:cNvSpPr>
          <p:nvPr>
            <p:ph type="sldNum" sz="quarter" idx="2"/>
          </p:nvPr>
        </p:nvSpPr>
        <p:spPr>
          <a:xfrm>
            <a:off x="952499" y="12985800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3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1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2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Line"/>
          <p:cNvSpPr/>
          <p:nvPr/>
        </p:nvSpPr>
        <p:spPr>
          <a:xfrm>
            <a:off x="1066800" y="2768600"/>
            <a:ext cx="9512612" cy="186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70" name="stk213280rke_1478x2200.jpeg"/>
          <p:cNvSpPr>
            <a:spLocks noGrp="1"/>
          </p:cNvSpPr>
          <p:nvPr>
            <p:ph type="pic" idx="21"/>
          </p:nvPr>
        </p:nvSpPr>
        <p:spPr>
          <a:xfrm>
            <a:off x="12052300" y="-1016000"/>
            <a:ext cx="12788900" cy="190373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71" name="Title Text"/>
          <p:cNvSpPr txBox="1">
            <a:spLocks noGrp="1"/>
          </p:cNvSpPr>
          <p:nvPr>
            <p:ph type="title"/>
          </p:nvPr>
        </p:nvSpPr>
        <p:spPr>
          <a:xfrm>
            <a:off x="1066800" y="469900"/>
            <a:ext cx="9525000" cy="19685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72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066800" y="3124200"/>
            <a:ext cx="9525000" cy="9372600"/>
          </a:xfrm>
          <a:prstGeom prst="rect">
            <a:avLst/>
          </a:prstGeom>
        </p:spPr>
        <p:txBody>
          <a:bodyPr/>
          <a:lstStyle>
            <a:lvl1pPr marL="457200" indent="-457200">
              <a:spcBef>
                <a:spcPts val="4200"/>
              </a:spcBef>
              <a:defRPr sz="36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indent="-457200">
              <a:spcBef>
                <a:spcPts val="4200"/>
              </a:spcBef>
              <a:defRPr sz="36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indent="-457200">
              <a:spcBef>
                <a:spcPts val="4200"/>
              </a:spcBef>
              <a:defRPr sz="36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indent="-457200">
              <a:spcBef>
                <a:spcPts val="4200"/>
              </a:spcBef>
              <a:defRPr sz="36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indent="-457200">
              <a:spcBef>
                <a:spcPts val="4200"/>
              </a:spcBef>
              <a:defRPr sz="3600">
                <a:latin typeface="Helvetica Neue"/>
                <a:ea typeface="Helvetica Neue"/>
                <a:cs typeface="Helvetica Neue"/>
                <a:sym typeface="Helvetica Neue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3" name="01"/>
          <p:cNvSpPr txBox="1">
            <a:spLocks noGrp="1"/>
          </p:cNvSpPr>
          <p:nvPr>
            <p:ph type="sldNum" sz="quarter" idx="2"/>
          </p:nvPr>
        </p:nvSpPr>
        <p:spPr>
          <a:xfrm>
            <a:off x="957643" y="12985800"/>
            <a:ext cx="368504" cy="374600"/>
          </a:xfrm>
          <a:prstGeom prst="rect">
            <a:avLst/>
          </a:prstGeom>
        </p:spPr>
        <p:txBody>
          <a:bodyPr/>
          <a:lstStyle>
            <a:lvl1pPr algn="l"/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Body Level One…"/>
          <p:cNvSpPr txBox="1">
            <a:spLocks noGrp="1"/>
          </p:cNvSpPr>
          <p:nvPr>
            <p:ph type="body" idx="1"/>
          </p:nvPr>
        </p:nvSpPr>
        <p:spPr>
          <a:xfrm>
            <a:off x="1663700" y="1244600"/>
            <a:ext cx="21031200" cy="11201400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1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Line"/>
          <p:cNvSpPr/>
          <p:nvPr/>
        </p:nvSpPr>
        <p:spPr>
          <a:xfrm flipH="1">
            <a:off x="15811739" y="711200"/>
            <a:ext cx="1" cy="11143606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89" name="Line"/>
          <p:cNvSpPr/>
          <p:nvPr/>
        </p:nvSpPr>
        <p:spPr>
          <a:xfrm>
            <a:off x="15811500" y="6277570"/>
            <a:ext cx="7763085" cy="1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90" name="phaagb000019_1928x1287.jpeg"/>
          <p:cNvSpPr>
            <a:spLocks noGrp="1"/>
          </p:cNvSpPr>
          <p:nvPr>
            <p:ph type="pic" sz="quarter" idx="21"/>
          </p:nvPr>
        </p:nvSpPr>
        <p:spPr>
          <a:xfrm>
            <a:off x="15930593" y="6426200"/>
            <a:ext cx="9151185" cy="610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91" name="stk213280rke_1478x2200.jpeg"/>
          <p:cNvSpPr>
            <a:spLocks noGrp="1"/>
          </p:cNvSpPr>
          <p:nvPr>
            <p:ph type="pic" sz="half" idx="22"/>
          </p:nvPr>
        </p:nvSpPr>
        <p:spPr>
          <a:xfrm>
            <a:off x="15900400" y="-152400"/>
            <a:ext cx="7785100" cy="115951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92" name="200171796-001_2955x2154.jpeg"/>
          <p:cNvSpPr>
            <a:spLocks noGrp="1"/>
          </p:cNvSpPr>
          <p:nvPr>
            <p:ph type="pic" idx="23"/>
          </p:nvPr>
        </p:nvSpPr>
        <p:spPr>
          <a:xfrm>
            <a:off x="622300" y="711200"/>
            <a:ext cx="15544800" cy="113284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9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977900" y="12179300"/>
            <a:ext cx="14579600" cy="1320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FontTx/>
              <a:buNone/>
              <a:defRPr sz="36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indent="0">
              <a:spcBef>
                <a:spcPts val="0"/>
              </a:spcBef>
              <a:buSzTx/>
              <a:buFontTx/>
              <a:buNone/>
              <a:defRPr sz="36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indent="0">
              <a:spcBef>
                <a:spcPts val="0"/>
              </a:spcBef>
              <a:buSzTx/>
              <a:buFontTx/>
              <a:buNone/>
              <a:defRPr sz="36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indent="0">
              <a:spcBef>
                <a:spcPts val="0"/>
              </a:spcBef>
              <a:buSzTx/>
              <a:buFontTx/>
              <a:buNone/>
              <a:defRPr sz="36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indent="0">
              <a:spcBef>
                <a:spcPts val="0"/>
              </a:spcBef>
              <a:buSzTx/>
              <a:buFontTx/>
              <a:buNone/>
              <a:defRPr sz="3600">
                <a:latin typeface="Helvetica Neue"/>
                <a:ea typeface="Helvetica Neue"/>
                <a:cs typeface="Helvetica Neue"/>
                <a:sym typeface="Helvetica Neue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4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–Johnny Appleseed"/>
          <p:cNvSpPr txBox="1">
            <a:spLocks noGrp="1"/>
          </p:cNvSpPr>
          <p:nvPr>
            <p:ph type="body" sz="quarter" idx="21"/>
          </p:nvPr>
        </p:nvSpPr>
        <p:spPr>
          <a:xfrm>
            <a:off x="2387600" y="8953500"/>
            <a:ext cx="19621500" cy="6477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 defTabSz="647700">
              <a:spcBef>
                <a:spcPts val="0"/>
              </a:spcBef>
              <a:buSzTx/>
              <a:buFontTx/>
              <a:buNone/>
              <a:defRPr sz="36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–Johnny Appleseed</a:t>
            </a:r>
          </a:p>
        </p:txBody>
      </p:sp>
      <p:sp>
        <p:nvSpPr>
          <p:cNvPr id="102" name="“Type a quote here.”"/>
          <p:cNvSpPr txBox="1">
            <a:spLocks noGrp="1"/>
          </p:cNvSpPr>
          <p:nvPr>
            <p:ph type="body" sz="quarter" idx="22"/>
          </p:nvPr>
        </p:nvSpPr>
        <p:spPr>
          <a:xfrm>
            <a:off x="2387600" y="6061864"/>
            <a:ext cx="19621500" cy="944572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 algn="ctr" defTabSz="647700">
              <a:spcBef>
                <a:spcPts val="3400"/>
              </a:spcBef>
              <a:buSzTx/>
              <a:buFontTx/>
              <a:buNone/>
              <a:defRPr sz="5600"/>
            </a:lvl1pPr>
          </a:lstStyle>
          <a:p>
            <a:r>
              <a:t>“Type a quote here.”</a:t>
            </a:r>
          </a:p>
        </p:txBody>
      </p:sp>
      <p:sp>
        <p:nvSpPr>
          <p:cNvPr id="103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200171796-001_2955x2154.jpeg"/>
          <p:cNvSpPr>
            <a:spLocks noGrp="1"/>
          </p:cNvSpPr>
          <p:nvPr>
            <p:ph type="pic" idx="21"/>
          </p:nvPr>
        </p:nvSpPr>
        <p:spPr>
          <a:xfrm>
            <a:off x="-12700" y="-25400"/>
            <a:ext cx="24384000" cy="1777432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11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"/>
          <p:cNvSpPr/>
          <p:nvPr/>
        </p:nvSpPr>
        <p:spPr>
          <a:xfrm>
            <a:off x="1066800" y="2768600"/>
            <a:ext cx="22252698" cy="182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3" name="Title Text"/>
          <p:cNvSpPr txBox="1">
            <a:spLocks noGrp="1"/>
          </p:cNvSpPr>
          <p:nvPr>
            <p:ph type="title"/>
          </p:nvPr>
        </p:nvSpPr>
        <p:spPr>
          <a:xfrm>
            <a:off x="1066800" y="469900"/>
            <a:ext cx="22237700" cy="1968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b">
            <a:normAutofit/>
          </a:bodyPr>
          <a:lstStyle/>
          <a:p>
            <a:r>
              <a:t>Title Text</a:t>
            </a:r>
          </a:p>
        </p:txBody>
      </p:sp>
      <p:sp>
        <p:nvSpPr>
          <p:cNvPr id="4" name="01"/>
          <p:cNvSpPr txBox="1">
            <a:spLocks noGrp="1"/>
          </p:cNvSpPr>
          <p:nvPr>
            <p:ph type="sldNum" sz="quarter" idx="2"/>
          </p:nvPr>
        </p:nvSpPr>
        <p:spPr>
          <a:xfrm>
            <a:off x="23216221" y="12985800"/>
            <a:ext cx="368504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r"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5" name="Body Level One…"/>
          <p:cNvSpPr txBox="1">
            <a:spLocks noGrp="1"/>
          </p:cNvSpPr>
          <p:nvPr>
            <p:ph type="body" idx="1"/>
          </p:nvPr>
        </p:nvSpPr>
        <p:spPr>
          <a:xfrm>
            <a:off x="1066800" y="3124200"/>
            <a:ext cx="22237700" cy="9372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med"/>
  <p:txStyles>
    <p:titleStyle>
      <a:lvl1pPr marL="0" marR="0" indent="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Light"/>
        </a:defRPr>
      </a:lvl9pPr>
    </p:titleStyle>
    <p:bodyStyle>
      <a:lvl1pPr marL="635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 typeface="Helvetica Neue"/>
        <a:buChar char="•"/>
        <a:tabLst/>
        <a:defRPr sz="5000" b="0" i="0" u="none" strike="noStrike" cap="none" spc="0" baseline="0">
          <a:solidFill>
            <a:srgbClr val="747474"/>
          </a:solidFill>
          <a:uFillTx/>
          <a:latin typeface="+mn-lt"/>
          <a:ea typeface="+mn-ea"/>
          <a:cs typeface="+mn-cs"/>
          <a:sym typeface="Helvetica Neue Light"/>
        </a:defRPr>
      </a:lvl1pPr>
      <a:lvl2pPr marL="1270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 typeface="Helvetica Neue"/>
        <a:buChar char="•"/>
        <a:tabLst/>
        <a:defRPr sz="5000" b="0" i="0" u="none" strike="noStrike" cap="none" spc="0" baseline="0">
          <a:solidFill>
            <a:srgbClr val="747474"/>
          </a:solidFill>
          <a:uFillTx/>
          <a:latin typeface="+mn-lt"/>
          <a:ea typeface="+mn-ea"/>
          <a:cs typeface="+mn-cs"/>
          <a:sym typeface="Helvetica Neue Light"/>
        </a:defRPr>
      </a:lvl2pPr>
      <a:lvl3pPr marL="1905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 typeface="Helvetica Neue"/>
        <a:buChar char="•"/>
        <a:tabLst/>
        <a:defRPr sz="5000" b="0" i="0" u="none" strike="noStrike" cap="none" spc="0" baseline="0">
          <a:solidFill>
            <a:srgbClr val="747474"/>
          </a:solidFill>
          <a:uFillTx/>
          <a:latin typeface="+mn-lt"/>
          <a:ea typeface="+mn-ea"/>
          <a:cs typeface="+mn-cs"/>
          <a:sym typeface="Helvetica Neue Light"/>
        </a:defRPr>
      </a:lvl3pPr>
      <a:lvl4pPr marL="2540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 typeface="Helvetica Neue"/>
        <a:buChar char="•"/>
        <a:tabLst/>
        <a:defRPr sz="5000" b="0" i="0" u="none" strike="noStrike" cap="none" spc="0" baseline="0">
          <a:solidFill>
            <a:srgbClr val="747474"/>
          </a:solidFill>
          <a:uFillTx/>
          <a:latin typeface="+mn-lt"/>
          <a:ea typeface="+mn-ea"/>
          <a:cs typeface="+mn-cs"/>
          <a:sym typeface="Helvetica Neue Light"/>
        </a:defRPr>
      </a:lvl4pPr>
      <a:lvl5pPr marL="3175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 typeface="Helvetica Neue"/>
        <a:buChar char="•"/>
        <a:tabLst/>
        <a:defRPr sz="5000" b="0" i="0" u="none" strike="noStrike" cap="none" spc="0" baseline="0">
          <a:solidFill>
            <a:srgbClr val="747474"/>
          </a:solidFill>
          <a:uFillTx/>
          <a:latin typeface="+mn-lt"/>
          <a:ea typeface="+mn-ea"/>
          <a:cs typeface="+mn-cs"/>
          <a:sym typeface="Helvetica Neue Light"/>
        </a:defRPr>
      </a:lvl5pPr>
      <a:lvl6pPr marL="3810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 typeface="Helvetica Neue"/>
        <a:buChar char="•"/>
        <a:tabLst/>
        <a:defRPr sz="5000" b="0" i="0" u="none" strike="noStrike" cap="none" spc="0" baseline="0">
          <a:solidFill>
            <a:srgbClr val="747474"/>
          </a:solidFill>
          <a:uFillTx/>
          <a:latin typeface="+mn-lt"/>
          <a:ea typeface="+mn-ea"/>
          <a:cs typeface="+mn-cs"/>
          <a:sym typeface="Helvetica Neue Light"/>
        </a:defRPr>
      </a:lvl6pPr>
      <a:lvl7pPr marL="4445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 typeface="Helvetica Neue"/>
        <a:buChar char="•"/>
        <a:tabLst/>
        <a:defRPr sz="5000" b="0" i="0" u="none" strike="noStrike" cap="none" spc="0" baseline="0">
          <a:solidFill>
            <a:srgbClr val="747474"/>
          </a:solidFill>
          <a:uFillTx/>
          <a:latin typeface="+mn-lt"/>
          <a:ea typeface="+mn-ea"/>
          <a:cs typeface="+mn-cs"/>
          <a:sym typeface="Helvetica Neue Light"/>
        </a:defRPr>
      </a:lvl7pPr>
      <a:lvl8pPr marL="5080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 typeface="Helvetica Neue"/>
        <a:buChar char="•"/>
        <a:tabLst/>
        <a:defRPr sz="5000" b="0" i="0" u="none" strike="noStrike" cap="none" spc="0" baseline="0">
          <a:solidFill>
            <a:srgbClr val="747474"/>
          </a:solidFill>
          <a:uFillTx/>
          <a:latin typeface="+mn-lt"/>
          <a:ea typeface="+mn-ea"/>
          <a:cs typeface="+mn-cs"/>
          <a:sym typeface="Helvetica Neue Light"/>
        </a:defRPr>
      </a:lvl8pPr>
      <a:lvl9pPr marL="5715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 typeface="Helvetica Neue"/>
        <a:buChar char="•"/>
        <a:tabLst/>
        <a:defRPr sz="5000" b="0" i="0" u="none" strike="noStrike" cap="none" spc="0" baseline="0">
          <a:solidFill>
            <a:srgbClr val="747474"/>
          </a:solidFill>
          <a:uFillTx/>
          <a:latin typeface="+mn-lt"/>
          <a:ea typeface="+mn-ea"/>
          <a:cs typeface="+mn-cs"/>
          <a:sym typeface="Helvetica Neue Light"/>
        </a:defRPr>
      </a:lvl9pPr>
    </p:bodyStyle>
    <p:otherStyle>
      <a:lvl1pPr marL="0" marR="0" indent="0" algn="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228600" algn="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457200" algn="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685800" algn="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914400" algn="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1143000" algn="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1371600" algn="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1600200" algn="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1828800" algn="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GitHub.com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s://tutors.dev/course/wit-hdip-comp-sci-2024" TargetMode="Externa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it-hdip-comp-sci-2021.github.io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20.png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Accessing the Tutors Course Webs"/>
          <p:cNvSpPr txBox="1">
            <a:spLocks noGrp="1"/>
          </p:cNvSpPr>
          <p:nvPr>
            <p:ph type="ctrTitle"/>
          </p:nvPr>
        </p:nvSpPr>
        <p:spPr>
          <a:xfrm>
            <a:off x="1784769" y="1854200"/>
            <a:ext cx="22237701" cy="4470400"/>
          </a:xfrm>
          <a:prstGeom prst="rect">
            <a:avLst/>
          </a:prstGeom>
        </p:spPr>
        <p:txBody>
          <a:bodyPr/>
          <a:lstStyle/>
          <a:p>
            <a:r>
              <a:t>Accessing the Tutors Course Webs</a:t>
            </a:r>
          </a:p>
        </p:txBody>
      </p:sp>
      <p:sp>
        <p:nvSpPr>
          <p:cNvPr id="128" name="Github, Tutors + TutorsTime/Live"/>
          <p:cNvSpPr txBox="1"/>
          <p:nvPr/>
        </p:nvSpPr>
        <p:spPr>
          <a:xfrm>
            <a:off x="4147183" y="7772086"/>
            <a:ext cx="9025891" cy="845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Github, Tutors + TutorsTime/Live</a:t>
            </a:r>
          </a:p>
        </p:txBody>
      </p:sp>
      <p:sp>
        <p:nvSpPr>
          <p:cNvPr id="129" name="01"/>
          <p:cNvSpPr txBox="1">
            <a:spLocks noGrp="1"/>
          </p:cNvSpPr>
          <p:nvPr>
            <p:ph type="sldNum" sz="quarter" idx="2"/>
          </p:nvPr>
        </p:nvSpPr>
        <p:spPr>
          <a:xfrm>
            <a:off x="23343323" y="12985800"/>
            <a:ext cx="241402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</a:t>
            </a:fld>
            <a:endParaRPr/>
          </a:p>
        </p:txBody>
      </p:sp>
      <p:pic>
        <p:nvPicPr>
          <p:cNvPr id="130" name="Unknown.png" descr="Unkn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5267" y="9575213"/>
            <a:ext cx="2081004" cy="2081005"/>
          </a:xfrm>
          <a:prstGeom prst="rect">
            <a:avLst/>
          </a:prstGeom>
          <a:ln w="12700">
            <a:miter lim="400000"/>
          </a:ln>
        </p:spPr>
      </p:pic>
      <p:pic>
        <p:nvPicPr>
          <p:cNvPr id="132" name="tutors-dark.png" descr="tutors-dark.png"/>
          <p:cNvPicPr>
            <a:picLocks noChangeAspect="1"/>
          </p:cNvPicPr>
          <p:nvPr/>
        </p:nvPicPr>
        <p:blipFill>
          <a:blip r:embed="rId3"/>
          <a:srcRect l="18573" t="16527" r="55023" b="16527"/>
          <a:stretch>
            <a:fillRect/>
          </a:stretch>
        </p:blipFill>
        <p:spPr>
          <a:xfrm>
            <a:off x="5592018" y="9340357"/>
            <a:ext cx="3353179" cy="2550577"/>
          </a:xfrm>
          <a:prstGeom prst="rect">
            <a:avLst/>
          </a:prstGeom>
          <a:ln w="12700">
            <a:miter lim="400000"/>
          </a:ln>
        </p:spPr>
      </p:pic>
      <p:pic>
        <p:nvPicPr>
          <p:cNvPr id="133" name="Screenshot 2023-12-12 at 17.32.48.png" descr="Screenshot 2023-12-12 at 17.32.4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25250" y="9702622"/>
            <a:ext cx="1922668" cy="1922669"/>
          </a:xfrm>
          <a:prstGeom prst="rect">
            <a:avLst/>
          </a:prstGeom>
          <a:ln w="12700">
            <a:miter lim="400000"/>
          </a:ln>
        </p:spPr>
      </p:pic>
      <p:pic>
        <p:nvPicPr>
          <p:cNvPr id="134" name="Screenshot 2023-12-12 at 17.33.08.png" descr="Screenshot 2023-12-12 at 17.33.0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90963" y="9702622"/>
            <a:ext cx="1922669" cy="1922669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6" name="Picture 2" descr=" Higher Diploma in Computer Science 2025">
            <a:extLst>
              <a:ext uri="{FF2B5EF4-FFF2-40B4-BE49-F238E27FC236}">
                <a16:creationId xmlns:a16="http://schemas.microsoft.com/office/drawing/2014/main" id="{710EA3FA-C2DA-ADD5-B2DB-0DAB5BC145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80556" y="2393485"/>
            <a:ext cx="8492817" cy="8492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B945E7D-2097-B4AF-86CA-F8ACBC76A3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190" y="2172857"/>
            <a:ext cx="12241442" cy="7329489"/>
          </a:xfrm>
          <a:prstGeom prst="rect">
            <a:avLst/>
          </a:prstGeom>
        </p:spPr>
      </p:pic>
      <p:sp>
        <p:nvSpPr>
          <p:cNvPr id="137" name="If you do NOT have a Github account visit GitHub.com…"/>
          <p:cNvSpPr txBox="1"/>
          <p:nvPr/>
        </p:nvSpPr>
        <p:spPr>
          <a:xfrm>
            <a:off x="849183" y="1634563"/>
            <a:ext cx="6414377" cy="4655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r>
              <a:t>If you do NOT have a Github account visit </a:t>
            </a:r>
            <a:r>
              <a:rPr u="sng">
                <a:hlinkClick r:id="rId3"/>
              </a:rPr>
              <a:t>GitHub.com</a:t>
            </a:r>
          </a:p>
          <a:p>
            <a:r>
              <a:t>&amp; sign up for a new account (instructions on next slides)</a:t>
            </a:r>
          </a:p>
        </p:txBody>
      </p:sp>
      <p:sp>
        <p:nvSpPr>
          <p:cNvPr id="138" name="01"/>
          <p:cNvSpPr txBox="1">
            <a:spLocks noGrp="1"/>
          </p:cNvSpPr>
          <p:nvPr>
            <p:ph type="sldNum" sz="quarter" idx="2"/>
          </p:nvPr>
        </p:nvSpPr>
        <p:spPr>
          <a:xfrm>
            <a:off x="22584700" y="12865300"/>
            <a:ext cx="1226361" cy="39928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/>
          <a:lstStyle>
            <a:lvl1pPr>
              <a:defRPr sz="2000"/>
            </a:lvl1pPr>
          </a:lstStyle>
          <a:p>
            <a:fld id="{86CB4B4D-7CA3-9044-876B-883B54F8677D}" type="slidenum">
              <a:rPr/>
              <a:t>2</a:t>
            </a:fld>
            <a:endParaRPr/>
          </a:p>
        </p:txBody>
      </p:sp>
      <p:sp>
        <p:nvSpPr>
          <p:cNvPr id="139" name="If you DO have a Github account - please configure your Github profile as shown on slides 7 &amp; 8 below"/>
          <p:cNvSpPr txBox="1"/>
          <p:nvPr/>
        </p:nvSpPr>
        <p:spPr>
          <a:xfrm>
            <a:off x="769923" y="7851096"/>
            <a:ext cx="6572897" cy="3893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r>
              <a:t>If you DO have a Github account - please configure your Github profile as shown on slides 7 &amp; 8 below</a:t>
            </a:r>
          </a:p>
        </p:txBody>
      </p:sp>
      <p:sp>
        <p:nvSpPr>
          <p:cNvPr id="140" name="Use any username you like"/>
          <p:cNvSpPr txBox="1"/>
          <p:nvPr/>
        </p:nvSpPr>
        <p:spPr>
          <a:xfrm>
            <a:off x="18690439" y="9797687"/>
            <a:ext cx="4763006" cy="24109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r>
              <a:rPr dirty="0"/>
              <a:t>Use any username you </a:t>
            </a:r>
            <a:r>
              <a:rPr dirty="0" err="1"/>
              <a:t>ike</a:t>
            </a:r>
            <a:endParaRPr dirty="0"/>
          </a:p>
        </p:txBody>
      </p:sp>
      <p:sp>
        <p:nvSpPr>
          <p:cNvPr id="141" name="Use any Email address you like (you will need to verify)"/>
          <p:cNvSpPr txBox="1"/>
          <p:nvPr/>
        </p:nvSpPr>
        <p:spPr>
          <a:xfrm>
            <a:off x="19382418" y="5824050"/>
            <a:ext cx="4763006" cy="3131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r>
              <a:rPr dirty="0"/>
              <a:t>Use any Email address you like (you will need to verify)</a:t>
            </a:r>
          </a:p>
        </p:txBody>
      </p:sp>
      <p:sp>
        <p:nvSpPr>
          <p:cNvPr id="142" name="Line"/>
          <p:cNvSpPr/>
          <p:nvPr/>
        </p:nvSpPr>
        <p:spPr>
          <a:xfrm flipH="1" flipV="1">
            <a:off x="14741611" y="5824050"/>
            <a:ext cx="4640806" cy="1033948"/>
          </a:xfrm>
          <a:prstGeom prst="line">
            <a:avLst/>
          </a:prstGeom>
          <a:ln w="88900">
            <a:solidFill>
              <a:srgbClr val="ABABAB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143" name="Line"/>
          <p:cNvSpPr/>
          <p:nvPr/>
        </p:nvSpPr>
        <p:spPr>
          <a:xfrm flipH="1" flipV="1">
            <a:off x="13515827" y="8106032"/>
            <a:ext cx="5174612" cy="2897113"/>
          </a:xfrm>
          <a:prstGeom prst="line">
            <a:avLst/>
          </a:prstGeom>
          <a:ln w="88900">
            <a:solidFill>
              <a:srgbClr val="ABABAB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endParaRPr/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Screenshot 2020-12-16 at 10.50.45.png" descr="Screenshot 2020-12-16 at 10.50.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7947" y="-1"/>
            <a:ext cx="11573244" cy="13716001"/>
          </a:xfrm>
          <a:prstGeom prst="rect">
            <a:avLst/>
          </a:prstGeom>
          <a:ln w="12700">
            <a:miter lim="400000"/>
          </a:ln>
        </p:spPr>
      </p:pic>
      <p:sp>
        <p:nvSpPr>
          <p:cNvPr id="146" name="You may be asked to fill out a quick survey…"/>
          <p:cNvSpPr txBox="1"/>
          <p:nvPr/>
        </p:nvSpPr>
        <p:spPr>
          <a:xfrm>
            <a:off x="2811995" y="4911409"/>
            <a:ext cx="7187359" cy="3893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r>
              <a:rPr dirty="0"/>
              <a:t>You may be asked to fill out a quick survey</a:t>
            </a:r>
          </a:p>
          <a:p>
            <a:endParaRPr dirty="0"/>
          </a:p>
          <a:p>
            <a:r>
              <a:rPr dirty="0"/>
              <a:t>Select any survey responses you like</a:t>
            </a:r>
          </a:p>
        </p:txBody>
      </p:sp>
      <p:sp>
        <p:nvSpPr>
          <p:cNvPr id="147" name="01"/>
          <p:cNvSpPr txBox="1">
            <a:spLocks noGrp="1"/>
          </p:cNvSpPr>
          <p:nvPr>
            <p:ph type="sldNum" sz="quarter" idx="2"/>
          </p:nvPr>
        </p:nvSpPr>
        <p:spPr>
          <a:xfrm>
            <a:off x="23343323" y="12985800"/>
            <a:ext cx="241402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3</a:t>
            </a:fld>
            <a:endParaRPr/>
          </a:p>
        </p:txBody>
      </p:sp>
      <p:sp>
        <p:nvSpPr>
          <p:cNvPr id="148" name="Line"/>
          <p:cNvSpPr/>
          <p:nvPr/>
        </p:nvSpPr>
        <p:spPr>
          <a:xfrm flipV="1">
            <a:off x="10269601" y="5840269"/>
            <a:ext cx="2835389" cy="647090"/>
          </a:xfrm>
          <a:prstGeom prst="line">
            <a:avLst/>
          </a:prstGeom>
          <a:ln w="88900">
            <a:solidFill>
              <a:srgbClr val="ABABAB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149" name="Line"/>
          <p:cNvSpPr/>
          <p:nvPr/>
        </p:nvSpPr>
        <p:spPr>
          <a:xfrm>
            <a:off x="10142600" y="8171622"/>
            <a:ext cx="2842127" cy="1023871"/>
          </a:xfrm>
          <a:prstGeom prst="line">
            <a:avLst/>
          </a:prstGeom>
          <a:ln w="88900">
            <a:solidFill>
              <a:srgbClr val="ABABAB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150" name="Line"/>
          <p:cNvSpPr/>
          <p:nvPr/>
        </p:nvSpPr>
        <p:spPr>
          <a:xfrm>
            <a:off x="10269601" y="7323997"/>
            <a:ext cx="2826180" cy="1"/>
          </a:xfrm>
          <a:prstGeom prst="line">
            <a:avLst/>
          </a:prstGeom>
          <a:ln w="88900">
            <a:solidFill>
              <a:srgbClr val="ABABAB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endParaRPr/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01"/>
          <p:cNvSpPr txBox="1">
            <a:spLocks noGrp="1"/>
          </p:cNvSpPr>
          <p:nvPr>
            <p:ph type="sldNum" sz="quarter" idx="2"/>
          </p:nvPr>
        </p:nvSpPr>
        <p:spPr>
          <a:xfrm>
            <a:off x="23343323" y="12985800"/>
            <a:ext cx="241402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4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FBC0C0-F945-15F9-331C-9219C17907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2614" y="1913620"/>
            <a:ext cx="10648493" cy="9416243"/>
          </a:xfrm>
          <a:prstGeom prst="rect">
            <a:avLst/>
          </a:prstGeom>
        </p:spPr>
      </p:pic>
      <p:sp>
        <p:nvSpPr>
          <p:cNvPr id="4" name="To proceed you will need to verify your email address">
            <a:extLst>
              <a:ext uri="{FF2B5EF4-FFF2-40B4-BE49-F238E27FC236}">
                <a16:creationId xmlns:a16="http://schemas.microsoft.com/office/drawing/2014/main" id="{52CBC559-2FB2-03DF-F8DC-843376B1D983}"/>
              </a:ext>
            </a:extLst>
          </p:cNvPr>
          <p:cNvSpPr txBox="1"/>
          <p:nvPr/>
        </p:nvSpPr>
        <p:spPr>
          <a:xfrm>
            <a:off x="2275023" y="5801003"/>
            <a:ext cx="7187359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r>
              <a:rPr dirty="0"/>
              <a:t>To proceed you </a:t>
            </a:r>
            <a:r>
              <a:rPr lang="en-IE" dirty="0"/>
              <a:t>may be asked to solve a puzzle</a:t>
            </a:r>
            <a:endParaRPr dirty="0"/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41102-EBD3-D37B-ADC4-8B2C581DA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01">
            <a:extLst>
              <a:ext uri="{FF2B5EF4-FFF2-40B4-BE49-F238E27FC236}">
                <a16:creationId xmlns:a16="http://schemas.microsoft.com/office/drawing/2014/main" id="{FDAB381C-ABC6-6DCE-CDAB-EB1D6A0BDF4B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23343323" y="12985800"/>
            <a:ext cx="241402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5</a:t>
            </a:fld>
            <a:endParaRPr/>
          </a:p>
        </p:txBody>
      </p:sp>
      <p:sp>
        <p:nvSpPr>
          <p:cNvPr id="2" name="To proceed you will need to verify your email address"/>
          <p:cNvSpPr txBox="1"/>
          <p:nvPr/>
        </p:nvSpPr>
        <p:spPr>
          <a:xfrm>
            <a:off x="2713434" y="4884576"/>
            <a:ext cx="7187359" cy="31803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r>
              <a:rPr dirty="0"/>
              <a:t>To proceed you will need to verify your email address</a:t>
            </a:r>
            <a:r>
              <a:rPr lang="en-IE" dirty="0"/>
              <a:t> and retrieve a Launch Code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2CCFFE-9868-690E-01A3-ACFF2D34F4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0793" y="2919331"/>
            <a:ext cx="14216562" cy="7877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491442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Once verified you can log in"/>
          <p:cNvSpPr txBox="1"/>
          <p:nvPr/>
        </p:nvSpPr>
        <p:spPr>
          <a:xfrm>
            <a:off x="605584" y="5790928"/>
            <a:ext cx="5429072" cy="1607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r>
              <a:rPr dirty="0"/>
              <a:t>Once verified you can log in</a:t>
            </a:r>
          </a:p>
        </p:txBody>
      </p:sp>
      <p:sp>
        <p:nvSpPr>
          <p:cNvPr id="158" name="01"/>
          <p:cNvSpPr txBox="1">
            <a:spLocks noGrp="1"/>
          </p:cNvSpPr>
          <p:nvPr>
            <p:ph type="sldNum" sz="quarter" idx="2"/>
          </p:nvPr>
        </p:nvSpPr>
        <p:spPr>
          <a:xfrm>
            <a:off x="23343323" y="12985800"/>
            <a:ext cx="241402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6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6C52658-4060-729D-C773-DFDB1EDD2A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1122" y="482826"/>
            <a:ext cx="11056122" cy="12502974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293B649-03E3-1D59-BE5E-7580B2AA03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8191" y="370759"/>
            <a:ext cx="10561513" cy="6487242"/>
          </a:xfrm>
          <a:prstGeom prst="rect">
            <a:avLst/>
          </a:prstGeom>
        </p:spPr>
      </p:pic>
      <p:sp>
        <p:nvSpPr>
          <p:cNvPr id="4" name="Once verified you can log in">
            <a:extLst>
              <a:ext uri="{FF2B5EF4-FFF2-40B4-BE49-F238E27FC236}">
                <a16:creationId xmlns:a16="http://schemas.microsoft.com/office/drawing/2014/main" id="{C2E3BE96-4B70-4D26-4FB6-9406D7C4F35A}"/>
              </a:ext>
            </a:extLst>
          </p:cNvPr>
          <p:cNvSpPr txBox="1"/>
          <p:nvPr/>
        </p:nvSpPr>
        <p:spPr>
          <a:xfrm>
            <a:off x="1169254" y="3092922"/>
            <a:ext cx="8701255" cy="24109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r>
              <a:rPr lang="en-IE" dirty="0"/>
              <a:t>You may be asked a few questions, but you can skip this if you wish…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85231403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552D15B-1D75-948C-3DA2-A4E4E14E84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136" y="2434790"/>
            <a:ext cx="8922209" cy="8420533"/>
          </a:xfrm>
          <a:prstGeom prst="rect">
            <a:avLst/>
          </a:prstGeom>
        </p:spPr>
      </p:pic>
      <p:sp>
        <p:nvSpPr>
          <p:cNvPr id="4" name="Once verified you can log in">
            <a:extLst>
              <a:ext uri="{FF2B5EF4-FFF2-40B4-BE49-F238E27FC236}">
                <a16:creationId xmlns:a16="http://schemas.microsoft.com/office/drawing/2014/main" id="{F4EBE4F5-C3B8-748D-3A19-0BC7892B0C26}"/>
              </a:ext>
            </a:extLst>
          </p:cNvPr>
          <p:cNvSpPr txBox="1"/>
          <p:nvPr/>
        </p:nvSpPr>
        <p:spPr>
          <a:xfrm>
            <a:off x="1244411" y="5824318"/>
            <a:ext cx="8701255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r>
              <a:rPr lang="en-IE" dirty="0"/>
              <a:t>Select the </a:t>
            </a:r>
            <a:r>
              <a:rPr lang="en-IE" b="1" dirty="0"/>
              <a:t>Continue for Free </a:t>
            </a:r>
            <a:r>
              <a:rPr lang="en-IE" dirty="0"/>
              <a:t>option when offered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96522953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405F3EA-0363-E281-B5B9-8D8D6DB06B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9952" y="6542549"/>
            <a:ext cx="3589905" cy="841438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C084CD3-716C-6F37-6842-681E77AD84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5140" y="845318"/>
            <a:ext cx="15015777" cy="3814364"/>
          </a:xfrm>
          <a:prstGeom prst="rect">
            <a:avLst/>
          </a:prstGeom>
        </p:spPr>
      </p:pic>
      <p:sp>
        <p:nvSpPr>
          <p:cNvPr id="161" name="Proceed to Edit your Profile"/>
          <p:cNvSpPr txBox="1"/>
          <p:nvPr/>
        </p:nvSpPr>
        <p:spPr>
          <a:xfrm>
            <a:off x="18536605" y="1973812"/>
            <a:ext cx="5429073" cy="31803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r>
              <a:rPr dirty="0"/>
              <a:t>Proceed to Edit your Profile</a:t>
            </a:r>
            <a:r>
              <a:rPr lang="en-IE" dirty="0"/>
              <a:t> by Clicking on the Default Avatar</a:t>
            </a:r>
            <a:endParaRPr dirty="0"/>
          </a:p>
        </p:txBody>
      </p:sp>
      <p:sp>
        <p:nvSpPr>
          <p:cNvPr id="162" name="Line"/>
          <p:cNvSpPr/>
          <p:nvPr/>
        </p:nvSpPr>
        <p:spPr>
          <a:xfrm flipH="1">
            <a:off x="10321445" y="9682620"/>
            <a:ext cx="7402883" cy="1929008"/>
          </a:xfrm>
          <a:prstGeom prst="line">
            <a:avLst/>
          </a:prstGeom>
          <a:ln w="88900">
            <a:solidFill>
              <a:srgbClr val="ABABAB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163" name="01"/>
          <p:cNvSpPr txBox="1">
            <a:spLocks noGrp="1"/>
          </p:cNvSpPr>
          <p:nvPr>
            <p:ph type="sldNum" sz="quarter" idx="2"/>
          </p:nvPr>
        </p:nvSpPr>
        <p:spPr>
          <a:xfrm>
            <a:off x="23343323" y="12985800"/>
            <a:ext cx="241402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9</a:t>
            </a:fld>
            <a:endParaRPr/>
          </a:p>
        </p:txBody>
      </p:sp>
      <p:sp>
        <p:nvSpPr>
          <p:cNvPr id="6" name="Proceed to Edit your Profile">
            <a:extLst>
              <a:ext uri="{FF2B5EF4-FFF2-40B4-BE49-F238E27FC236}">
                <a16:creationId xmlns:a16="http://schemas.microsoft.com/office/drawing/2014/main" id="{CE56F035-5C0B-18E2-A4A3-4DF16D634F14}"/>
              </a:ext>
            </a:extLst>
          </p:cNvPr>
          <p:cNvSpPr txBox="1"/>
          <p:nvPr/>
        </p:nvSpPr>
        <p:spPr>
          <a:xfrm>
            <a:off x="18155652" y="8686265"/>
            <a:ext cx="5429073" cy="24109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r>
              <a:rPr lang="en-IE" dirty="0"/>
              <a:t>Then select  </a:t>
            </a:r>
            <a:br>
              <a:rPr lang="en-IE" dirty="0"/>
            </a:br>
            <a:r>
              <a:rPr lang="en-IE" dirty="0"/>
              <a:t>“</a:t>
            </a:r>
            <a:r>
              <a:rPr lang="en-IE" b="1" dirty="0"/>
              <a:t>Settings</a:t>
            </a:r>
            <a:r>
              <a:rPr lang="en-IE" dirty="0"/>
              <a:t>” from the options</a:t>
            </a:r>
            <a:endParaRPr dirty="0"/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7E70020-46D5-C942-ABF5-986DF161E8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2496" y="3007811"/>
            <a:ext cx="14353293" cy="5547466"/>
          </a:xfrm>
          <a:prstGeom prst="rect">
            <a:avLst/>
          </a:prstGeom>
        </p:spPr>
      </p:pic>
      <p:sp>
        <p:nvSpPr>
          <p:cNvPr id="166" name="Please use your correct full name - First name followed by Last name"/>
          <p:cNvSpPr txBox="1"/>
          <p:nvPr/>
        </p:nvSpPr>
        <p:spPr>
          <a:xfrm>
            <a:off x="17616357" y="801721"/>
            <a:ext cx="5726966" cy="3131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r>
              <a:rPr dirty="0"/>
              <a:t>Please use your correct full name - </a:t>
            </a:r>
            <a:r>
              <a:rPr i="1" dirty="0">
                <a:latin typeface="Helvetica Neue"/>
                <a:ea typeface="Helvetica Neue"/>
                <a:cs typeface="Helvetica Neue"/>
                <a:sym typeface="Helvetica Neue"/>
              </a:rPr>
              <a:t>First name followed by Last name</a:t>
            </a:r>
          </a:p>
        </p:txBody>
      </p:sp>
      <p:sp>
        <p:nvSpPr>
          <p:cNvPr id="167" name="Line"/>
          <p:cNvSpPr/>
          <p:nvPr/>
        </p:nvSpPr>
        <p:spPr>
          <a:xfrm flipH="1">
            <a:off x="8718114" y="1828801"/>
            <a:ext cx="8630433" cy="2780777"/>
          </a:xfrm>
          <a:prstGeom prst="line">
            <a:avLst/>
          </a:prstGeom>
          <a:ln w="88900">
            <a:solidFill>
              <a:srgbClr val="ABABAB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168" name="01"/>
          <p:cNvSpPr txBox="1">
            <a:spLocks noGrp="1"/>
          </p:cNvSpPr>
          <p:nvPr>
            <p:ph type="sldNum" sz="quarter" idx="2"/>
          </p:nvPr>
        </p:nvSpPr>
        <p:spPr>
          <a:xfrm>
            <a:off x="23343323" y="12985800"/>
            <a:ext cx="241402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10</a:t>
            </a:fld>
            <a:endParaRPr/>
          </a:p>
        </p:txBody>
      </p:sp>
      <p:sp>
        <p:nvSpPr>
          <p:cNvPr id="11" name="Please also set a profile picture">
            <a:extLst>
              <a:ext uri="{FF2B5EF4-FFF2-40B4-BE49-F238E27FC236}">
                <a16:creationId xmlns:a16="http://schemas.microsoft.com/office/drawing/2014/main" id="{2C17407A-F5B0-71D4-4691-F63F20B243EB}"/>
              </a:ext>
            </a:extLst>
          </p:cNvPr>
          <p:cNvSpPr txBox="1"/>
          <p:nvPr/>
        </p:nvSpPr>
        <p:spPr>
          <a:xfrm>
            <a:off x="17144538" y="8409302"/>
            <a:ext cx="5726966" cy="1607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r>
              <a:rPr dirty="0"/>
              <a:t>Please also set a profile picture</a:t>
            </a:r>
          </a:p>
        </p:txBody>
      </p:sp>
      <p:sp>
        <p:nvSpPr>
          <p:cNvPr id="12" name="Line">
            <a:extLst>
              <a:ext uri="{FF2B5EF4-FFF2-40B4-BE49-F238E27FC236}">
                <a16:creationId xmlns:a16="http://schemas.microsoft.com/office/drawing/2014/main" id="{A7B8A6E3-81FB-BC23-2DD3-8B47929CE185}"/>
              </a:ext>
            </a:extLst>
          </p:cNvPr>
          <p:cNvSpPr/>
          <p:nvPr/>
        </p:nvSpPr>
        <p:spPr>
          <a:xfrm flipH="1" flipV="1">
            <a:off x="14191988" y="7866345"/>
            <a:ext cx="3127586" cy="1451455"/>
          </a:xfrm>
          <a:prstGeom prst="line">
            <a:avLst/>
          </a:prstGeom>
          <a:ln w="88900">
            <a:solidFill>
              <a:srgbClr val="ABABAB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endParaRPr/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https://tutors.dev/course/wit-hdip-comp-sci-2024"/>
          <p:cNvSpPr txBox="1"/>
          <p:nvPr/>
        </p:nvSpPr>
        <p:spPr>
          <a:xfrm>
            <a:off x="5229356" y="457367"/>
            <a:ext cx="13925287" cy="8720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u="sng">
                <a:hlinkClick r:id="rId2"/>
              </a:defRPr>
            </a:lvl1pPr>
          </a:lstStyle>
          <a:p>
            <a:pPr>
              <a:defRPr u="none"/>
            </a:pPr>
            <a:r>
              <a:rPr u="sng" dirty="0">
                <a:hlinkClick r:id="rId2"/>
              </a:rPr>
              <a:t>https://tutors.dev/course/</a:t>
            </a:r>
            <a:r>
              <a:rPr lang="en-IE" u="sng" dirty="0" err="1">
                <a:hlinkClick r:id="rId2"/>
              </a:rPr>
              <a:t>setu</a:t>
            </a:r>
            <a:r>
              <a:rPr lang="en-IE" u="sng" dirty="0">
                <a:hlinkClick r:id="rId2"/>
              </a:rPr>
              <a:t>-</a:t>
            </a:r>
            <a:r>
              <a:rPr u="sng" dirty="0">
                <a:hlinkClick r:id="rId2"/>
              </a:rPr>
              <a:t>hdip-comp-sci-202</a:t>
            </a:r>
            <a:r>
              <a:rPr lang="en-IE" u="sng" dirty="0">
                <a:hlinkClick r:id="rId2"/>
              </a:rPr>
              <a:t>5</a:t>
            </a:r>
            <a:endParaRPr u="sng" dirty="0">
              <a:hlinkClick r:id="rId2"/>
            </a:endParaRPr>
          </a:p>
        </p:txBody>
      </p:sp>
      <p:sp>
        <p:nvSpPr>
          <p:cNvPr id="176" name="Now Visit:"/>
          <p:cNvSpPr txBox="1"/>
          <p:nvPr/>
        </p:nvSpPr>
        <p:spPr>
          <a:xfrm>
            <a:off x="8991324" y="-132363"/>
            <a:ext cx="5726966" cy="845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r>
              <a:t>Now Visit:</a:t>
            </a:r>
          </a:p>
        </p:txBody>
      </p:sp>
      <p:sp>
        <p:nvSpPr>
          <p:cNvPr id="177" name="01"/>
          <p:cNvSpPr txBox="1">
            <a:spLocks noGrp="1"/>
          </p:cNvSpPr>
          <p:nvPr>
            <p:ph type="sldNum" sz="quarter" idx="2"/>
          </p:nvPr>
        </p:nvSpPr>
        <p:spPr>
          <a:xfrm>
            <a:off x="23343323" y="12985800"/>
            <a:ext cx="241402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11</a:t>
            </a:fld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2EB6E4-4209-9C27-9FA3-0CD47462AC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1760" y="2481179"/>
            <a:ext cx="21086670" cy="786532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EB186F-05BE-7E55-7185-DA4B8AE33A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8921" y="2931536"/>
            <a:ext cx="21121807" cy="7878426"/>
          </a:xfrm>
          <a:prstGeom prst="rect">
            <a:avLst/>
          </a:prstGeom>
        </p:spPr>
      </p:pic>
      <p:sp>
        <p:nvSpPr>
          <p:cNvPr id="181" name="Text"/>
          <p:cNvSpPr txBox="1"/>
          <p:nvPr/>
        </p:nvSpPr>
        <p:spPr>
          <a:xfrm>
            <a:off x="11587384" y="1525075"/>
            <a:ext cx="290831" cy="845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u="sng">
                <a:hlinkClick r:id="rId3"/>
              </a:defRPr>
            </a:lvl1pPr>
          </a:lstStyle>
          <a:p>
            <a:pPr>
              <a:defRPr u="none"/>
            </a:pPr>
            <a:r>
              <a:rPr u="sng">
                <a:hlinkClick r:id="rId3"/>
              </a:rPr>
              <a:t> </a:t>
            </a:r>
          </a:p>
        </p:txBody>
      </p:sp>
      <p:sp>
        <p:nvSpPr>
          <p:cNvPr id="182" name="Select Web Development"/>
          <p:cNvSpPr txBox="1"/>
          <p:nvPr/>
        </p:nvSpPr>
        <p:spPr>
          <a:xfrm>
            <a:off x="7713366" y="972019"/>
            <a:ext cx="10561596" cy="845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r>
              <a:t>Select Web Development</a:t>
            </a:r>
          </a:p>
        </p:txBody>
      </p:sp>
      <p:sp>
        <p:nvSpPr>
          <p:cNvPr id="183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12</a:t>
            </a:fld>
            <a:endParaRPr/>
          </a:p>
        </p:txBody>
      </p:sp>
      <p:sp>
        <p:nvSpPr>
          <p:cNvPr id="184" name="Arrow"/>
          <p:cNvSpPr/>
          <p:nvPr/>
        </p:nvSpPr>
        <p:spPr>
          <a:xfrm rot="5400000">
            <a:off x="14007394" y="2832947"/>
            <a:ext cx="3040563" cy="1270001"/>
          </a:xfrm>
          <a:prstGeom prst="rightArrow">
            <a:avLst>
              <a:gd name="adj1" fmla="val 32000"/>
              <a:gd name="adj2" fmla="val 64000"/>
            </a:avLst>
          </a:prstGeom>
          <a:solidFill>
            <a:schemeClr val="accent1">
              <a:satOff val="12166"/>
              <a:lumOff val="-13042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ED83E9-324F-606C-CF49-3300BE27A1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801" y="2471922"/>
            <a:ext cx="17493452" cy="9585338"/>
          </a:xfrm>
          <a:prstGeom prst="rect">
            <a:avLst/>
          </a:prstGeom>
        </p:spPr>
      </p:pic>
      <p:sp>
        <p:nvSpPr>
          <p:cNvPr id="186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13</a:t>
            </a:fld>
            <a:endParaRPr/>
          </a:p>
        </p:txBody>
      </p:sp>
      <p:sp>
        <p:nvSpPr>
          <p:cNvPr id="187" name="Arrow"/>
          <p:cNvSpPr/>
          <p:nvPr/>
        </p:nvSpPr>
        <p:spPr>
          <a:xfrm>
            <a:off x="6014554" y="6093787"/>
            <a:ext cx="2597880" cy="1270001"/>
          </a:xfrm>
          <a:prstGeom prst="rightArrow">
            <a:avLst>
              <a:gd name="adj1" fmla="val 32000"/>
              <a:gd name="adj2" fmla="val 64000"/>
            </a:avLst>
          </a:prstGeom>
          <a:solidFill>
            <a:schemeClr val="accent1">
              <a:satOff val="12166"/>
              <a:lumOff val="-13042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88" name="This will trigger a login request…"/>
          <p:cNvSpPr txBox="1"/>
          <p:nvPr/>
        </p:nvSpPr>
        <p:spPr>
          <a:xfrm>
            <a:off x="601356" y="5657409"/>
            <a:ext cx="5361269" cy="1607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r>
              <a:t>This will trigger a login request…</a:t>
            </a: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4495DCD-E79F-5D8A-1194-168EA0565C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6557" y="1663034"/>
            <a:ext cx="21996927" cy="12052966"/>
          </a:xfrm>
          <a:prstGeom prst="rect">
            <a:avLst/>
          </a:prstGeom>
        </p:spPr>
      </p:pic>
      <p:sp>
        <p:nvSpPr>
          <p:cNvPr id="191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14</a:t>
            </a:fld>
            <a:endParaRPr/>
          </a:p>
        </p:txBody>
      </p:sp>
      <p:sp>
        <p:nvSpPr>
          <p:cNvPr id="192" name="Arrow"/>
          <p:cNvSpPr/>
          <p:nvPr/>
        </p:nvSpPr>
        <p:spPr>
          <a:xfrm>
            <a:off x="4890939" y="7054516"/>
            <a:ext cx="2597880" cy="1270001"/>
          </a:xfrm>
          <a:prstGeom prst="rightArrow">
            <a:avLst>
              <a:gd name="adj1" fmla="val 32000"/>
              <a:gd name="adj2" fmla="val 64000"/>
            </a:avLst>
          </a:prstGeom>
          <a:solidFill>
            <a:schemeClr val="accent1">
              <a:satOff val="12166"/>
              <a:lumOff val="-13042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94" name="You will now be authenticated into Tutors your Github credentials…"/>
          <p:cNvSpPr txBox="1"/>
          <p:nvPr/>
        </p:nvSpPr>
        <p:spPr>
          <a:xfrm>
            <a:off x="696686" y="1863409"/>
            <a:ext cx="4548697" cy="9989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r>
              <a:t>You will now be authenticated into Tutors your Github credentials</a:t>
            </a:r>
          </a:p>
          <a:p>
            <a:endParaRPr/>
          </a:p>
          <a:p>
            <a:r>
              <a:t>Some usage data will be collected</a:t>
            </a:r>
          </a:p>
          <a:p>
            <a:endParaRPr/>
          </a:p>
          <a:p>
            <a:r>
              <a:t>These FAQ links explain the rationale for this</a:t>
            </a:r>
          </a:p>
        </p:txBody>
      </p:sp>
      <p:sp>
        <p:nvSpPr>
          <p:cNvPr id="195" name="Arrow"/>
          <p:cNvSpPr/>
          <p:nvPr/>
        </p:nvSpPr>
        <p:spPr>
          <a:xfrm>
            <a:off x="5964410" y="2105297"/>
            <a:ext cx="1691015" cy="1270001"/>
          </a:xfrm>
          <a:prstGeom prst="rightArrow">
            <a:avLst>
              <a:gd name="adj1" fmla="val 32000"/>
              <a:gd name="adj2" fmla="val 64000"/>
            </a:avLst>
          </a:prstGeom>
          <a:solidFill>
            <a:schemeClr val="accent1">
              <a:satOff val="12166"/>
              <a:lumOff val="-13042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96" name="Arrow"/>
          <p:cNvSpPr/>
          <p:nvPr/>
        </p:nvSpPr>
        <p:spPr>
          <a:xfrm>
            <a:off x="5533663" y="11069101"/>
            <a:ext cx="1691015" cy="1270001"/>
          </a:xfrm>
          <a:prstGeom prst="rightArrow">
            <a:avLst>
              <a:gd name="adj1" fmla="val 32000"/>
              <a:gd name="adj2" fmla="val 64000"/>
            </a:avLst>
          </a:prstGeom>
          <a:solidFill>
            <a:schemeClr val="accent1">
              <a:satOff val="12166"/>
              <a:lumOff val="-13042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First time in you will be asked to …"/>
          <p:cNvSpPr txBox="1"/>
          <p:nvPr/>
        </p:nvSpPr>
        <p:spPr>
          <a:xfrm>
            <a:off x="3512502" y="4674090"/>
            <a:ext cx="6600079" cy="1607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r>
              <a:t>First time in you will be asked to …</a:t>
            </a:r>
          </a:p>
        </p:txBody>
      </p:sp>
      <p:sp>
        <p:nvSpPr>
          <p:cNvPr id="200" name="… and Authorise your account"/>
          <p:cNvSpPr txBox="1"/>
          <p:nvPr/>
        </p:nvSpPr>
        <p:spPr>
          <a:xfrm>
            <a:off x="3203300" y="7381457"/>
            <a:ext cx="6600078" cy="1607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r>
              <a:t>… and Authorise your account</a:t>
            </a:r>
          </a:p>
        </p:txBody>
      </p:sp>
      <p:sp>
        <p:nvSpPr>
          <p:cNvPr id="201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15</a:t>
            </a:fld>
            <a:endParaRPr/>
          </a:p>
        </p:txBody>
      </p:sp>
      <p:sp>
        <p:nvSpPr>
          <p:cNvPr id="202" name="Arrow"/>
          <p:cNvSpPr/>
          <p:nvPr/>
        </p:nvSpPr>
        <p:spPr>
          <a:xfrm>
            <a:off x="10593494" y="7550047"/>
            <a:ext cx="1855926" cy="1270001"/>
          </a:xfrm>
          <a:prstGeom prst="rightArrow">
            <a:avLst>
              <a:gd name="adj1" fmla="val 32000"/>
              <a:gd name="adj2" fmla="val 64000"/>
            </a:avLst>
          </a:prstGeom>
          <a:solidFill>
            <a:schemeClr val="accent1">
              <a:satOff val="12166"/>
              <a:lumOff val="-13042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F2F6F87-B588-4ED6-5A5C-384BA85D7D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70711" y="2755084"/>
            <a:ext cx="9142956" cy="9031908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You will be redirected back to tutors Dashboard"/>
          <p:cNvSpPr txBox="1"/>
          <p:nvPr/>
        </p:nvSpPr>
        <p:spPr>
          <a:xfrm>
            <a:off x="981656" y="3889043"/>
            <a:ext cx="4132472" cy="3949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r>
              <a:rPr dirty="0"/>
              <a:t>You will be redirected back to </a:t>
            </a:r>
            <a:r>
              <a:rPr lang="en-IE" dirty="0"/>
              <a:t>Module Tutors Page</a:t>
            </a:r>
            <a:endParaRPr dirty="0"/>
          </a:p>
        </p:txBody>
      </p:sp>
      <p:sp>
        <p:nvSpPr>
          <p:cNvPr id="205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16</a:t>
            </a:fld>
            <a:endParaRPr/>
          </a:p>
        </p:txBody>
      </p:sp>
      <p:sp>
        <p:nvSpPr>
          <p:cNvPr id="206" name="Arrow"/>
          <p:cNvSpPr/>
          <p:nvPr/>
        </p:nvSpPr>
        <p:spPr>
          <a:xfrm rot="16200000">
            <a:off x="8172791" y="11003289"/>
            <a:ext cx="1270001" cy="1270001"/>
          </a:xfrm>
          <a:prstGeom prst="rightArrow">
            <a:avLst>
              <a:gd name="adj1" fmla="val 32000"/>
              <a:gd name="adj2" fmla="val 64000"/>
            </a:avLst>
          </a:prstGeom>
          <a:solidFill>
            <a:schemeClr val="accent1">
              <a:satOff val="12166"/>
              <a:lumOff val="-13042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08" name="List of recent accessed courses"/>
          <p:cNvSpPr txBox="1"/>
          <p:nvPr/>
        </p:nvSpPr>
        <p:spPr>
          <a:xfrm>
            <a:off x="10751137" y="10834699"/>
            <a:ext cx="5361269" cy="1607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r>
              <a:t>List of recent accessed courses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396D8B-96AC-9DD2-0C12-F48E81165E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3242" y="2866168"/>
            <a:ext cx="15717058" cy="6255071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Screenshot 2023-12-12 at 17.18.25.png" descr="Screenshot 2023-12-12 at 17.18.25.png"/>
          <p:cNvPicPr>
            <a:picLocks noChangeAspect="1"/>
          </p:cNvPicPr>
          <p:nvPr/>
        </p:nvPicPr>
        <p:blipFill>
          <a:blip r:embed="rId2"/>
          <a:srcRect l="35616"/>
          <a:stretch>
            <a:fillRect/>
          </a:stretch>
        </p:blipFill>
        <p:spPr>
          <a:xfrm>
            <a:off x="-648879" y="924067"/>
            <a:ext cx="16009858" cy="13077409"/>
          </a:xfrm>
          <a:prstGeom prst="rect">
            <a:avLst/>
          </a:prstGeom>
          <a:ln w="12700">
            <a:miter lim="400000"/>
          </a:ln>
        </p:spPr>
      </p:pic>
      <p:sp>
        <p:nvSpPr>
          <p:cNvPr id="219" name="Verify that your correct profile image appears here…"/>
          <p:cNvSpPr txBox="1"/>
          <p:nvPr/>
        </p:nvSpPr>
        <p:spPr>
          <a:xfrm>
            <a:off x="17085352" y="1002637"/>
            <a:ext cx="6842707" cy="389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/>
            <a:r>
              <a:t>Verify that your correct profile image appears here</a:t>
            </a:r>
          </a:p>
          <a:p>
            <a:pPr algn="l"/>
            <a:r>
              <a:t>… and you correct full name</a:t>
            </a:r>
          </a:p>
        </p:txBody>
      </p:sp>
      <p:sp>
        <p:nvSpPr>
          <p:cNvPr id="220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17</a:t>
            </a:fld>
            <a:endParaRPr/>
          </a:p>
        </p:txBody>
      </p:sp>
      <p:sp>
        <p:nvSpPr>
          <p:cNvPr id="221" name="Arrow"/>
          <p:cNvSpPr/>
          <p:nvPr/>
        </p:nvSpPr>
        <p:spPr>
          <a:xfrm>
            <a:off x="14336935" y="1240153"/>
            <a:ext cx="2497699" cy="1270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029" y="14256"/>
                </a:moveTo>
                <a:lnTo>
                  <a:pt x="7029" y="21600"/>
                </a:lnTo>
                <a:lnTo>
                  <a:pt x="0" y="10800"/>
                </a:lnTo>
                <a:lnTo>
                  <a:pt x="7029" y="0"/>
                </a:lnTo>
                <a:lnTo>
                  <a:pt x="7029" y="7344"/>
                </a:lnTo>
                <a:lnTo>
                  <a:pt x="21600" y="7344"/>
                </a:lnTo>
                <a:lnTo>
                  <a:pt x="21600" y="14256"/>
                </a:lnTo>
                <a:close/>
              </a:path>
            </a:pathLst>
          </a:custGeom>
          <a:solidFill>
            <a:schemeClr val="accent1">
              <a:satOff val="12166"/>
              <a:lumOff val="-13042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22" name="If these are not appearing correctly, visit and update your Github Profile, logout and log in again"/>
          <p:cNvSpPr txBox="1"/>
          <p:nvPr/>
        </p:nvSpPr>
        <p:spPr>
          <a:xfrm>
            <a:off x="17186524" y="7280582"/>
            <a:ext cx="6291768" cy="389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/>
          </a:lstStyle>
          <a:p>
            <a:r>
              <a:t>If these are not appearing correctly, visit and update your Github Profile, logout and log in again</a:t>
            </a:r>
          </a:p>
        </p:txBody>
      </p:sp>
      <p:sp>
        <p:nvSpPr>
          <p:cNvPr id="223" name="Arrow"/>
          <p:cNvSpPr/>
          <p:nvPr/>
        </p:nvSpPr>
        <p:spPr>
          <a:xfrm>
            <a:off x="14336935" y="2900957"/>
            <a:ext cx="2497699" cy="1270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029" y="14256"/>
                </a:moveTo>
                <a:lnTo>
                  <a:pt x="7029" y="21600"/>
                </a:lnTo>
                <a:lnTo>
                  <a:pt x="0" y="10800"/>
                </a:lnTo>
                <a:lnTo>
                  <a:pt x="7029" y="0"/>
                </a:lnTo>
                <a:lnTo>
                  <a:pt x="7029" y="7344"/>
                </a:lnTo>
                <a:lnTo>
                  <a:pt x="21600" y="7344"/>
                </a:lnTo>
                <a:lnTo>
                  <a:pt x="21600" y="14256"/>
                </a:lnTo>
                <a:close/>
              </a:path>
            </a:pathLst>
          </a:custGeom>
          <a:solidFill>
            <a:schemeClr val="accent1">
              <a:satOff val="12166"/>
              <a:lumOff val="-13042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24" name="Arrow"/>
          <p:cNvSpPr/>
          <p:nvPr/>
        </p:nvSpPr>
        <p:spPr>
          <a:xfrm>
            <a:off x="14476372" y="8343983"/>
            <a:ext cx="2497698" cy="1270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029" y="14256"/>
                </a:moveTo>
                <a:lnTo>
                  <a:pt x="7029" y="21600"/>
                </a:lnTo>
                <a:lnTo>
                  <a:pt x="0" y="10800"/>
                </a:lnTo>
                <a:lnTo>
                  <a:pt x="7029" y="0"/>
                </a:lnTo>
                <a:lnTo>
                  <a:pt x="7029" y="7344"/>
                </a:lnTo>
                <a:lnTo>
                  <a:pt x="21600" y="7344"/>
                </a:lnTo>
                <a:lnTo>
                  <a:pt x="21600" y="14256"/>
                </a:lnTo>
                <a:close/>
              </a:path>
            </a:pathLst>
          </a:custGeom>
          <a:solidFill>
            <a:schemeClr val="accent1">
              <a:satOff val="12166"/>
              <a:lumOff val="-13042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18</a:t>
            </a:fld>
            <a:endParaRPr/>
          </a:p>
        </p:txBody>
      </p:sp>
      <p:pic>
        <p:nvPicPr>
          <p:cNvPr id="227" name="Screenshot 2022-01-01 at 13.38.45.png" descr="Screenshot 2022-01-01 at 13.38.45.png"/>
          <p:cNvPicPr>
            <a:picLocks noChangeAspect="1"/>
          </p:cNvPicPr>
          <p:nvPr/>
        </p:nvPicPr>
        <p:blipFill>
          <a:blip r:embed="rId2"/>
          <a:srcRect t="41166"/>
          <a:stretch>
            <a:fillRect/>
          </a:stretch>
        </p:blipFill>
        <p:spPr>
          <a:xfrm>
            <a:off x="3497445" y="3849228"/>
            <a:ext cx="22229075" cy="5424938"/>
          </a:xfrm>
          <a:prstGeom prst="rect">
            <a:avLst/>
          </a:prstGeom>
          <a:ln w="12700">
            <a:miter lim="400000"/>
          </a:ln>
        </p:spPr>
      </p:pic>
      <p:sp>
        <p:nvSpPr>
          <p:cNvPr id="228" name="Number of minutes the Lab-00 Editing HTML has been active in your browser (estimate)"/>
          <p:cNvSpPr txBox="1"/>
          <p:nvPr/>
        </p:nvSpPr>
        <p:spPr>
          <a:xfrm>
            <a:off x="10242206" y="9558224"/>
            <a:ext cx="6600079" cy="3131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r>
              <a:t>Number of minutes the Lab-00 Editing HTML has been active in your browser (estimate)</a:t>
            </a:r>
          </a:p>
        </p:txBody>
      </p:sp>
      <p:pic>
        <p:nvPicPr>
          <p:cNvPr id="229" name="Screenshot 2022-01-01 at 13.11.30.png" descr="Screenshot 2022-01-01 at 13.11.30.png"/>
          <p:cNvPicPr>
            <a:picLocks noChangeAspect="1"/>
          </p:cNvPicPr>
          <p:nvPr/>
        </p:nvPicPr>
        <p:blipFill>
          <a:blip r:embed="rId3"/>
          <a:srcRect l="49918" t="29346" r="25286" b="5694"/>
          <a:stretch>
            <a:fillRect/>
          </a:stretch>
        </p:blipFill>
        <p:spPr>
          <a:xfrm>
            <a:off x="17358242" y="8025199"/>
            <a:ext cx="3201254" cy="5311945"/>
          </a:xfrm>
          <a:prstGeom prst="rect">
            <a:avLst/>
          </a:prstGeom>
          <a:ln w="12700">
            <a:miter lim="400000"/>
          </a:ln>
        </p:spPr>
      </p:pic>
      <p:sp>
        <p:nvSpPr>
          <p:cNvPr id="230" name="Arrow"/>
          <p:cNvSpPr/>
          <p:nvPr/>
        </p:nvSpPr>
        <p:spPr>
          <a:xfrm>
            <a:off x="13788890" y="7555527"/>
            <a:ext cx="3201194" cy="1270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84" y="14256"/>
                </a:moveTo>
                <a:lnTo>
                  <a:pt x="5484" y="21600"/>
                </a:lnTo>
                <a:lnTo>
                  <a:pt x="0" y="10800"/>
                </a:lnTo>
                <a:lnTo>
                  <a:pt x="5484" y="0"/>
                </a:lnTo>
                <a:lnTo>
                  <a:pt x="5484" y="7344"/>
                </a:lnTo>
                <a:lnTo>
                  <a:pt x="21600" y="7344"/>
                </a:lnTo>
                <a:lnTo>
                  <a:pt x="21600" y="14256"/>
                </a:lnTo>
                <a:close/>
              </a:path>
            </a:pathLst>
          </a:custGeom>
          <a:solidFill>
            <a:schemeClr val="accent1">
              <a:satOff val="12166"/>
              <a:lumOff val="-13042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231" name="Screenshot 2023-12-12 at 17.21.35.png" descr="Screenshot 2023-12-12 at 17.21.3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0707" y="2625613"/>
            <a:ext cx="18135000" cy="1261323"/>
          </a:xfrm>
          <a:prstGeom prst="rect">
            <a:avLst/>
          </a:prstGeom>
          <a:ln w="12700">
            <a:miter lim="400000"/>
          </a:ln>
        </p:spPr>
      </p:pic>
      <p:pic>
        <p:nvPicPr>
          <p:cNvPr id="232" name="Screenshot 2023-12-12 at 17.18.25.png" descr="Screenshot 2023-12-12 at 17.18.25.png"/>
          <p:cNvPicPr>
            <a:picLocks noChangeAspect="1"/>
          </p:cNvPicPr>
          <p:nvPr/>
        </p:nvPicPr>
        <p:blipFill>
          <a:blip r:embed="rId5"/>
          <a:srcRect l="81545" t="2572" b="25177"/>
          <a:stretch>
            <a:fillRect/>
          </a:stretch>
        </p:blipFill>
        <p:spPr>
          <a:xfrm>
            <a:off x="511" y="249555"/>
            <a:ext cx="4588981" cy="9448445"/>
          </a:xfrm>
          <a:prstGeom prst="rect">
            <a:avLst/>
          </a:prstGeom>
          <a:ln w="12700">
            <a:miter lim="400000"/>
          </a:ln>
        </p:spPr>
      </p:pic>
      <p:sp>
        <p:nvSpPr>
          <p:cNvPr id="233" name="Arrow"/>
          <p:cNvSpPr/>
          <p:nvPr/>
        </p:nvSpPr>
        <p:spPr>
          <a:xfrm>
            <a:off x="3508248" y="6375308"/>
            <a:ext cx="1466262" cy="1270001"/>
          </a:xfrm>
          <a:prstGeom prst="rightArrow">
            <a:avLst>
              <a:gd name="adj1" fmla="val 32000"/>
              <a:gd name="adj2" fmla="val 64000"/>
            </a:avLst>
          </a:prstGeom>
          <a:solidFill>
            <a:schemeClr val="accent1">
              <a:satOff val="12166"/>
              <a:lumOff val="-13042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34" name="Tutors Time/Labs"/>
          <p:cNvSpPr txBox="1"/>
          <p:nvPr/>
        </p:nvSpPr>
        <p:spPr>
          <a:xfrm>
            <a:off x="11476010" y="1101383"/>
            <a:ext cx="5354381" cy="845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r>
              <a:t>Tutors Time/Labs</a:t>
            </a:r>
          </a:p>
        </p:txBody>
      </p:sp>
      <p:pic>
        <p:nvPicPr>
          <p:cNvPr id="235" name="Screenshot 2023-12-12 at 17.33.08.png" descr="Screenshot 2023-12-12 at 17.33.0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888862" y="238353"/>
            <a:ext cx="1922669" cy="192266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19</a:t>
            </a:fld>
            <a:endParaRPr/>
          </a:p>
        </p:txBody>
      </p:sp>
      <p:pic>
        <p:nvPicPr>
          <p:cNvPr id="238" name="Screenshot 2022-01-01 at 13.43.23.png" descr="Screenshot 2022-01-01 at 13.43.23.png"/>
          <p:cNvPicPr>
            <a:picLocks noChangeAspect="1"/>
          </p:cNvPicPr>
          <p:nvPr/>
        </p:nvPicPr>
        <p:blipFill>
          <a:blip r:embed="rId2"/>
          <a:srcRect t="31232"/>
          <a:stretch>
            <a:fillRect/>
          </a:stretch>
        </p:blipFill>
        <p:spPr>
          <a:xfrm>
            <a:off x="2333412" y="3522862"/>
            <a:ext cx="19717176" cy="7405586"/>
          </a:xfrm>
          <a:prstGeom prst="rect">
            <a:avLst/>
          </a:prstGeom>
          <a:ln w="12700">
            <a:miter lim="400000"/>
          </a:ln>
        </p:spPr>
      </p:pic>
      <p:sp>
        <p:nvSpPr>
          <p:cNvPr id="239" name="Number of minutes the the Web Development Course has been active in your browser (estimate)"/>
          <p:cNvSpPr txBox="1"/>
          <p:nvPr/>
        </p:nvSpPr>
        <p:spPr>
          <a:xfrm>
            <a:off x="13636665" y="8684419"/>
            <a:ext cx="6600079" cy="3893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r>
              <a:t>Number of minutes the the Web Development Course has been active in your browser (estimate)</a:t>
            </a:r>
          </a:p>
        </p:txBody>
      </p:sp>
      <p:sp>
        <p:nvSpPr>
          <p:cNvPr id="240" name="Arrow"/>
          <p:cNvSpPr/>
          <p:nvPr/>
        </p:nvSpPr>
        <p:spPr>
          <a:xfrm>
            <a:off x="11478677" y="8590312"/>
            <a:ext cx="1426646" cy="1270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306" y="14256"/>
                </a:moveTo>
                <a:lnTo>
                  <a:pt x="12306" y="21600"/>
                </a:lnTo>
                <a:lnTo>
                  <a:pt x="0" y="10800"/>
                </a:lnTo>
                <a:lnTo>
                  <a:pt x="12306" y="0"/>
                </a:lnTo>
                <a:lnTo>
                  <a:pt x="12306" y="7344"/>
                </a:lnTo>
                <a:lnTo>
                  <a:pt x="21600" y="7344"/>
                </a:lnTo>
                <a:lnTo>
                  <a:pt x="21600" y="14256"/>
                </a:lnTo>
                <a:close/>
              </a:path>
            </a:pathLst>
          </a:custGeom>
          <a:solidFill>
            <a:schemeClr val="accent1">
              <a:satOff val="12166"/>
              <a:lumOff val="-13042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241" name="Screenshot 2023-12-12 at 17.21.35.png" descr="Screenshot 2023-12-12 at 17.21.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2607" y="2381599"/>
            <a:ext cx="18135000" cy="1261322"/>
          </a:xfrm>
          <a:prstGeom prst="rect">
            <a:avLst/>
          </a:prstGeom>
          <a:ln w="12700">
            <a:miter lim="400000"/>
          </a:ln>
        </p:spPr>
      </p:pic>
      <p:sp>
        <p:nvSpPr>
          <p:cNvPr id="242" name="Tutors Time/Calendar"/>
          <p:cNvSpPr txBox="1"/>
          <p:nvPr/>
        </p:nvSpPr>
        <p:spPr>
          <a:xfrm>
            <a:off x="10411066" y="979376"/>
            <a:ext cx="6165538" cy="845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r>
              <a:t>Tutors Time/Calendar</a:t>
            </a:r>
          </a:p>
        </p:txBody>
      </p:sp>
      <p:pic>
        <p:nvPicPr>
          <p:cNvPr id="243" name="Screenshot 2023-12-12 at 17.33.08.png" descr="Screenshot 2023-12-12 at 17.33.0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88862" y="238353"/>
            <a:ext cx="1922669" cy="192266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20</a:t>
            </a:fld>
            <a:endParaRPr/>
          </a:p>
        </p:txBody>
      </p:sp>
      <p:sp>
        <p:nvSpPr>
          <p:cNvPr id="246" name="Any students currently online will appear here, indicating the topic/lab they may be working on"/>
          <p:cNvSpPr txBox="1"/>
          <p:nvPr/>
        </p:nvSpPr>
        <p:spPr>
          <a:xfrm>
            <a:off x="20121533" y="2461678"/>
            <a:ext cx="4102881" cy="6179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r>
              <a:t>Any students currently online will appear here, indicating the topic/lab they may be working on</a:t>
            </a:r>
          </a:p>
        </p:txBody>
      </p:sp>
      <p:sp>
        <p:nvSpPr>
          <p:cNvPr id="247" name="Arrow"/>
          <p:cNvSpPr/>
          <p:nvPr/>
        </p:nvSpPr>
        <p:spPr>
          <a:xfrm>
            <a:off x="16698045" y="4497958"/>
            <a:ext cx="1724948" cy="1270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178" y="14256"/>
                </a:moveTo>
                <a:lnTo>
                  <a:pt x="10178" y="21600"/>
                </a:lnTo>
                <a:lnTo>
                  <a:pt x="0" y="10800"/>
                </a:lnTo>
                <a:lnTo>
                  <a:pt x="10178" y="0"/>
                </a:lnTo>
                <a:lnTo>
                  <a:pt x="10178" y="7344"/>
                </a:lnTo>
                <a:lnTo>
                  <a:pt x="21600" y="7344"/>
                </a:lnTo>
                <a:lnTo>
                  <a:pt x="21600" y="14256"/>
                </a:lnTo>
                <a:close/>
              </a:path>
            </a:pathLst>
          </a:custGeom>
          <a:solidFill>
            <a:schemeClr val="accent1">
              <a:satOff val="12166"/>
              <a:lumOff val="-13042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48" name="You may choose to not appear on this page…"/>
          <p:cNvSpPr txBox="1"/>
          <p:nvPr/>
        </p:nvSpPr>
        <p:spPr>
          <a:xfrm>
            <a:off x="91284" y="10345028"/>
            <a:ext cx="7517991" cy="2369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r>
              <a:t>You may choose to not appear on this page</a:t>
            </a:r>
          </a:p>
          <a:p>
            <a:r>
              <a:t> (uncheck Share Presence)</a:t>
            </a:r>
          </a:p>
        </p:txBody>
      </p:sp>
      <p:sp>
        <p:nvSpPr>
          <p:cNvPr id="249" name="Arrow"/>
          <p:cNvSpPr/>
          <p:nvPr/>
        </p:nvSpPr>
        <p:spPr>
          <a:xfrm rot="16200000">
            <a:off x="2856849" y="3800246"/>
            <a:ext cx="1270001" cy="1270001"/>
          </a:xfrm>
          <a:prstGeom prst="rightArrow">
            <a:avLst>
              <a:gd name="adj1" fmla="val 32000"/>
              <a:gd name="adj2" fmla="val 64000"/>
            </a:avLst>
          </a:prstGeom>
          <a:solidFill>
            <a:schemeClr val="accent1">
              <a:satOff val="12166"/>
              <a:lumOff val="-13042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250" name="Screenshot 2023-12-12 at 17.18.25.png" descr="Screenshot 2023-12-12 at 17.18.25.png"/>
          <p:cNvPicPr>
            <a:picLocks noChangeAspect="1"/>
          </p:cNvPicPr>
          <p:nvPr/>
        </p:nvPicPr>
        <p:blipFill>
          <a:blip r:embed="rId2"/>
          <a:srcRect l="81545" t="2572" b="25177"/>
          <a:stretch>
            <a:fillRect/>
          </a:stretch>
        </p:blipFill>
        <p:spPr>
          <a:xfrm>
            <a:off x="511" y="249555"/>
            <a:ext cx="4588981" cy="9448445"/>
          </a:xfrm>
          <a:prstGeom prst="rect">
            <a:avLst/>
          </a:prstGeom>
          <a:ln w="12700">
            <a:miter lim="400000"/>
          </a:ln>
        </p:spPr>
      </p:pic>
      <p:sp>
        <p:nvSpPr>
          <p:cNvPr id="251" name="Arrow"/>
          <p:cNvSpPr/>
          <p:nvPr/>
        </p:nvSpPr>
        <p:spPr>
          <a:xfrm>
            <a:off x="3560537" y="5543733"/>
            <a:ext cx="1466261" cy="1270001"/>
          </a:xfrm>
          <a:prstGeom prst="rightArrow">
            <a:avLst>
              <a:gd name="adj1" fmla="val 32000"/>
              <a:gd name="adj2" fmla="val 64000"/>
            </a:avLst>
          </a:prstGeom>
          <a:solidFill>
            <a:schemeClr val="accent1">
              <a:satOff val="12166"/>
              <a:lumOff val="-13042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52" name="Tutors Live"/>
          <p:cNvSpPr txBox="1"/>
          <p:nvPr/>
        </p:nvSpPr>
        <p:spPr>
          <a:xfrm>
            <a:off x="10097333" y="717932"/>
            <a:ext cx="6165538" cy="845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r>
              <a:t>Tutors Live</a:t>
            </a:r>
          </a:p>
        </p:txBody>
      </p:sp>
      <p:pic>
        <p:nvPicPr>
          <p:cNvPr id="253" name="Screenshot 2023-12-12 at 17.30.34.png" descr="Screenshot 2023-12-12 at 17.30.3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3176" y="1795537"/>
            <a:ext cx="14101979" cy="7511463"/>
          </a:xfrm>
          <a:prstGeom prst="rect">
            <a:avLst/>
          </a:prstGeom>
          <a:ln w="12700">
            <a:miter lim="400000"/>
          </a:ln>
        </p:spPr>
      </p:pic>
      <p:sp>
        <p:nvSpPr>
          <p:cNvPr id="254" name="Arrow"/>
          <p:cNvSpPr/>
          <p:nvPr/>
        </p:nvSpPr>
        <p:spPr>
          <a:xfrm>
            <a:off x="18278281" y="5357000"/>
            <a:ext cx="1575613" cy="1270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143" y="14256"/>
                </a:moveTo>
                <a:lnTo>
                  <a:pt x="11143" y="21600"/>
                </a:lnTo>
                <a:lnTo>
                  <a:pt x="0" y="10800"/>
                </a:lnTo>
                <a:lnTo>
                  <a:pt x="11143" y="0"/>
                </a:lnTo>
                <a:lnTo>
                  <a:pt x="11143" y="7344"/>
                </a:lnTo>
                <a:lnTo>
                  <a:pt x="21600" y="7344"/>
                </a:lnTo>
                <a:lnTo>
                  <a:pt x="21600" y="14256"/>
                </a:lnTo>
                <a:close/>
              </a:path>
            </a:pathLst>
          </a:custGeom>
          <a:solidFill>
            <a:schemeClr val="accent1">
              <a:satOff val="12166"/>
              <a:lumOff val="-13042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255" name="Screenshot 2023-12-12 at 17.32.48.png" descr="Screenshot 2023-12-12 at 17.32.4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70626" y="179188"/>
            <a:ext cx="1922669" cy="192266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Accessing the Tutors Course Webs"/>
          <p:cNvSpPr txBox="1">
            <a:spLocks noGrp="1"/>
          </p:cNvSpPr>
          <p:nvPr>
            <p:ph type="ctrTitle"/>
          </p:nvPr>
        </p:nvSpPr>
        <p:spPr>
          <a:xfrm>
            <a:off x="1784769" y="1854200"/>
            <a:ext cx="22237701" cy="4470400"/>
          </a:xfrm>
          <a:prstGeom prst="rect">
            <a:avLst/>
          </a:prstGeom>
        </p:spPr>
        <p:txBody>
          <a:bodyPr/>
          <a:lstStyle/>
          <a:p>
            <a:r>
              <a:t>Accessing the Tutors Course Webs</a:t>
            </a:r>
          </a:p>
        </p:txBody>
      </p:sp>
      <p:sp>
        <p:nvSpPr>
          <p:cNvPr id="258" name="Github, Tutors + TutorsTime/Live"/>
          <p:cNvSpPr txBox="1"/>
          <p:nvPr/>
        </p:nvSpPr>
        <p:spPr>
          <a:xfrm>
            <a:off x="4147183" y="7772086"/>
            <a:ext cx="9025891" cy="845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Github, Tutors + TutorsTime/Live</a:t>
            </a:r>
          </a:p>
        </p:txBody>
      </p:sp>
      <p:sp>
        <p:nvSpPr>
          <p:cNvPr id="259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21</a:t>
            </a:fld>
            <a:endParaRPr/>
          </a:p>
        </p:txBody>
      </p:sp>
      <p:pic>
        <p:nvPicPr>
          <p:cNvPr id="260" name="Unknown.png" descr="Unkn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5267" y="9575213"/>
            <a:ext cx="2081004" cy="2081005"/>
          </a:xfrm>
          <a:prstGeom prst="rect">
            <a:avLst/>
          </a:prstGeom>
          <a:ln w="12700">
            <a:miter lim="400000"/>
          </a:ln>
        </p:spPr>
      </p:pic>
      <p:pic>
        <p:nvPicPr>
          <p:cNvPr id="262" name="tutors-dark.png" descr="tutors-dark.png"/>
          <p:cNvPicPr>
            <a:picLocks noChangeAspect="1"/>
          </p:cNvPicPr>
          <p:nvPr/>
        </p:nvPicPr>
        <p:blipFill>
          <a:blip r:embed="rId3"/>
          <a:srcRect l="18573" t="16527" r="55023" b="16527"/>
          <a:stretch>
            <a:fillRect/>
          </a:stretch>
        </p:blipFill>
        <p:spPr>
          <a:xfrm>
            <a:off x="5592018" y="9340357"/>
            <a:ext cx="3353179" cy="2550577"/>
          </a:xfrm>
          <a:prstGeom prst="rect">
            <a:avLst/>
          </a:prstGeom>
          <a:ln w="12700">
            <a:miter lim="400000"/>
          </a:ln>
        </p:spPr>
      </p:pic>
      <p:pic>
        <p:nvPicPr>
          <p:cNvPr id="263" name="Screenshot 2023-12-12 at 17.32.48.png" descr="Screenshot 2023-12-12 at 17.32.4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25250" y="9702622"/>
            <a:ext cx="1922668" cy="1922669"/>
          </a:xfrm>
          <a:prstGeom prst="rect">
            <a:avLst/>
          </a:prstGeom>
          <a:ln w="12700">
            <a:miter lim="400000"/>
          </a:ln>
        </p:spPr>
      </p:pic>
      <p:pic>
        <p:nvPicPr>
          <p:cNvPr id="264" name="Screenshot 2023-12-12 at 17.33.08.png" descr="Screenshot 2023-12-12 at 17.33.0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90963" y="9702622"/>
            <a:ext cx="1922669" cy="192266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ModernPortfolio">
  <a:themeElements>
    <a:clrScheme name="ModernPortfolio">
      <a:dk1>
        <a:srgbClr val="000000"/>
      </a:dk1>
      <a:lt1>
        <a:srgbClr val="FFFFFF"/>
      </a:lt1>
      <a:dk2>
        <a:srgbClr val="5C5C5C"/>
      </a:dk2>
      <a:lt2>
        <a:srgbClr val="CBCBCB"/>
      </a:lt2>
      <a:accent1>
        <a:srgbClr val="557E8A"/>
      </a:accent1>
      <a:accent2>
        <a:srgbClr val="88885A"/>
      </a:accent2>
      <a:accent3>
        <a:srgbClr val="B29E85"/>
      </a:accent3>
      <a:accent4>
        <a:srgbClr val="BB7B52"/>
      </a:accent4>
      <a:accent5>
        <a:srgbClr val="CF7F66"/>
      </a:accent5>
      <a:accent6>
        <a:srgbClr val="62647B"/>
      </a:accent6>
      <a:hlink>
        <a:srgbClr val="0000FF"/>
      </a:hlink>
      <a:folHlink>
        <a:srgbClr val="FF00FF"/>
      </a:folHlink>
    </a:clrScheme>
    <a:fontScheme name="ModernPortfolio">
      <a:majorFont>
        <a:latin typeface="Helvetica Neue Light"/>
        <a:ea typeface="Helvetica Neue Light"/>
        <a:cs typeface="Helvetica Neue Light"/>
      </a:majorFont>
      <a:minorFont>
        <a:latin typeface="Helvetica Neue Light"/>
        <a:ea typeface="Helvetica Neue Light"/>
        <a:cs typeface="Helvetica Neue Light"/>
      </a:minorFont>
    </a:fontScheme>
    <a:fmtScheme name="ModernPortfol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satOff val="12166"/>
            <a:lumOff val="-13042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rgbClr val="ABABAB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ModernPortfolio">
  <a:themeElements>
    <a:clrScheme name="ModernPortfolio">
      <a:dk1>
        <a:srgbClr val="000000"/>
      </a:dk1>
      <a:lt1>
        <a:srgbClr val="FFFFFF"/>
      </a:lt1>
      <a:dk2>
        <a:srgbClr val="5C5C5C"/>
      </a:dk2>
      <a:lt2>
        <a:srgbClr val="CBCBCB"/>
      </a:lt2>
      <a:accent1>
        <a:srgbClr val="557E8A"/>
      </a:accent1>
      <a:accent2>
        <a:srgbClr val="88885A"/>
      </a:accent2>
      <a:accent3>
        <a:srgbClr val="B29E85"/>
      </a:accent3>
      <a:accent4>
        <a:srgbClr val="BB7B52"/>
      </a:accent4>
      <a:accent5>
        <a:srgbClr val="CF7F66"/>
      </a:accent5>
      <a:accent6>
        <a:srgbClr val="62647B"/>
      </a:accent6>
      <a:hlink>
        <a:srgbClr val="0000FF"/>
      </a:hlink>
      <a:folHlink>
        <a:srgbClr val="FF00FF"/>
      </a:folHlink>
    </a:clrScheme>
    <a:fontScheme name="ModernPortfolio">
      <a:majorFont>
        <a:latin typeface="Helvetica Neue Light"/>
        <a:ea typeface="Helvetica Neue Light"/>
        <a:cs typeface="Helvetica Neue Light"/>
      </a:majorFont>
      <a:minorFont>
        <a:latin typeface="Helvetica Neue Light"/>
        <a:ea typeface="Helvetica Neue Light"/>
        <a:cs typeface="Helvetica Neue Light"/>
      </a:minorFont>
    </a:fontScheme>
    <a:fmtScheme name="ModernPortfol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satOff val="12166"/>
            <a:lumOff val="-13042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rgbClr val="ABABAB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404</Words>
  <Application>Microsoft Office PowerPoint</Application>
  <PresentationFormat>Custom</PresentationFormat>
  <Paragraphs>65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Helvetica</vt:lpstr>
      <vt:lpstr>Helvetica Neue</vt:lpstr>
      <vt:lpstr>Helvetica Neue Light</vt:lpstr>
      <vt:lpstr>Helvetica Neue Medium</vt:lpstr>
      <vt:lpstr>ModernPortfolio</vt:lpstr>
      <vt:lpstr>Accessing the Tutors Course Webs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Accessing the Tutors Course Webs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Frank Walsh</cp:lastModifiedBy>
  <cp:revision>2</cp:revision>
  <dcterms:modified xsi:type="dcterms:W3CDTF">2024-12-16T16:56:16Z</dcterms:modified>
</cp:coreProperties>
</file>