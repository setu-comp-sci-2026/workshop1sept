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4" r:id="rId2"/>
  </p:sldMasterIdLst>
  <p:notesMasterIdLst>
    <p:notesMasterId r:id="rId8"/>
  </p:notesMasterIdLst>
  <p:sldIdLst>
    <p:sldId id="256" r:id="rId3"/>
    <p:sldId id="259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EC17F-879B-FE49-9F2C-C9BF02B49ACA}" v="95" dt="2026-01-16T10:20:43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74356"/>
  </p:normalViewPr>
  <p:slideViewPr>
    <p:cSldViewPr snapToGrid="0">
      <p:cViewPr varScale="1">
        <p:scale>
          <a:sx n="104" d="100"/>
          <a:sy n="104" d="100"/>
        </p:scale>
        <p:origin x="20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e Renshaw" userId="f3e05d27-7e51-4a76-956e-a9448fbbbf21" providerId="ADAL" clId="{B75EEE72-6914-5580-9763-67ABD8F92D28}"/>
    <pc:docChg chg="undo custSel mod modSld modMainMaster">
      <pc:chgData name="Sophie Renshaw" userId="f3e05d27-7e51-4a76-956e-a9448fbbbf21" providerId="ADAL" clId="{B75EEE72-6914-5580-9763-67ABD8F92D28}" dt="2026-01-16T10:32:54.661" v="1598" actId="33475"/>
      <pc:docMkLst>
        <pc:docMk/>
      </pc:docMkLst>
      <pc:sldChg chg="modSp mod">
        <pc:chgData name="Sophie Renshaw" userId="f3e05d27-7e51-4a76-956e-a9448fbbbf21" providerId="ADAL" clId="{B75EEE72-6914-5580-9763-67ABD8F92D28}" dt="2026-01-14T14:26:54.260" v="2" actId="20577"/>
        <pc:sldMkLst>
          <pc:docMk/>
          <pc:sldMk cId="1353873667" sldId="256"/>
        </pc:sldMkLst>
        <pc:spChg chg="mod">
          <ac:chgData name="Sophie Renshaw" userId="f3e05d27-7e51-4a76-956e-a9448fbbbf21" providerId="ADAL" clId="{B75EEE72-6914-5580-9763-67ABD8F92D28}" dt="2026-01-14T14:26:54.260" v="2" actId="20577"/>
          <ac:spMkLst>
            <pc:docMk/>
            <pc:sldMk cId="1353873667" sldId="256"/>
            <ac:spMk id="2" creationId="{1BF296F5-6A33-7E64-99FB-58376BAA4559}"/>
          </ac:spMkLst>
        </pc:spChg>
      </pc:sldChg>
      <pc:sldChg chg="addSp modSp mod modNotesTx">
        <pc:chgData name="Sophie Renshaw" userId="f3e05d27-7e51-4a76-956e-a9448fbbbf21" providerId="ADAL" clId="{B75EEE72-6914-5580-9763-67ABD8F92D28}" dt="2026-01-16T10:20:13.226" v="1593" actId="20577"/>
        <pc:sldMkLst>
          <pc:docMk/>
          <pc:sldMk cId="378516188" sldId="257"/>
        </pc:sldMkLst>
        <pc:spChg chg="mod">
          <ac:chgData name="Sophie Renshaw" userId="f3e05d27-7e51-4a76-956e-a9448fbbbf21" providerId="ADAL" clId="{B75EEE72-6914-5580-9763-67ABD8F92D28}" dt="2026-01-15T12:32:00.114" v="455" actId="20577"/>
          <ac:spMkLst>
            <pc:docMk/>
            <pc:sldMk cId="378516188" sldId="257"/>
            <ac:spMk id="2" creationId="{32FC0F5B-116D-FC9D-EC96-9ED1B962B572}"/>
          </ac:spMkLst>
        </pc:spChg>
        <pc:spChg chg="mod">
          <ac:chgData name="Sophie Renshaw" userId="f3e05d27-7e51-4a76-956e-a9448fbbbf21" providerId="ADAL" clId="{B75EEE72-6914-5580-9763-67ABD8F92D28}" dt="2026-01-15T12:33:01.886" v="467" actId="20577"/>
          <ac:spMkLst>
            <pc:docMk/>
            <pc:sldMk cId="378516188" sldId="257"/>
            <ac:spMk id="4" creationId="{75D89E76-0F83-F8C5-F22B-2E38C5DDA656}"/>
          </ac:spMkLst>
        </pc:spChg>
        <pc:picChg chg="add mod">
          <ac:chgData name="Sophie Renshaw" userId="f3e05d27-7e51-4a76-956e-a9448fbbbf21" providerId="ADAL" clId="{B75EEE72-6914-5580-9763-67ABD8F92D28}" dt="2026-01-16T10:09:05.200" v="1498" actId="1076"/>
          <ac:picMkLst>
            <pc:docMk/>
            <pc:sldMk cId="378516188" sldId="257"/>
            <ac:picMk id="3074" creationId="{FFEB8ADF-9323-B308-47D2-DA834896D911}"/>
          </ac:picMkLst>
        </pc:picChg>
      </pc:sldChg>
      <pc:sldChg chg="addSp modSp mod modNotesTx">
        <pc:chgData name="Sophie Renshaw" userId="f3e05d27-7e51-4a76-956e-a9448fbbbf21" providerId="ADAL" clId="{B75EEE72-6914-5580-9763-67ABD8F92D28}" dt="2026-01-16T10:20:46.309" v="1596" actId="20577"/>
        <pc:sldMkLst>
          <pc:docMk/>
          <pc:sldMk cId="448336832" sldId="258"/>
        </pc:sldMkLst>
        <pc:spChg chg="mod">
          <ac:chgData name="Sophie Renshaw" userId="f3e05d27-7e51-4a76-956e-a9448fbbbf21" providerId="ADAL" clId="{B75EEE72-6914-5580-9763-67ABD8F92D28}" dt="2026-01-15T12:35:36.650" v="480" actId="255"/>
          <ac:spMkLst>
            <pc:docMk/>
            <pc:sldMk cId="448336832" sldId="258"/>
            <ac:spMk id="4" creationId="{FB46260C-9A7E-8CDE-3624-A6E9D04949EA}"/>
          </ac:spMkLst>
        </pc:spChg>
        <pc:spChg chg="add">
          <ac:chgData name="Sophie Renshaw" userId="f3e05d27-7e51-4a76-956e-a9448fbbbf21" providerId="ADAL" clId="{B75EEE72-6914-5580-9763-67ABD8F92D28}" dt="2026-01-15T12:34:28.764" v="470"/>
          <ac:spMkLst>
            <pc:docMk/>
            <pc:sldMk cId="448336832" sldId="258"/>
            <ac:spMk id="5" creationId="{A6505DBA-2CF6-61D5-A131-EC32169EE8D3}"/>
          </ac:spMkLst>
        </pc:spChg>
        <pc:spChg chg="add mod">
          <ac:chgData name="Sophie Renshaw" userId="f3e05d27-7e51-4a76-956e-a9448fbbbf21" providerId="ADAL" clId="{B75EEE72-6914-5580-9763-67ABD8F92D28}" dt="2026-01-15T12:34:35.705" v="471"/>
          <ac:spMkLst>
            <pc:docMk/>
            <pc:sldMk cId="448336832" sldId="258"/>
            <ac:spMk id="6" creationId="{F0EBE94B-90EA-9350-A750-49640A03FCDB}"/>
          </ac:spMkLst>
        </pc:spChg>
        <pc:spChg chg="add mod">
          <ac:chgData name="Sophie Renshaw" userId="f3e05d27-7e51-4a76-956e-a9448fbbbf21" providerId="ADAL" clId="{B75EEE72-6914-5580-9763-67ABD8F92D28}" dt="2026-01-15T12:35:01.717" v="473" actId="14100"/>
          <ac:spMkLst>
            <pc:docMk/>
            <pc:sldMk cId="448336832" sldId="258"/>
            <ac:spMk id="7" creationId="{90BC28B9-3381-627F-ED5A-C935C03851C4}"/>
          </ac:spMkLst>
        </pc:spChg>
        <pc:picChg chg="add mod">
          <ac:chgData name="Sophie Renshaw" userId="f3e05d27-7e51-4a76-956e-a9448fbbbf21" providerId="ADAL" clId="{B75EEE72-6914-5580-9763-67ABD8F92D28}" dt="2026-01-15T12:36:17.166" v="489" actId="1076"/>
          <ac:picMkLst>
            <pc:docMk/>
            <pc:sldMk cId="448336832" sldId="258"/>
            <ac:picMk id="9" creationId="{3A11FE8E-0EE0-12BC-D250-41755E457F98}"/>
          </ac:picMkLst>
        </pc:picChg>
        <pc:picChg chg="add mod">
          <ac:chgData name="Sophie Renshaw" userId="f3e05d27-7e51-4a76-956e-a9448fbbbf21" providerId="ADAL" clId="{B75EEE72-6914-5580-9763-67ABD8F92D28}" dt="2026-01-15T12:36:24.841" v="491" actId="1076"/>
          <ac:picMkLst>
            <pc:docMk/>
            <pc:sldMk cId="448336832" sldId="258"/>
            <ac:picMk id="11" creationId="{E3096995-AA75-42EA-35D9-0037E9DE8F65}"/>
          </ac:picMkLst>
        </pc:picChg>
      </pc:sldChg>
      <pc:sldChg chg="addSp delSp modSp mod">
        <pc:chgData name="Sophie Renshaw" userId="f3e05d27-7e51-4a76-956e-a9448fbbbf21" providerId="ADAL" clId="{B75EEE72-6914-5580-9763-67ABD8F92D28}" dt="2026-01-16T10:07:35.048" v="1493" actId="255"/>
        <pc:sldMkLst>
          <pc:docMk/>
          <pc:sldMk cId="3063731429" sldId="259"/>
        </pc:sldMkLst>
        <pc:spChg chg="mod">
          <ac:chgData name="Sophie Renshaw" userId="f3e05d27-7e51-4a76-956e-a9448fbbbf21" providerId="ADAL" clId="{B75EEE72-6914-5580-9763-67ABD8F92D28}" dt="2026-01-16T09:49:44.034" v="592" actId="20577"/>
          <ac:spMkLst>
            <pc:docMk/>
            <pc:sldMk cId="3063731429" sldId="259"/>
            <ac:spMk id="3" creationId="{4019B971-E6AE-C5BC-275C-5F7CB5A90DAE}"/>
          </ac:spMkLst>
        </pc:spChg>
        <pc:spChg chg="mod">
          <ac:chgData name="Sophie Renshaw" userId="f3e05d27-7e51-4a76-956e-a9448fbbbf21" providerId="ADAL" clId="{B75EEE72-6914-5580-9763-67ABD8F92D28}" dt="2026-01-16T10:07:35.048" v="1493" actId="255"/>
          <ac:spMkLst>
            <pc:docMk/>
            <pc:sldMk cId="3063731429" sldId="259"/>
            <ac:spMk id="4" creationId="{706CA2AA-9D6C-86FF-BFD6-5A152023CE81}"/>
          </ac:spMkLst>
        </pc:spChg>
        <pc:picChg chg="add mod">
          <ac:chgData name="Sophie Renshaw" userId="f3e05d27-7e51-4a76-956e-a9448fbbbf21" providerId="ADAL" clId="{B75EEE72-6914-5580-9763-67ABD8F92D28}" dt="2026-01-16T09:42:42.129" v="525"/>
          <ac:picMkLst>
            <pc:docMk/>
            <pc:sldMk cId="3063731429" sldId="259"/>
            <ac:picMk id="5" creationId="{B9EDBAA4-0574-9EBF-63A0-FB704E639368}"/>
          </ac:picMkLst>
        </pc:picChg>
        <pc:picChg chg="add mod">
          <ac:chgData name="Sophie Renshaw" userId="f3e05d27-7e51-4a76-956e-a9448fbbbf21" providerId="ADAL" clId="{B75EEE72-6914-5580-9763-67ABD8F92D28}" dt="2026-01-16T10:07:10.604" v="1490" actId="1076"/>
          <ac:picMkLst>
            <pc:docMk/>
            <pc:sldMk cId="3063731429" sldId="259"/>
            <ac:picMk id="2050" creationId="{50EF67EF-5DF0-4FCA-8E18-C8B18FCD3634}"/>
          </ac:picMkLst>
        </pc:picChg>
        <pc:picChg chg="add mod">
          <ac:chgData name="Sophie Renshaw" userId="f3e05d27-7e51-4a76-956e-a9448fbbbf21" providerId="ADAL" clId="{B75EEE72-6914-5580-9763-67ABD8F92D28}" dt="2026-01-16T10:07:08.251" v="1489" actId="1076"/>
          <ac:picMkLst>
            <pc:docMk/>
            <pc:sldMk cId="3063731429" sldId="259"/>
            <ac:picMk id="2052" creationId="{7AD0AE43-E2C3-7796-45B3-05BA9943BCDA}"/>
          </ac:picMkLst>
        </pc:picChg>
        <pc:picChg chg="add mod">
          <ac:chgData name="Sophie Renshaw" userId="f3e05d27-7e51-4a76-956e-a9448fbbbf21" providerId="ADAL" clId="{B75EEE72-6914-5580-9763-67ABD8F92D28}" dt="2026-01-16T09:48:33.547" v="562" actId="1440"/>
          <ac:picMkLst>
            <pc:docMk/>
            <pc:sldMk cId="3063731429" sldId="259"/>
            <ac:picMk id="2054" creationId="{B92807D0-5D29-35D5-4204-E8129EEFCCC2}"/>
          </ac:picMkLst>
        </pc:picChg>
        <pc:picChg chg="add mod">
          <ac:chgData name="Sophie Renshaw" userId="f3e05d27-7e51-4a76-956e-a9448fbbbf21" providerId="ADAL" clId="{B75EEE72-6914-5580-9763-67ABD8F92D28}" dt="2026-01-16T10:01:18.414" v="1444" actId="1076"/>
          <ac:picMkLst>
            <pc:docMk/>
            <pc:sldMk cId="3063731429" sldId="259"/>
            <ac:picMk id="2056" creationId="{3378D83A-642F-7CC3-32CA-AD26EF9B1A5D}"/>
          </ac:picMkLst>
        </pc:picChg>
        <pc:picChg chg="add mod">
          <ac:chgData name="Sophie Renshaw" userId="f3e05d27-7e51-4a76-956e-a9448fbbbf21" providerId="ADAL" clId="{B75EEE72-6914-5580-9763-67ABD8F92D28}" dt="2026-01-16T10:01:14.266" v="1442" actId="1076"/>
          <ac:picMkLst>
            <pc:docMk/>
            <pc:sldMk cId="3063731429" sldId="259"/>
            <ac:picMk id="2058" creationId="{FD6EF681-72D3-C798-D51B-5864042D7C14}"/>
          </ac:picMkLst>
        </pc:picChg>
        <pc:cxnChg chg="add del mod">
          <ac:chgData name="Sophie Renshaw" userId="f3e05d27-7e51-4a76-956e-a9448fbbbf21" providerId="ADAL" clId="{B75EEE72-6914-5580-9763-67ABD8F92D28}" dt="2026-01-16T10:01:25.102" v="1446" actId="478"/>
          <ac:cxnSpMkLst>
            <pc:docMk/>
            <pc:sldMk cId="3063731429" sldId="259"/>
            <ac:cxnSpMk id="7" creationId="{3D049D50-6BD9-9CC2-CEB4-F915559662A5}"/>
          </ac:cxnSpMkLst>
        </pc:cxnChg>
        <pc:cxnChg chg="add del mod">
          <ac:chgData name="Sophie Renshaw" userId="f3e05d27-7e51-4a76-956e-a9448fbbbf21" providerId="ADAL" clId="{B75EEE72-6914-5580-9763-67ABD8F92D28}" dt="2026-01-16T10:01:28.598" v="1448" actId="21"/>
          <ac:cxnSpMkLst>
            <pc:docMk/>
            <pc:sldMk cId="3063731429" sldId="259"/>
            <ac:cxnSpMk id="8" creationId="{E3A58E01-0AC6-7420-3BD6-5DA9F3B4FD84}"/>
          </ac:cxnSpMkLst>
        </pc:cxnChg>
        <pc:cxnChg chg="add mod">
          <ac:chgData name="Sophie Renshaw" userId="f3e05d27-7e51-4a76-956e-a9448fbbbf21" providerId="ADAL" clId="{B75EEE72-6914-5580-9763-67ABD8F92D28}" dt="2026-01-16T10:01:16.523" v="1443" actId="1076"/>
          <ac:cxnSpMkLst>
            <pc:docMk/>
            <pc:sldMk cId="3063731429" sldId="259"/>
            <ac:cxnSpMk id="9" creationId="{7D701B98-F275-5CE5-0311-4A32E03DA6B7}"/>
          </ac:cxnSpMkLst>
        </pc:cxnChg>
        <pc:cxnChg chg="add mod">
          <ac:chgData name="Sophie Renshaw" userId="f3e05d27-7e51-4a76-956e-a9448fbbbf21" providerId="ADAL" clId="{B75EEE72-6914-5580-9763-67ABD8F92D28}" dt="2026-01-16T10:07:12.878" v="1491" actId="1076"/>
          <ac:cxnSpMkLst>
            <pc:docMk/>
            <pc:sldMk cId="3063731429" sldId="259"/>
            <ac:cxnSpMk id="11" creationId="{DCAAB191-4D2D-AB68-63E0-69F328575BCA}"/>
          </ac:cxnSpMkLst>
        </pc:cxnChg>
        <pc:cxnChg chg="add del mod">
          <ac:chgData name="Sophie Renshaw" userId="f3e05d27-7e51-4a76-956e-a9448fbbbf21" providerId="ADAL" clId="{B75EEE72-6914-5580-9763-67ABD8F92D28}" dt="2026-01-16T10:01:55.786" v="1454" actId="478"/>
          <ac:cxnSpMkLst>
            <pc:docMk/>
            <pc:sldMk cId="3063731429" sldId="259"/>
            <ac:cxnSpMk id="13" creationId="{98E71062-151B-21AD-5BE2-067BB7D7C3CC}"/>
          </ac:cxnSpMkLst>
        </pc:cxnChg>
        <pc:cxnChg chg="add del mod">
          <ac:chgData name="Sophie Renshaw" userId="f3e05d27-7e51-4a76-956e-a9448fbbbf21" providerId="ADAL" clId="{B75EEE72-6914-5580-9763-67ABD8F92D28}" dt="2026-01-16T10:04:32.283" v="1465" actId="478"/>
          <ac:cxnSpMkLst>
            <pc:docMk/>
            <pc:sldMk cId="3063731429" sldId="259"/>
            <ac:cxnSpMk id="15" creationId="{3A530B05-C837-AFC2-DFC8-FD5FD3F34CBD}"/>
          </ac:cxnSpMkLst>
        </pc:cxnChg>
        <pc:cxnChg chg="add mod">
          <ac:chgData name="Sophie Renshaw" userId="f3e05d27-7e51-4a76-956e-a9448fbbbf21" providerId="ADAL" clId="{B75EEE72-6914-5580-9763-67ABD8F92D28}" dt="2026-01-16T10:07:19.026" v="1492" actId="1076"/>
          <ac:cxnSpMkLst>
            <pc:docMk/>
            <pc:sldMk cId="3063731429" sldId="259"/>
            <ac:cxnSpMk id="21" creationId="{F55EA19D-0F94-507B-2E98-4F58CE4F2D03}"/>
          </ac:cxnSpMkLst>
        </pc:cxnChg>
        <pc:cxnChg chg="add mod">
          <ac:chgData name="Sophie Renshaw" userId="f3e05d27-7e51-4a76-956e-a9448fbbbf21" providerId="ADAL" clId="{B75EEE72-6914-5580-9763-67ABD8F92D28}" dt="2026-01-16T10:07:03.521" v="1488" actId="1076"/>
          <ac:cxnSpMkLst>
            <pc:docMk/>
            <pc:sldMk cId="3063731429" sldId="259"/>
            <ac:cxnSpMk id="24" creationId="{BA8FF9BC-4D19-5677-EC66-D26A7B2A9411}"/>
          </ac:cxnSpMkLst>
        </pc:cxnChg>
      </pc:sldChg>
      <pc:sldChg chg="addSp delSp modSp mod modClrScheme chgLayout modNotesTx">
        <pc:chgData name="Sophie Renshaw" userId="f3e05d27-7e51-4a76-956e-a9448fbbbf21" providerId="ADAL" clId="{B75EEE72-6914-5580-9763-67ABD8F92D28}" dt="2026-01-16T09:58:48.088" v="1422" actId="20577"/>
        <pc:sldMkLst>
          <pc:docMk/>
          <pc:sldMk cId="1028675954" sldId="260"/>
        </pc:sldMkLst>
        <pc:spChg chg="mod">
          <ac:chgData name="Sophie Renshaw" userId="f3e05d27-7e51-4a76-956e-a9448fbbbf21" providerId="ADAL" clId="{B75EEE72-6914-5580-9763-67ABD8F92D28}" dt="2026-01-14T16:20:35.894" v="12" actId="26606"/>
          <ac:spMkLst>
            <pc:docMk/>
            <pc:sldMk cId="1028675954" sldId="260"/>
            <ac:spMk id="2" creationId="{EDFEFED5-BEA3-ACDD-3BF9-C4231EFD18E5}"/>
          </ac:spMkLst>
        </pc:spChg>
        <pc:spChg chg="mod">
          <ac:chgData name="Sophie Renshaw" userId="f3e05d27-7e51-4a76-956e-a9448fbbbf21" providerId="ADAL" clId="{B75EEE72-6914-5580-9763-67ABD8F92D28}" dt="2026-01-14T16:20:35.894" v="12" actId="26606"/>
          <ac:spMkLst>
            <pc:docMk/>
            <pc:sldMk cId="1028675954" sldId="260"/>
            <ac:spMk id="3" creationId="{840AD9C3-6185-AFAB-D25C-8CC1288E1028}"/>
          </ac:spMkLst>
        </pc:spChg>
        <pc:spChg chg="mod">
          <ac:chgData name="Sophie Renshaw" userId="f3e05d27-7e51-4a76-956e-a9448fbbbf21" providerId="ADAL" clId="{B75EEE72-6914-5580-9763-67ABD8F92D28}" dt="2026-01-16T09:57:36.183" v="1169" actId="20577"/>
          <ac:spMkLst>
            <pc:docMk/>
            <pc:sldMk cId="1028675954" sldId="260"/>
            <ac:spMk id="4" creationId="{96D5B02C-93CA-A364-EBF8-9EA4CBCF7F6B}"/>
          </ac:spMkLst>
        </pc:spChg>
        <pc:picChg chg="add mod ord modCrop">
          <ac:chgData name="Sophie Renshaw" userId="f3e05d27-7e51-4a76-956e-a9448fbbbf21" providerId="ADAL" clId="{B75EEE72-6914-5580-9763-67ABD8F92D28}" dt="2026-01-14T16:21:03.156" v="19" actId="14100"/>
          <ac:picMkLst>
            <pc:docMk/>
            <pc:sldMk cId="1028675954" sldId="260"/>
            <ac:picMk id="7" creationId="{28EA91A0-82A4-4A14-30F3-D43F5FC2953B}"/>
          </ac:picMkLst>
        </pc:picChg>
      </pc:sldChg>
      <pc:sldMasterChg chg="modSp mod">
        <pc:chgData name="Sophie Renshaw" userId="f3e05d27-7e51-4a76-956e-a9448fbbbf21" providerId="ADAL" clId="{B75EEE72-6914-5580-9763-67ABD8F92D28}" dt="2026-01-16T10:32:54.659" v="1597" actId="33475"/>
        <pc:sldMasterMkLst>
          <pc:docMk/>
          <pc:sldMasterMk cId="2050702307" sldId="2147483660"/>
        </pc:sldMasterMkLst>
        <pc:spChg chg="mod">
          <ac:chgData name="Sophie Renshaw" userId="f3e05d27-7e51-4a76-956e-a9448fbbbf21" providerId="ADAL" clId="{B75EEE72-6914-5580-9763-67ABD8F92D28}" dt="2026-01-16T10:32:54.659" v="1597" actId="33475"/>
          <ac:spMkLst>
            <pc:docMk/>
            <pc:sldMasterMk cId="2050702307" sldId="2147483660"/>
            <ac:spMk id="4" creationId="{A5A69607-B980-A946-933A-2D50E303253B}"/>
          </ac:spMkLst>
        </pc:spChg>
      </pc:sldMasterChg>
      <pc:sldMasterChg chg="modSp mod">
        <pc:chgData name="Sophie Renshaw" userId="f3e05d27-7e51-4a76-956e-a9448fbbbf21" providerId="ADAL" clId="{B75EEE72-6914-5580-9763-67ABD8F92D28}" dt="2026-01-16T10:32:54.659" v="1597" actId="33475"/>
        <pc:sldMasterMkLst>
          <pc:docMk/>
          <pc:sldMasterMk cId="410905314" sldId="2147483664"/>
        </pc:sldMasterMkLst>
        <pc:spChg chg="mod">
          <ac:chgData name="Sophie Renshaw" userId="f3e05d27-7e51-4a76-956e-a9448fbbbf21" providerId="ADAL" clId="{B75EEE72-6914-5580-9763-67ABD8F92D28}" dt="2026-01-16T10:32:54.659" v="1597" actId="33475"/>
          <ac:spMkLst>
            <pc:docMk/>
            <pc:sldMasterMk cId="410905314" sldId="2147483664"/>
            <ac:spMk id="7" creationId="{4605A70F-BA3E-38CD-1508-9E3C71BD7BD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A7060-750B-7B4E-9B57-55849C427BE2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C63CC-AD4C-5447-9D12-0FD98340D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11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C63CC-AD4C-5447-9D12-0FD98340D3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5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C63CC-AD4C-5447-9D12-0FD98340D3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1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Workhuman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our mission is simple: to make work more human.</a:t>
            </a:r>
            <a:br>
              <a:rPr lang="en-US" dirty="0"/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&amp; WHIQ - recognition advisor, culture hub &amp; reward stories, AI Assistant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C63CC-AD4C-5447-9D12-0FD98340D3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large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recognition data is full of powerful insights — yet too often they remain hidden, unseen, and unused.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if AI could unlock the human stories behind recognition?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if it could help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truly understand and celebrate their people?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platform purpose-built for recognition data.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transforms millions of recognition moments into real-time, evidence-based insights.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Leaders can ask questions like, ‘Who’s driving collaboration?’ or ‘What recognition</a:t>
            </a:r>
            <a:br>
              <a:rPr lang="en-US" dirty="0"/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 higher retention?’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instantly see actionable insights and visualizations — from skill profiles to retention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graphs and DE&amp;I trends — helping them act faster, more fairly, and more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strategically.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result? More authentic recognition, stronger engagement, and cultures where people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 truly seen and valued.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recognition moment unlocks the full potential of people, because, when work is more human, everything thrives.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C63CC-AD4C-5447-9D12-0FD98340D3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6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Combines advanced language models, retrieval-augmented generation, and responsible AI principles.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– use LLM to get dimensions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Semantic Similarity or LLM Routing to decide which agent should handle this prompt  (program health agent)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 SQL query to pull information from database (software engineers, technology department, gold awards)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And/or use semantic matching to get required information from a retrieval-augmented generation system – external knowledge base to get specific information relevant to the prompt, improving factual accuracy &amp; providing domain specific info.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 the results from the SQL query into our system prompt &amp; pass this to the LLM to generate final response for the user.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Wrapped in a Typescript frontend.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C63CC-AD4C-5447-9D12-0FD98340D3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5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-23_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9B4-73DB-03FA-3750-1D4524E68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652" y="529812"/>
            <a:ext cx="4723627" cy="1344169"/>
          </a:xfrm>
        </p:spPr>
        <p:txBody>
          <a:bodyPr/>
          <a:lstStyle/>
          <a:p>
            <a:r>
              <a:rPr lang="en-US" dirty="0" err="1"/>
              <a:t>Longfirstname</a:t>
            </a:r>
            <a:r>
              <a:rPr lang="en-US" dirty="0"/>
              <a:t> </a:t>
            </a:r>
            <a:r>
              <a:rPr lang="en-US" dirty="0" err="1"/>
              <a:t>Longlastname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A47C4A8-6E01-6131-41F9-BE7B954683E6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46905" y="1994822"/>
            <a:ext cx="4696374" cy="830263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2000" b="0" i="0">
                <a:latin typeface="Avenir LT Com 45 Book" panose="020B0502020203020204" pitchFamily="34" charset="0"/>
              </a:defRPr>
            </a:lvl1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Location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7CFD9C-B3F8-5115-B624-45669D3FFA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222" y="3428248"/>
            <a:ext cx="2295305" cy="1392324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spcBef>
                <a:spcPts val="900"/>
              </a:spcBef>
              <a:defRPr sz="14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Share 2-4 interesting facts about yourself (like the tidbits in your email signature)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C22903F8-0871-3985-1A38-D4B2E2FA448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04177" y="3428247"/>
            <a:ext cx="2139101" cy="1382473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spcBef>
                <a:spcPts val="900"/>
              </a:spcBef>
              <a:defRPr sz="14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Can incl. former jobs, places traveled, or goals. 5 lines max. – Header opt.: “Where I’ve been” or “Where I’m going”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DD78FB22-1730-8CDB-77E3-355C049AD2E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49222" y="5373012"/>
            <a:ext cx="4694057" cy="1001461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spcBef>
                <a:spcPts val="900"/>
              </a:spcBef>
              <a:defRPr sz="14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Can use this area for some things you’re grateful for – Header opt.: “I’m grateful for…”</a:t>
            </a:r>
          </a:p>
        </p:txBody>
      </p:sp>
      <p:sp>
        <p:nvSpPr>
          <p:cNvPr id="15" name="Picture Placeholder 32">
            <a:extLst>
              <a:ext uri="{FF2B5EF4-FFF2-40B4-BE49-F238E27FC236}">
                <a16:creationId xmlns:a16="http://schemas.microsoft.com/office/drawing/2014/main" id="{F7C8D4CA-409B-2F2F-F119-7F6DD60D38A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5649950" y="546467"/>
            <a:ext cx="3867150" cy="3865563"/>
          </a:xfr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32">
            <a:extLst>
              <a:ext uri="{FF2B5EF4-FFF2-40B4-BE49-F238E27FC236}">
                <a16:creationId xmlns:a16="http://schemas.microsoft.com/office/drawing/2014/main" id="{7F97D767-1899-B629-AD2B-152D1B27F05F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9690160" y="546468"/>
            <a:ext cx="1645868" cy="1570567"/>
          </a:xfr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32">
            <a:extLst>
              <a:ext uri="{FF2B5EF4-FFF2-40B4-BE49-F238E27FC236}">
                <a16:creationId xmlns:a16="http://schemas.microsoft.com/office/drawing/2014/main" id="{130C9807-7FF5-56E0-947B-FA0CD29C4C6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9690158" y="2286000"/>
            <a:ext cx="2268481" cy="2576513"/>
          </a:xfr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32">
            <a:extLst>
              <a:ext uri="{FF2B5EF4-FFF2-40B4-BE49-F238E27FC236}">
                <a16:creationId xmlns:a16="http://schemas.microsoft.com/office/drawing/2014/main" id="{9A4BD40C-E928-D82C-A3BD-EC0E10B78C5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9690157" y="5021508"/>
            <a:ext cx="1445371" cy="1369256"/>
          </a:xfr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2">
            <a:extLst>
              <a:ext uri="{FF2B5EF4-FFF2-40B4-BE49-F238E27FC236}">
                <a16:creationId xmlns:a16="http://schemas.microsoft.com/office/drawing/2014/main" id="{9E05D9E6-177F-EEA5-3CCE-009EF148A0AF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649950" y="4572886"/>
            <a:ext cx="3867150" cy="1801587"/>
          </a:xfr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B180CD7-FD49-FB96-7093-371EDC20DBF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3095507" y="3066767"/>
            <a:ext cx="2139101" cy="255588"/>
          </a:xfrm>
        </p:spPr>
        <p:txBody>
          <a:bodyPr>
            <a:noAutofit/>
          </a:bodyPr>
          <a:lstStyle>
            <a:lvl1pPr>
              <a:defRPr lang="en-US" sz="1200" b="0" i="0" kern="1200" spc="36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HEADER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D8B3DA79-D428-0551-78EF-00707358CDA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6904" y="5003633"/>
            <a:ext cx="4687704" cy="255588"/>
          </a:xfrm>
        </p:spPr>
        <p:txBody>
          <a:bodyPr>
            <a:noAutofit/>
          </a:bodyPr>
          <a:lstStyle>
            <a:lvl1pPr>
              <a:defRPr lang="en-US" sz="1200" b="0" i="0" kern="1200" spc="36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HEADER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895006-93F1-8F58-ADE1-11A809B9E335}"/>
              </a:ext>
            </a:extLst>
          </p:cNvPr>
          <p:cNvSpPr txBox="1"/>
          <p:nvPr/>
        </p:nvSpPr>
        <p:spPr>
          <a:xfrm>
            <a:off x="546904" y="3044295"/>
            <a:ext cx="2297623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200" b="0" i="0" kern="1200" spc="36" baseline="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FUN FACTS</a:t>
            </a:r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18C5CCC8-4455-4A7E-0FB2-5E29DD8499F3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dirty="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 dirty="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 dirty="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30" name="Slide Number Placeholder 7">
            <a:extLst>
              <a:ext uri="{FF2B5EF4-FFF2-40B4-BE49-F238E27FC236}">
                <a16:creationId xmlns:a16="http://schemas.microsoft.com/office/drawing/2014/main" id="{AF79979D-3FF4-9376-B289-E4E313DAB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C1036-0CAD-F9BF-923F-BF7076651C5C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dirty="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 dirty="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 dirty="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5EFE2ECF-2B7B-DC72-0CC2-B729388B7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2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6B99-C544-7EAB-5A08-0570743EF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23C79-B27E-AF7A-4FB3-CC0DBEB07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A3CB-0DBD-B307-5521-A70F9993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D466-BC9F-D74E-BB17-FC4D18B62182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5793-3BC6-0ACB-2CB1-E74CDFC8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EC57D-217D-71A3-7233-BE23C056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7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AA6799C-D95B-AAE9-D9EF-8C64E00071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59" name="Date Placeholder 258">
            <a:extLst>
              <a:ext uri="{FF2B5EF4-FFF2-40B4-BE49-F238E27FC236}">
                <a16:creationId xmlns:a16="http://schemas.microsoft.com/office/drawing/2014/main" id="{4E74EA65-703A-C90D-1753-4A2B21A28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260" name="Footer Placeholder 259">
            <a:extLst>
              <a:ext uri="{FF2B5EF4-FFF2-40B4-BE49-F238E27FC236}">
                <a16:creationId xmlns:a16="http://schemas.microsoft.com/office/drawing/2014/main" id="{33315CDD-9264-9D05-1758-170CE0681B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261" name="Slide Number Placeholder 260">
            <a:extLst>
              <a:ext uri="{FF2B5EF4-FFF2-40B4-BE49-F238E27FC236}">
                <a16:creationId xmlns:a16="http://schemas.microsoft.com/office/drawing/2014/main" id="{FEB2DBF3-5060-5E8E-CBD2-55D286DBB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FEFFC6C4-B06F-577A-C0CB-D959A9F40A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15571" y="3055526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208D7EF-FAB8-BA77-F698-527EA8AF07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7ABCD55-BDC7-5D8F-613C-C973F7E743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10A2F50-2135-7BC5-6390-92B8E44F72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3C5B073-A3B0-F2F2-2B9D-8D0E595EB8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907B8C0-D8FB-8BBB-EF30-0D3AC375E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AB3155-B6F9-348F-BF71-6431DD2F3E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97ED5E1-AA6F-EC07-5C36-5E717DD497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784D984-AA8D-3E94-9314-F4DAB4DBD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87E59A7-39D6-7CD1-C89E-798E8FA20F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78E66CB-2201-437A-4D24-2F42996A32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43EDE1-F3F6-0A5B-AC6F-4F601D717B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DB05CE9-3C9B-C47D-7F49-C2D4CC032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2375142"/>
            <a:ext cx="6640183" cy="1778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50">
            <a:extLst>
              <a:ext uri="{FF2B5EF4-FFF2-40B4-BE49-F238E27FC236}">
                <a16:creationId xmlns:a16="http://schemas.microsoft.com/office/drawing/2014/main" id="{A7827256-8843-B310-32BA-C91BCBBCC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3309" y="4242817"/>
            <a:ext cx="6634073" cy="14264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tabLst/>
              <a:defRPr lang="en-US" sz="1400" b="0" kern="1200" spc="20" baseline="0" dirty="0" smtClean="0">
                <a:solidFill>
                  <a:schemeClr val="tx1"/>
                </a:solidFill>
                <a:latin typeface="+mn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AED98EB-993C-03A2-7946-AE2640BECE97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281973" y="1826376"/>
            <a:ext cx="6623094" cy="510424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56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647E-BAD7-B06F-8455-241C22C014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159572" y="2249054"/>
            <a:ext cx="6499164" cy="136698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5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0E055-C5A7-4E5B-A248-95E00C4702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159572" y="3690669"/>
            <a:ext cx="6499164" cy="548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sz="2000" dirty="0"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8C9C8D0-6A4A-2763-9237-3D032AE12A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1124338" y="4710546"/>
            <a:ext cx="990028" cy="99002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9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headshot</a:t>
            </a:r>
          </a:p>
        </p:txBody>
      </p:sp>
      <p:sp>
        <p:nvSpPr>
          <p:cNvPr id="380" name="Text Placeholder 250">
            <a:extLst>
              <a:ext uri="{FF2B5EF4-FFF2-40B4-BE49-F238E27FC236}">
                <a16:creationId xmlns:a16="http://schemas.microsoft.com/office/drawing/2014/main" id="{93921CBC-E7D0-7E26-FDA9-476B3F808D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2335880" y="4710545"/>
            <a:ext cx="4281053" cy="997527"/>
          </a:xfrm>
          <a:prstGeom prst="rect">
            <a:avLst/>
          </a:prstGeom>
        </p:spPr>
        <p:txBody>
          <a:bodyPr anchor="ctr"/>
          <a:lstStyle>
            <a:lvl1pPr algn="l">
              <a:defRPr sz="1400" b="0" i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5" name="Date Placeholder 384">
            <a:extLst>
              <a:ext uri="{FF2B5EF4-FFF2-40B4-BE49-F238E27FC236}">
                <a16:creationId xmlns:a16="http://schemas.microsoft.com/office/drawing/2014/main" id="{A9D434EA-B894-41EA-1053-2EC75B405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3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386" name="Footer Placeholder 385">
            <a:extLst>
              <a:ext uri="{FF2B5EF4-FFF2-40B4-BE49-F238E27FC236}">
                <a16:creationId xmlns:a16="http://schemas.microsoft.com/office/drawing/2014/main" id="{E6B7EF1F-AF54-4BD1-4FAD-05505D2EA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387" name="Slide Number Placeholder 386">
            <a:extLst>
              <a:ext uri="{FF2B5EF4-FFF2-40B4-BE49-F238E27FC236}">
                <a16:creationId xmlns:a16="http://schemas.microsoft.com/office/drawing/2014/main" id="{544DBEBD-FE20-BF58-39D1-EB9987F6F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aphic 6">
            <a:extLst>
              <a:ext uri="{FF2B5EF4-FFF2-40B4-BE49-F238E27FC236}">
                <a16:creationId xmlns:a16="http://schemas.microsoft.com/office/drawing/2014/main" id="{231D388B-952A-0D23-8A42-75F8C40E74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47953" y="1121363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5E45780-4311-64FF-A9E6-6F97181444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0EFB8EA-B7C3-4DFE-D14B-3AE2064454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BFF4CBC-EFFD-EDF5-3466-5263374586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24AF99F-063A-E18D-F27A-ED94808EF7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C109197-6A74-41EF-A95A-F71B608699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C751101-8E66-A46B-931F-E2C5C33282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7CCC65C-94F5-A202-9D3E-240F93A115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4CE8F45-AAA7-7887-4EBE-A45FD61C18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FAE765B-25D1-19DE-BF7C-7DAB4110BA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A497FCC-C73D-A716-0717-88EA89633C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5CAC064-51B7-5AE7-6549-6ED5827985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accent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152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20">
          <p15:clr>
            <a:srgbClr val="FBAE40"/>
          </p15:clr>
        </p15:guide>
        <p15:guide id="2" pos="27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8C9C8D0-6A4A-2763-9237-3D032AE12A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1124338" y="4710546"/>
            <a:ext cx="990028" cy="99002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9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headshot</a:t>
            </a:r>
          </a:p>
        </p:txBody>
      </p:sp>
      <p:sp>
        <p:nvSpPr>
          <p:cNvPr id="380" name="Text Placeholder 250">
            <a:extLst>
              <a:ext uri="{FF2B5EF4-FFF2-40B4-BE49-F238E27FC236}">
                <a16:creationId xmlns:a16="http://schemas.microsoft.com/office/drawing/2014/main" id="{93921CBC-E7D0-7E26-FDA9-476B3F808D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2335880" y="4710545"/>
            <a:ext cx="4281053" cy="997527"/>
          </a:xfrm>
          <a:prstGeom prst="rect">
            <a:avLst/>
          </a:prstGeom>
        </p:spPr>
        <p:txBody>
          <a:bodyPr anchor="ctr"/>
          <a:lstStyle>
            <a:lvl1pPr algn="l">
              <a:defRPr sz="1400" b="0" i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5" name="Date Placeholder 384">
            <a:extLst>
              <a:ext uri="{FF2B5EF4-FFF2-40B4-BE49-F238E27FC236}">
                <a16:creationId xmlns:a16="http://schemas.microsoft.com/office/drawing/2014/main" id="{A9D434EA-B894-41EA-1053-2EC75B405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3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386" name="Footer Placeholder 385">
            <a:extLst>
              <a:ext uri="{FF2B5EF4-FFF2-40B4-BE49-F238E27FC236}">
                <a16:creationId xmlns:a16="http://schemas.microsoft.com/office/drawing/2014/main" id="{E6B7EF1F-AF54-4BD1-4FAD-05505D2EA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387" name="Slide Number Placeholder 386">
            <a:extLst>
              <a:ext uri="{FF2B5EF4-FFF2-40B4-BE49-F238E27FC236}">
                <a16:creationId xmlns:a16="http://schemas.microsoft.com/office/drawing/2014/main" id="{544DBEBD-FE20-BF58-39D1-EB9987F6F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aphic 6">
            <a:extLst>
              <a:ext uri="{FF2B5EF4-FFF2-40B4-BE49-F238E27FC236}">
                <a16:creationId xmlns:a16="http://schemas.microsoft.com/office/drawing/2014/main" id="{231D388B-952A-0D23-8A42-75F8C40E74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47953" y="1121363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5E45780-4311-64FF-A9E6-6F97181444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0EFB8EA-B7C3-4DFE-D14B-3AE2064454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BFF4CBC-EFFD-EDF5-3466-5263374586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24AF99F-063A-E18D-F27A-ED94808EF7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C109197-6A74-41EF-A95A-F71B608699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C751101-8E66-A46B-931F-E2C5C33282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7CCC65C-94F5-A202-9D3E-240F93A115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4CE8F45-AAA7-7887-4EBE-A45FD61C18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FAE765B-25D1-19DE-BF7C-7DAB4110BA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A497FCC-C73D-A716-0717-88EA89633C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5CAC064-51B7-5AE7-6549-6ED5827985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71B79501-E15B-8D73-06CB-FB4A7BF90C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159572" y="2743200"/>
            <a:ext cx="8949628" cy="87283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1C0DDE3-CFF0-2FC3-3433-77BB41603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159572" y="3690669"/>
            <a:ext cx="7527228" cy="548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sz="2000" dirty="0"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B4410CC4-6AF2-C603-4719-4C12DF51DE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400" y="1948940"/>
            <a:ext cx="1834131" cy="80796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tx2"/>
                </a:solidFill>
                <a:ea typeface="+mn-ea"/>
                <a:cs typeface="+mn-cs"/>
              </a:rPr>
              <a:t>Hello,</a:t>
            </a:r>
          </a:p>
        </p:txBody>
      </p:sp>
    </p:spTree>
    <p:extLst>
      <p:ext uri="{BB962C8B-B14F-4D97-AF65-F5344CB8AC3E}">
        <p14:creationId xmlns:p14="http://schemas.microsoft.com/office/powerpoint/2010/main" val="651544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20">
          <p15:clr>
            <a:srgbClr val="FBAE40"/>
          </p15:clr>
        </p15:guide>
        <p15:guide id="2" pos="27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AA6799C-D95B-AAE9-D9EF-8C64E00071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59" name="Date Placeholder 258">
            <a:extLst>
              <a:ext uri="{FF2B5EF4-FFF2-40B4-BE49-F238E27FC236}">
                <a16:creationId xmlns:a16="http://schemas.microsoft.com/office/drawing/2014/main" id="{4E74EA65-703A-C90D-1753-4A2B21A28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260" name="Footer Placeholder 259">
            <a:extLst>
              <a:ext uri="{FF2B5EF4-FFF2-40B4-BE49-F238E27FC236}">
                <a16:creationId xmlns:a16="http://schemas.microsoft.com/office/drawing/2014/main" id="{33315CDD-9264-9D05-1758-170CE0681B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261" name="Slide Number Placeholder 260">
            <a:extLst>
              <a:ext uri="{FF2B5EF4-FFF2-40B4-BE49-F238E27FC236}">
                <a16:creationId xmlns:a16="http://schemas.microsoft.com/office/drawing/2014/main" id="{FEB2DBF3-5060-5E8E-CBD2-55D286DBB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G2 Names INE 2024 Enterprise and Small Business Leader">
            <a:extLst>
              <a:ext uri="{FF2B5EF4-FFF2-40B4-BE49-F238E27FC236}">
                <a16:creationId xmlns:a16="http://schemas.microsoft.com/office/drawing/2014/main" id="{9FDA822D-8550-A09C-E8BA-933E555628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4" y="-104925"/>
            <a:ext cx="1122424" cy="145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6">
            <a:extLst>
              <a:ext uri="{FF2B5EF4-FFF2-40B4-BE49-F238E27FC236}">
                <a16:creationId xmlns:a16="http://schemas.microsoft.com/office/drawing/2014/main" id="{404CCC6B-8981-2BDF-3A90-1C2876963B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660571"/>
            <a:ext cx="12192000" cy="674914"/>
          </a:xfrm>
          <a:prstGeom prst="rect">
            <a:avLst/>
          </a:prstGeom>
          <a:solidFill>
            <a:schemeClr val="tx1">
              <a:alpha val="14186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lang="en-US" sz="2000" b="0" kern="1200" dirty="0">
                <a:solidFill>
                  <a:schemeClr val="tx1"/>
                </a:solidFill>
                <a:latin typeface="Geologica Cursive Cursive" pitchFamily="2" charset="0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  <a:lvl2pPr marL="4572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200" spc="100">
                <a:latin typeface="Geologica Cursive Medium Cursive" pitchFamily="2" charset="0"/>
                <a:cs typeface="Poppins" pitchFamily="2" charset="77"/>
              </a:rPr>
              <a:t>POWERING CULTURE   |   FUELING PERFORMANCE   |   UNLOCKING HUMAN INTELLIGENCE</a:t>
            </a:r>
            <a:r>
              <a:rPr lang="en-US" sz="1200" spc="100" baseline="30000">
                <a:latin typeface="Geologica Cursive Medium Cursive" pitchFamily="2" charset="0"/>
                <a:cs typeface="Poppins" pitchFamily="2" charset="77"/>
              </a:rPr>
              <a:t>™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810B7EDD-E580-56A4-3305-D141A53A95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687286"/>
            <a:ext cx="12192000" cy="4144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lang="en-US" sz="2000" b="0" kern="1200" dirty="0">
                <a:solidFill>
                  <a:schemeClr val="tx1"/>
                </a:solidFill>
                <a:latin typeface="Geologica Cursive Cursive" pitchFamily="2" charset="0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  <a:lvl2pPr marL="4572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15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/>
              <a:def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600" spc="100" dirty="0">
                <a:solidFill>
                  <a:srgbClr val="EC5E5E"/>
                </a:solidFill>
                <a:latin typeface="Geologica Cursive Medium Cursive" pitchFamily="2" charset="0"/>
                <a:cs typeface="Poppins" pitchFamily="2" charset="77"/>
              </a:rPr>
              <a:t>WORLD’S #1 RECOGNITION PARTNER</a:t>
            </a:r>
            <a:endParaRPr lang="en-US" sz="1600" spc="100" baseline="30000" dirty="0">
              <a:solidFill>
                <a:srgbClr val="EC5E5E"/>
              </a:solidFill>
              <a:latin typeface="Geologica Cursive Medium Cursive" pitchFamily="2" charset="0"/>
              <a:cs typeface="Poppins" pitchFamily="2" charset="77"/>
            </a:endParaRPr>
          </a:p>
        </p:txBody>
      </p:sp>
      <p:grpSp>
        <p:nvGrpSpPr>
          <p:cNvPr id="7" name="Graphic 6">
            <a:extLst>
              <a:ext uri="{FF2B5EF4-FFF2-40B4-BE49-F238E27FC236}">
                <a16:creationId xmlns:a16="http://schemas.microsoft.com/office/drawing/2014/main" id="{32E1A3BE-5DE3-49D5-60DB-B677750C17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333888" y="2569029"/>
            <a:ext cx="7524225" cy="1393371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950751C-4EA6-52D0-427C-B6FCB4D2B8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6F99642-24FE-A989-5263-C85364BBB6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93DE59-363E-F9AA-1144-A6F72ACE02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70A4F2-C753-9DBA-3870-874E06C810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DF9567E-FFB8-3C1A-7F8C-5EDF3B7FF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9AF81A-6201-7C63-D712-04B565E0F1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B6EE9B8-B9DD-AF3D-AD13-3CDAA04D0B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086A0A3-C7D4-2BDC-1E47-93930B7D8E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4A321E3-FF2F-DB6D-D559-1F31DE97D8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1B9AA8-EB8B-ECD1-D681-462D9962B1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F2E4E14-B2A8-B4BC-5600-8BE59C216B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rgbClr val="EC5E5E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3923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Backdrop">
            <a:extLst>
              <a:ext uri="{FF2B5EF4-FFF2-40B4-BE49-F238E27FC236}">
                <a16:creationId xmlns:a16="http://schemas.microsoft.com/office/drawing/2014/main" id="{96C85A94-7D29-C9CC-0DD0-8A583A0D0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3FA3C9D-4685-856F-DA38-94CF484E534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43000" y="4648200"/>
            <a:ext cx="3200444" cy="533400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buNone/>
              <a:defRPr lang="en-US" sz="1400" b="0" kern="1200" dirty="0">
                <a:solidFill>
                  <a:schemeClr val="bg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Add meeting overview/goal here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C9F62CD-8B91-398D-D94F-BAF7F072103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  <a:alpha val="50000"/>
                  </a:schemeClr>
                </a:solidFill>
              </a:defRPr>
            </a:lvl1pPr>
          </a:lstStyle>
          <a:p>
            <a:fld id="{79F9E62D-03D0-E543-8F19-7B70737B894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84BB1DFF-1F13-FBBE-9E1C-BDDECC5F4F7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A81E3AE8-D345-12B0-C423-CB0F627190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B29C3D9-5014-DA29-3C51-BEDDAD6A23C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91400" y="173736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Topic or data point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5F9662E-2CA9-CF8E-C5A1-C7CB20A63DA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62677" y="1745426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AF68576-8943-85A9-0E30-1EC7022A539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91400" y="271272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/>
              <a:t>Topic or data point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46AF874-5A05-4F56-38A6-CDE02E40361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62677" y="2720260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778F767-F038-9198-B07D-D1FC8920565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91400" y="368808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/>
              <a:t>Topic or data point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1C5B8B7-2612-8AA6-3784-BBF33EF7820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62677" y="3695094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E4DD4A4-F0DF-D317-4A5D-84E515CC4DE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91400" y="466344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/>
              <a:t>Topic or data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E215819-79C2-506F-CE30-CF2623A9F8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62677" y="4669928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877B0DD-8F77-47A5-749E-3EB6982843C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91400" y="563880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/>
              <a:t>Topic or data point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CF4336E-D1E9-A0E0-A290-7A0B30772FD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62677" y="5644762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52D222B-3BD2-C9A7-2ADB-698705CBCA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391400" y="762000"/>
            <a:ext cx="3962400" cy="6123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 spc="0">
                <a:solidFill>
                  <a:srgbClr val="02133E"/>
                </a:solidFill>
                <a:latin typeface="+mn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Topic or data point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F9F57A6-AC79-4756-2EC4-BF478E21A68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62677" y="770592"/>
            <a:ext cx="1170490" cy="61234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r">
              <a:lnSpc>
                <a:spcPct val="100000"/>
              </a:lnSpc>
              <a:defRPr sz="48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9E747677-A31F-19B8-B451-1A4B0F61AA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8200" y="1828800"/>
            <a:ext cx="3545255" cy="2504935"/>
          </a:xfrm>
          <a:custGeom>
            <a:avLst/>
            <a:gdLst/>
            <a:ahLst/>
            <a:cxnLst/>
            <a:rect l="l" t="t" r="r" b="b"/>
            <a:pathLst>
              <a:path w="5055105" h="3571735">
                <a:moveTo>
                  <a:pt x="1117830" y="3532296"/>
                </a:moveTo>
                <a:cubicBezTo>
                  <a:pt x="1113721" y="3533939"/>
                  <a:pt x="1109202" y="3534761"/>
                  <a:pt x="1104272" y="3534761"/>
                </a:cubicBezTo>
                <a:lnTo>
                  <a:pt x="1096878" y="3535993"/>
                </a:lnTo>
                <a:cubicBezTo>
                  <a:pt x="1093591" y="3536815"/>
                  <a:pt x="1090304" y="3537637"/>
                  <a:pt x="1087018" y="3538458"/>
                </a:cubicBezTo>
                <a:cubicBezTo>
                  <a:pt x="1087018" y="3540102"/>
                  <a:pt x="1089072" y="3541334"/>
                  <a:pt x="1093180" y="3542156"/>
                </a:cubicBezTo>
                <a:cubicBezTo>
                  <a:pt x="1097288" y="3542156"/>
                  <a:pt x="1101807" y="3541334"/>
                  <a:pt x="1106737" y="3539691"/>
                </a:cubicBezTo>
                <a:cubicBezTo>
                  <a:pt x="1111667" y="3538048"/>
                  <a:pt x="1115365" y="3536404"/>
                  <a:pt x="1117830" y="3534761"/>
                </a:cubicBezTo>
                <a:cubicBezTo>
                  <a:pt x="1119473" y="3533939"/>
                  <a:pt x="1120295" y="3533118"/>
                  <a:pt x="1120295" y="3532296"/>
                </a:cubicBezTo>
                <a:close/>
                <a:moveTo>
                  <a:pt x="1152339" y="3518739"/>
                </a:moveTo>
                <a:cubicBezTo>
                  <a:pt x="1149874" y="3519560"/>
                  <a:pt x="1148231" y="3519971"/>
                  <a:pt x="1147409" y="3519971"/>
                </a:cubicBezTo>
                <a:lnTo>
                  <a:pt x="1144944" y="3519971"/>
                </a:lnTo>
                <a:cubicBezTo>
                  <a:pt x="1140836" y="3521614"/>
                  <a:pt x="1137139" y="3523258"/>
                  <a:pt x="1133852" y="3524901"/>
                </a:cubicBezTo>
                <a:cubicBezTo>
                  <a:pt x="1133852" y="3527366"/>
                  <a:pt x="1135085" y="3528598"/>
                  <a:pt x="1137550" y="3528598"/>
                </a:cubicBezTo>
                <a:cubicBezTo>
                  <a:pt x="1140015" y="3528598"/>
                  <a:pt x="1142890" y="3527777"/>
                  <a:pt x="1146177" y="3526133"/>
                </a:cubicBezTo>
                <a:cubicBezTo>
                  <a:pt x="1149464" y="3524490"/>
                  <a:pt x="1151928" y="3522847"/>
                  <a:pt x="1153572" y="3521204"/>
                </a:cubicBezTo>
                <a:lnTo>
                  <a:pt x="1154804" y="3519971"/>
                </a:lnTo>
                <a:cubicBezTo>
                  <a:pt x="1154804" y="3519149"/>
                  <a:pt x="1153983" y="3518739"/>
                  <a:pt x="1152339" y="3518739"/>
                </a:cubicBezTo>
                <a:close/>
                <a:moveTo>
                  <a:pt x="971164" y="3499019"/>
                </a:moveTo>
                <a:cubicBezTo>
                  <a:pt x="969521" y="3499019"/>
                  <a:pt x="968288" y="3500251"/>
                  <a:pt x="967467" y="3502716"/>
                </a:cubicBezTo>
                <a:lnTo>
                  <a:pt x="967467" y="3505181"/>
                </a:lnTo>
                <a:cubicBezTo>
                  <a:pt x="967467" y="3506825"/>
                  <a:pt x="967878" y="3508879"/>
                  <a:pt x="968699" y="3511344"/>
                </a:cubicBezTo>
                <a:cubicBezTo>
                  <a:pt x="970343" y="3515452"/>
                  <a:pt x="972397" y="3518328"/>
                  <a:pt x="974862" y="3519971"/>
                </a:cubicBezTo>
                <a:cubicBezTo>
                  <a:pt x="977327" y="3519149"/>
                  <a:pt x="978559" y="3517917"/>
                  <a:pt x="978559" y="3516274"/>
                </a:cubicBezTo>
                <a:lnTo>
                  <a:pt x="979792" y="3512576"/>
                </a:lnTo>
                <a:lnTo>
                  <a:pt x="979792" y="3511344"/>
                </a:lnTo>
                <a:cubicBezTo>
                  <a:pt x="979792" y="3508879"/>
                  <a:pt x="981024" y="3507236"/>
                  <a:pt x="983489" y="3506414"/>
                </a:cubicBezTo>
                <a:cubicBezTo>
                  <a:pt x="978559" y="3501484"/>
                  <a:pt x="974451" y="3499019"/>
                  <a:pt x="971164" y="3499019"/>
                </a:cubicBezTo>
                <a:close/>
                <a:moveTo>
                  <a:pt x="1221358" y="3464509"/>
                </a:moveTo>
                <a:lnTo>
                  <a:pt x="1218893" y="3466974"/>
                </a:lnTo>
                <a:lnTo>
                  <a:pt x="1220126" y="3468207"/>
                </a:lnTo>
                <a:lnTo>
                  <a:pt x="1218893" y="3470672"/>
                </a:lnTo>
                <a:cubicBezTo>
                  <a:pt x="1218893" y="3471493"/>
                  <a:pt x="1219304" y="3471904"/>
                  <a:pt x="1220126" y="3471904"/>
                </a:cubicBezTo>
                <a:cubicBezTo>
                  <a:pt x="1220947" y="3471904"/>
                  <a:pt x="1222591" y="3470672"/>
                  <a:pt x="1225056" y="3468207"/>
                </a:cubicBezTo>
                <a:cubicBezTo>
                  <a:pt x="1225877" y="3467385"/>
                  <a:pt x="1226288" y="3466564"/>
                  <a:pt x="1226288" y="3465742"/>
                </a:cubicBezTo>
                <a:lnTo>
                  <a:pt x="1225056" y="3464509"/>
                </a:lnTo>
                <a:close/>
                <a:moveTo>
                  <a:pt x="944050" y="3464509"/>
                </a:moveTo>
                <a:cubicBezTo>
                  <a:pt x="942406" y="3464509"/>
                  <a:pt x="941585" y="3465331"/>
                  <a:pt x="941585" y="3466974"/>
                </a:cubicBezTo>
                <a:lnTo>
                  <a:pt x="941585" y="3469439"/>
                </a:lnTo>
                <a:cubicBezTo>
                  <a:pt x="942406" y="3471904"/>
                  <a:pt x="944050" y="3475191"/>
                  <a:pt x="946515" y="3479299"/>
                </a:cubicBezTo>
                <a:cubicBezTo>
                  <a:pt x="948980" y="3482586"/>
                  <a:pt x="951855" y="3485462"/>
                  <a:pt x="955142" y="3487927"/>
                </a:cubicBezTo>
                <a:cubicBezTo>
                  <a:pt x="956785" y="3489570"/>
                  <a:pt x="958018" y="3490392"/>
                  <a:pt x="958839" y="3490392"/>
                </a:cubicBezTo>
                <a:cubicBezTo>
                  <a:pt x="959661" y="3490392"/>
                  <a:pt x="960072" y="3489981"/>
                  <a:pt x="960072" y="3489159"/>
                </a:cubicBezTo>
                <a:cubicBezTo>
                  <a:pt x="956785" y="3483407"/>
                  <a:pt x="955142" y="3480121"/>
                  <a:pt x="955142" y="3479299"/>
                </a:cubicBezTo>
                <a:cubicBezTo>
                  <a:pt x="955142" y="3478478"/>
                  <a:pt x="955553" y="3478067"/>
                  <a:pt x="956375" y="3478067"/>
                </a:cubicBezTo>
                <a:cubicBezTo>
                  <a:pt x="953910" y="3476424"/>
                  <a:pt x="951855" y="3474369"/>
                  <a:pt x="950212" y="3471904"/>
                </a:cubicBezTo>
                <a:cubicBezTo>
                  <a:pt x="948569" y="3469439"/>
                  <a:pt x="946515" y="3466974"/>
                  <a:pt x="944050" y="3464509"/>
                </a:cubicBezTo>
                <a:close/>
                <a:moveTo>
                  <a:pt x="918168" y="3427535"/>
                </a:moveTo>
                <a:cubicBezTo>
                  <a:pt x="917346" y="3427535"/>
                  <a:pt x="916524" y="3427946"/>
                  <a:pt x="915703" y="3428767"/>
                </a:cubicBezTo>
                <a:lnTo>
                  <a:pt x="918168" y="3432465"/>
                </a:lnTo>
                <a:lnTo>
                  <a:pt x="920633" y="3437395"/>
                </a:lnTo>
                <a:cubicBezTo>
                  <a:pt x="922276" y="3443146"/>
                  <a:pt x="924330" y="3448076"/>
                  <a:pt x="926795" y="3452185"/>
                </a:cubicBezTo>
                <a:cubicBezTo>
                  <a:pt x="929260" y="3457115"/>
                  <a:pt x="931725" y="3460812"/>
                  <a:pt x="934190" y="3463277"/>
                </a:cubicBezTo>
                <a:cubicBezTo>
                  <a:pt x="935833" y="3465742"/>
                  <a:pt x="937066" y="3466974"/>
                  <a:pt x="937887" y="3466974"/>
                </a:cubicBezTo>
                <a:cubicBezTo>
                  <a:pt x="938709" y="3466974"/>
                  <a:pt x="939120" y="3466564"/>
                  <a:pt x="939120" y="3465742"/>
                </a:cubicBezTo>
                <a:cubicBezTo>
                  <a:pt x="937476" y="3464099"/>
                  <a:pt x="935422" y="3460401"/>
                  <a:pt x="932957" y="3454650"/>
                </a:cubicBezTo>
                <a:lnTo>
                  <a:pt x="928027" y="3441092"/>
                </a:lnTo>
                <a:cubicBezTo>
                  <a:pt x="923919" y="3432054"/>
                  <a:pt x="920633" y="3427535"/>
                  <a:pt x="918168" y="3427535"/>
                </a:cubicBezTo>
                <a:close/>
                <a:moveTo>
                  <a:pt x="1345839" y="3390560"/>
                </a:moveTo>
                <a:lnTo>
                  <a:pt x="1339677" y="3394258"/>
                </a:lnTo>
                <a:lnTo>
                  <a:pt x="1333514" y="3399188"/>
                </a:lnTo>
                <a:cubicBezTo>
                  <a:pt x="1331049" y="3401653"/>
                  <a:pt x="1329817" y="3403707"/>
                  <a:pt x="1329817" y="3405350"/>
                </a:cubicBezTo>
                <a:cubicBezTo>
                  <a:pt x="1329817" y="3406993"/>
                  <a:pt x="1330227" y="3408226"/>
                  <a:pt x="1331049" y="3409048"/>
                </a:cubicBezTo>
                <a:close/>
                <a:moveTo>
                  <a:pt x="916935" y="3354818"/>
                </a:moveTo>
                <a:cubicBezTo>
                  <a:pt x="917757" y="3358927"/>
                  <a:pt x="918168" y="3362624"/>
                  <a:pt x="918168" y="3365911"/>
                </a:cubicBezTo>
                <a:cubicBezTo>
                  <a:pt x="918168" y="3370841"/>
                  <a:pt x="917346" y="3374538"/>
                  <a:pt x="915703" y="3377003"/>
                </a:cubicBezTo>
                <a:cubicBezTo>
                  <a:pt x="914059" y="3378646"/>
                  <a:pt x="912416" y="3379879"/>
                  <a:pt x="910773" y="3380701"/>
                </a:cubicBezTo>
                <a:lnTo>
                  <a:pt x="907075" y="3380701"/>
                </a:lnTo>
                <a:lnTo>
                  <a:pt x="907075" y="3383166"/>
                </a:lnTo>
                <a:lnTo>
                  <a:pt x="908308" y="3386863"/>
                </a:lnTo>
                <a:lnTo>
                  <a:pt x="910773" y="3394258"/>
                </a:lnTo>
                <a:cubicBezTo>
                  <a:pt x="911594" y="3399188"/>
                  <a:pt x="912827" y="3401653"/>
                  <a:pt x="914470" y="3401653"/>
                </a:cubicBezTo>
                <a:lnTo>
                  <a:pt x="915703" y="3400420"/>
                </a:lnTo>
                <a:cubicBezTo>
                  <a:pt x="915703" y="3398777"/>
                  <a:pt x="916113" y="3397955"/>
                  <a:pt x="916935" y="3397955"/>
                </a:cubicBezTo>
                <a:cubicBezTo>
                  <a:pt x="917757" y="3397955"/>
                  <a:pt x="919400" y="3402475"/>
                  <a:pt x="921865" y="3411513"/>
                </a:cubicBezTo>
                <a:cubicBezTo>
                  <a:pt x="923508" y="3418086"/>
                  <a:pt x="925152" y="3423016"/>
                  <a:pt x="926795" y="3426302"/>
                </a:cubicBezTo>
                <a:cubicBezTo>
                  <a:pt x="927617" y="3427124"/>
                  <a:pt x="928438" y="3427535"/>
                  <a:pt x="929260" y="3427535"/>
                </a:cubicBezTo>
                <a:cubicBezTo>
                  <a:pt x="930082" y="3427535"/>
                  <a:pt x="930903" y="3425892"/>
                  <a:pt x="931725" y="3422605"/>
                </a:cubicBezTo>
                <a:cubicBezTo>
                  <a:pt x="929260" y="3418497"/>
                  <a:pt x="927617" y="3412745"/>
                  <a:pt x="926795" y="3405350"/>
                </a:cubicBezTo>
                <a:lnTo>
                  <a:pt x="925562" y="3385631"/>
                </a:lnTo>
                <a:cubicBezTo>
                  <a:pt x="924741" y="3370019"/>
                  <a:pt x="921865" y="3359748"/>
                  <a:pt x="916935" y="3354818"/>
                </a:cubicBezTo>
                <a:close/>
                <a:moveTo>
                  <a:pt x="1449368" y="3243895"/>
                </a:moveTo>
                <a:cubicBezTo>
                  <a:pt x="1446903" y="3243895"/>
                  <a:pt x="1443616" y="3246771"/>
                  <a:pt x="1439508" y="3252522"/>
                </a:cubicBezTo>
                <a:lnTo>
                  <a:pt x="1432113" y="3263615"/>
                </a:lnTo>
                <a:lnTo>
                  <a:pt x="1424718" y="3274707"/>
                </a:lnTo>
                <a:cubicBezTo>
                  <a:pt x="1429648" y="3274707"/>
                  <a:pt x="1434167" y="3271420"/>
                  <a:pt x="1438275" y="3264847"/>
                </a:cubicBezTo>
                <a:lnTo>
                  <a:pt x="1445670" y="3256220"/>
                </a:lnTo>
                <a:lnTo>
                  <a:pt x="1451833" y="3245127"/>
                </a:lnTo>
                <a:cubicBezTo>
                  <a:pt x="1451011" y="3244306"/>
                  <a:pt x="1450189" y="3243895"/>
                  <a:pt x="1449368" y="3243895"/>
                </a:cubicBezTo>
                <a:close/>
                <a:moveTo>
                  <a:pt x="930492" y="3210618"/>
                </a:moveTo>
                <a:cubicBezTo>
                  <a:pt x="925562" y="3210618"/>
                  <a:pt x="922687" y="3220067"/>
                  <a:pt x="921865" y="3238965"/>
                </a:cubicBezTo>
                <a:lnTo>
                  <a:pt x="923097" y="3238965"/>
                </a:lnTo>
                <a:cubicBezTo>
                  <a:pt x="928849" y="3238965"/>
                  <a:pt x="931725" y="3232392"/>
                  <a:pt x="931725" y="3219245"/>
                </a:cubicBezTo>
                <a:lnTo>
                  <a:pt x="931725" y="3210618"/>
                </a:lnTo>
                <a:close/>
                <a:moveTo>
                  <a:pt x="1460460" y="3209385"/>
                </a:moveTo>
                <a:cubicBezTo>
                  <a:pt x="1448135" y="3211850"/>
                  <a:pt x="1419788" y="3234035"/>
                  <a:pt x="1375419" y="3275940"/>
                </a:cubicBezTo>
                <a:cubicBezTo>
                  <a:pt x="1377062" y="3277583"/>
                  <a:pt x="1377884" y="3279637"/>
                  <a:pt x="1377884" y="3282102"/>
                </a:cubicBezTo>
                <a:cubicBezTo>
                  <a:pt x="1377884" y="3287854"/>
                  <a:pt x="1374186" y="3296892"/>
                  <a:pt x="1366791" y="3309216"/>
                </a:cubicBezTo>
                <a:cubicBezTo>
                  <a:pt x="1374186" y="3308395"/>
                  <a:pt x="1382403" y="3302643"/>
                  <a:pt x="1391441" y="3291962"/>
                </a:cubicBezTo>
                <a:cubicBezTo>
                  <a:pt x="1398014" y="3284567"/>
                  <a:pt x="1406231" y="3273885"/>
                  <a:pt x="1416091" y="3259917"/>
                </a:cubicBezTo>
                <a:cubicBezTo>
                  <a:pt x="1428415" y="3241019"/>
                  <a:pt x="1437043" y="3231570"/>
                  <a:pt x="1441973" y="3231570"/>
                </a:cubicBezTo>
                <a:cubicBezTo>
                  <a:pt x="1442794" y="3231570"/>
                  <a:pt x="1443616" y="3232803"/>
                  <a:pt x="1444438" y="3235268"/>
                </a:cubicBezTo>
                <a:cubicBezTo>
                  <a:pt x="1446081" y="3229516"/>
                  <a:pt x="1448546" y="3224586"/>
                  <a:pt x="1451833" y="3220478"/>
                </a:cubicBezTo>
                <a:lnTo>
                  <a:pt x="1456762" y="3215548"/>
                </a:lnTo>
                <a:close/>
                <a:moveTo>
                  <a:pt x="1506062" y="3190898"/>
                </a:moveTo>
                <a:cubicBezTo>
                  <a:pt x="1501132" y="3202401"/>
                  <a:pt x="1498667" y="3208975"/>
                  <a:pt x="1498667" y="3210618"/>
                </a:cubicBezTo>
                <a:cubicBezTo>
                  <a:pt x="1500310" y="3207332"/>
                  <a:pt x="1502365" y="3205688"/>
                  <a:pt x="1504829" y="3205688"/>
                </a:cubicBezTo>
                <a:cubicBezTo>
                  <a:pt x="1507294" y="3199936"/>
                  <a:pt x="1508527" y="3195828"/>
                  <a:pt x="1508527" y="3193363"/>
                </a:cubicBezTo>
                <a:cubicBezTo>
                  <a:pt x="1508527" y="3191720"/>
                  <a:pt x="1508116" y="3190898"/>
                  <a:pt x="1507294" y="3190898"/>
                </a:cubicBezTo>
                <a:close/>
                <a:moveTo>
                  <a:pt x="937887" y="3181038"/>
                </a:moveTo>
                <a:cubicBezTo>
                  <a:pt x="937066" y="3181038"/>
                  <a:pt x="935422" y="3183093"/>
                  <a:pt x="932957" y="3187201"/>
                </a:cubicBezTo>
                <a:cubicBezTo>
                  <a:pt x="932957" y="3188844"/>
                  <a:pt x="933368" y="3190076"/>
                  <a:pt x="934190" y="3190898"/>
                </a:cubicBezTo>
                <a:cubicBezTo>
                  <a:pt x="935011" y="3191720"/>
                  <a:pt x="935833" y="3192131"/>
                  <a:pt x="936655" y="3192131"/>
                </a:cubicBezTo>
                <a:cubicBezTo>
                  <a:pt x="938298" y="3192131"/>
                  <a:pt x="939531" y="3191309"/>
                  <a:pt x="940352" y="3189666"/>
                </a:cubicBezTo>
                <a:cubicBezTo>
                  <a:pt x="941174" y="3188023"/>
                  <a:pt x="941585" y="3185968"/>
                  <a:pt x="941585" y="3183503"/>
                </a:cubicBezTo>
                <a:lnTo>
                  <a:pt x="940352" y="3182271"/>
                </a:lnTo>
                <a:close/>
                <a:moveTo>
                  <a:pt x="971164" y="3098462"/>
                </a:moveTo>
                <a:lnTo>
                  <a:pt x="962537" y="3100927"/>
                </a:lnTo>
                <a:lnTo>
                  <a:pt x="962537" y="3103392"/>
                </a:lnTo>
                <a:cubicBezTo>
                  <a:pt x="962537" y="3104214"/>
                  <a:pt x="962948" y="3104624"/>
                  <a:pt x="963769" y="3104624"/>
                </a:cubicBezTo>
                <a:lnTo>
                  <a:pt x="965002" y="3104624"/>
                </a:lnTo>
                <a:cubicBezTo>
                  <a:pt x="967467" y="3103803"/>
                  <a:pt x="969521" y="3101749"/>
                  <a:pt x="971164" y="3098462"/>
                </a:cubicBezTo>
                <a:close/>
                <a:moveTo>
                  <a:pt x="1541804" y="3076277"/>
                </a:moveTo>
                <a:cubicBezTo>
                  <a:pt x="1536874" y="3085315"/>
                  <a:pt x="1529890" y="3092710"/>
                  <a:pt x="1520852" y="3098462"/>
                </a:cubicBezTo>
                <a:lnTo>
                  <a:pt x="1508527" y="3107089"/>
                </a:lnTo>
                <a:cubicBezTo>
                  <a:pt x="1503597" y="3110376"/>
                  <a:pt x="1499078" y="3114074"/>
                  <a:pt x="1494969" y="3118182"/>
                </a:cubicBezTo>
                <a:cubicBezTo>
                  <a:pt x="1496613" y="3119825"/>
                  <a:pt x="1497435" y="3121879"/>
                  <a:pt x="1497435" y="3124344"/>
                </a:cubicBezTo>
                <a:cubicBezTo>
                  <a:pt x="1497435" y="3130917"/>
                  <a:pt x="1492915" y="3139545"/>
                  <a:pt x="1483877" y="3150226"/>
                </a:cubicBezTo>
                <a:lnTo>
                  <a:pt x="1476482" y="3160086"/>
                </a:lnTo>
                <a:lnTo>
                  <a:pt x="1467855" y="3171179"/>
                </a:lnTo>
                <a:cubicBezTo>
                  <a:pt x="1462103" y="3179395"/>
                  <a:pt x="1457995" y="3187612"/>
                  <a:pt x="1455530" y="3195828"/>
                </a:cubicBezTo>
                <a:cubicBezTo>
                  <a:pt x="1460460" y="3194185"/>
                  <a:pt x="1464979" y="3190898"/>
                  <a:pt x="1469087" y="3185968"/>
                </a:cubicBezTo>
                <a:lnTo>
                  <a:pt x="1475250" y="3181038"/>
                </a:lnTo>
                <a:lnTo>
                  <a:pt x="1478947" y="3176108"/>
                </a:lnTo>
                <a:lnTo>
                  <a:pt x="1480180" y="3174876"/>
                </a:lnTo>
                <a:lnTo>
                  <a:pt x="1480180" y="3176108"/>
                </a:lnTo>
                <a:cubicBezTo>
                  <a:pt x="1480180" y="3176930"/>
                  <a:pt x="1478947" y="3181038"/>
                  <a:pt x="1476482" y="3188433"/>
                </a:cubicBezTo>
                <a:cubicBezTo>
                  <a:pt x="1483055" y="3180217"/>
                  <a:pt x="1488396" y="3171179"/>
                  <a:pt x="1492505" y="3161319"/>
                </a:cubicBezTo>
                <a:lnTo>
                  <a:pt x="1494969" y="3153924"/>
                </a:lnTo>
                <a:lnTo>
                  <a:pt x="1498667" y="3146529"/>
                </a:lnTo>
                <a:cubicBezTo>
                  <a:pt x="1501953" y="3139134"/>
                  <a:pt x="1505240" y="3132150"/>
                  <a:pt x="1508527" y="3125577"/>
                </a:cubicBezTo>
                <a:lnTo>
                  <a:pt x="1509759" y="3125577"/>
                </a:lnTo>
                <a:cubicBezTo>
                  <a:pt x="1513046" y="3125577"/>
                  <a:pt x="1517154" y="3123523"/>
                  <a:pt x="1522084" y="3119414"/>
                </a:cubicBezTo>
                <a:cubicBezTo>
                  <a:pt x="1527014" y="3115306"/>
                  <a:pt x="1531944" y="3109965"/>
                  <a:pt x="1536874" y="3103392"/>
                </a:cubicBezTo>
                <a:cubicBezTo>
                  <a:pt x="1540982" y="3096819"/>
                  <a:pt x="1543858" y="3091067"/>
                  <a:pt x="1545501" y="3086137"/>
                </a:cubicBezTo>
                <a:lnTo>
                  <a:pt x="1545501" y="3082440"/>
                </a:lnTo>
                <a:cubicBezTo>
                  <a:pt x="1545501" y="3079153"/>
                  <a:pt x="1544269" y="3077099"/>
                  <a:pt x="1541804" y="3076277"/>
                </a:cubicBezTo>
                <a:close/>
                <a:moveTo>
                  <a:pt x="1566454" y="3043000"/>
                </a:moveTo>
                <a:lnTo>
                  <a:pt x="1551664" y="3045465"/>
                </a:lnTo>
                <a:cubicBezTo>
                  <a:pt x="1550020" y="3047930"/>
                  <a:pt x="1548788" y="3050395"/>
                  <a:pt x="1547966" y="3052860"/>
                </a:cubicBezTo>
                <a:cubicBezTo>
                  <a:pt x="1547145" y="3056147"/>
                  <a:pt x="1545912" y="3059023"/>
                  <a:pt x="1544269" y="3061488"/>
                </a:cubicBezTo>
                <a:cubicBezTo>
                  <a:pt x="1548377" y="3060666"/>
                  <a:pt x="1552485" y="3058201"/>
                  <a:pt x="1556594" y="3054093"/>
                </a:cubicBezTo>
                <a:lnTo>
                  <a:pt x="1560291" y="3047930"/>
                </a:lnTo>
                <a:close/>
                <a:moveTo>
                  <a:pt x="1599731" y="2961656"/>
                </a:moveTo>
                <a:cubicBezTo>
                  <a:pt x="1587406" y="2972338"/>
                  <a:pt x="1580422" y="2988771"/>
                  <a:pt x="1578778" y="3010956"/>
                </a:cubicBezTo>
                <a:cubicBezTo>
                  <a:pt x="1585352" y="3009313"/>
                  <a:pt x="1591514" y="3001096"/>
                  <a:pt x="1597266" y="2986306"/>
                </a:cubicBezTo>
                <a:cubicBezTo>
                  <a:pt x="1601374" y="2977268"/>
                  <a:pt x="1603428" y="2970695"/>
                  <a:pt x="1603428" y="2966586"/>
                </a:cubicBezTo>
                <a:cubicBezTo>
                  <a:pt x="1603428" y="2963300"/>
                  <a:pt x="1602195" y="2961656"/>
                  <a:pt x="1599731" y="2961656"/>
                </a:cubicBezTo>
                <a:close/>
                <a:moveTo>
                  <a:pt x="1041416" y="2948099"/>
                </a:moveTo>
                <a:cubicBezTo>
                  <a:pt x="1039772" y="2948099"/>
                  <a:pt x="1038129" y="2948921"/>
                  <a:pt x="1036486" y="2950564"/>
                </a:cubicBezTo>
                <a:cubicBezTo>
                  <a:pt x="1034021" y="2952208"/>
                  <a:pt x="1031556" y="2955083"/>
                  <a:pt x="1029091" y="2959191"/>
                </a:cubicBezTo>
                <a:cubicBezTo>
                  <a:pt x="1027448" y="2963300"/>
                  <a:pt x="1026215" y="2966997"/>
                  <a:pt x="1025394" y="2970284"/>
                </a:cubicBezTo>
                <a:lnTo>
                  <a:pt x="1025394" y="2972749"/>
                </a:lnTo>
                <a:cubicBezTo>
                  <a:pt x="1025394" y="2974392"/>
                  <a:pt x="1025804" y="2975625"/>
                  <a:pt x="1026626" y="2976446"/>
                </a:cubicBezTo>
                <a:cubicBezTo>
                  <a:pt x="1028269" y="2972338"/>
                  <a:pt x="1031145" y="2967408"/>
                  <a:pt x="1035253" y="2961656"/>
                </a:cubicBezTo>
                <a:lnTo>
                  <a:pt x="1038951" y="2955494"/>
                </a:lnTo>
                <a:lnTo>
                  <a:pt x="1042648" y="2948099"/>
                </a:lnTo>
                <a:close/>
                <a:moveTo>
                  <a:pt x="1063601" y="2913590"/>
                </a:moveTo>
                <a:cubicBezTo>
                  <a:pt x="1061957" y="2913590"/>
                  <a:pt x="1059903" y="2914411"/>
                  <a:pt x="1057438" y="2916055"/>
                </a:cubicBezTo>
                <a:cubicBezTo>
                  <a:pt x="1055795" y="2918520"/>
                  <a:pt x="1053741" y="2921806"/>
                  <a:pt x="1051276" y="2925914"/>
                </a:cubicBezTo>
                <a:cubicBezTo>
                  <a:pt x="1049632" y="2929201"/>
                  <a:pt x="1048400" y="2932077"/>
                  <a:pt x="1047578" y="2934542"/>
                </a:cubicBezTo>
                <a:lnTo>
                  <a:pt x="1047578" y="2937007"/>
                </a:lnTo>
                <a:cubicBezTo>
                  <a:pt x="1048400" y="2937007"/>
                  <a:pt x="1049222" y="2936596"/>
                  <a:pt x="1050043" y="2935774"/>
                </a:cubicBezTo>
                <a:cubicBezTo>
                  <a:pt x="1053330" y="2931666"/>
                  <a:pt x="1056206" y="2929612"/>
                  <a:pt x="1058671" y="2929612"/>
                </a:cubicBezTo>
                <a:lnTo>
                  <a:pt x="1064833" y="2913590"/>
                </a:lnTo>
                <a:close/>
                <a:moveTo>
                  <a:pt x="1663820" y="2855663"/>
                </a:moveTo>
                <a:lnTo>
                  <a:pt x="1649030" y="2859360"/>
                </a:lnTo>
                <a:cubicBezTo>
                  <a:pt x="1644922" y="2868399"/>
                  <a:pt x="1642868" y="2875794"/>
                  <a:pt x="1642868" y="2881545"/>
                </a:cubicBezTo>
                <a:lnTo>
                  <a:pt x="1642868" y="2888940"/>
                </a:lnTo>
                <a:lnTo>
                  <a:pt x="1644100" y="2896335"/>
                </a:lnTo>
                <a:cubicBezTo>
                  <a:pt x="1642457" y="2897157"/>
                  <a:pt x="1641224" y="2897567"/>
                  <a:pt x="1640402" y="2897567"/>
                </a:cubicBezTo>
                <a:cubicBezTo>
                  <a:pt x="1639581" y="2897567"/>
                  <a:pt x="1638759" y="2897157"/>
                  <a:pt x="1637938" y="2896335"/>
                </a:cubicBezTo>
                <a:lnTo>
                  <a:pt x="1637938" y="2893870"/>
                </a:lnTo>
                <a:lnTo>
                  <a:pt x="1636705" y="2892637"/>
                </a:lnTo>
                <a:cubicBezTo>
                  <a:pt x="1633418" y="2898389"/>
                  <a:pt x="1629310" y="2905373"/>
                  <a:pt x="1624380" y="2913590"/>
                </a:cubicBezTo>
                <a:lnTo>
                  <a:pt x="1618218" y="2922217"/>
                </a:lnTo>
                <a:lnTo>
                  <a:pt x="1612055" y="2933309"/>
                </a:lnTo>
                <a:cubicBezTo>
                  <a:pt x="1611234" y="2936596"/>
                  <a:pt x="1610823" y="2939472"/>
                  <a:pt x="1610823" y="2941937"/>
                </a:cubicBezTo>
                <a:cubicBezTo>
                  <a:pt x="1610823" y="2944402"/>
                  <a:pt x="1611234" y="2946045"/>
                  <a:pt x="1612055" y="2946867"/>
                </a:cubicBezTo>
                <a:lnTo>
                  <a:pt x="1615753" y="2949332"/>
                </a:lnTo>
                <a:lnTo>
                  <a:pt x="1619450" y="2951797"/>
                </a:lnTo>
                <a:cubicBezTo>
                  <a:pt x="1621094" y="2946867"/>
                  <a:pt x="1623148" y="2942348"/>
                  <a:pt x="1625613" y="2938239"/>
                </a:cubicBezTo>
                <a:lnTo>
                  <a:pt x="1630543" y="2925914"/>
                </a:lnTo>
                <a:cubicBezTo>
                  <a:pt x="1636294" y="2915233"/>
                  <a:pt x="1640813" y="2905373"/>
                  <a:pt x="1644100" y="2896335"/>
                </a:cubicBezTo>
                <a:lnTo>
                  <a:pt x="1646565" y="2895102"/>
                </a:lnTo>
                <a:lnTo>
                  <a:pt x="1650262" y="2887707"/>
                </a:lnTo>
                <a:lnTo>
                  <a:pt x="1653960" y="2879080"/>
                </a:lnTo>
                <a:cubicBezTo>
                  <a:pt x="1658068" y="2871685"/>
                  <a:pt x="1661355" y="2863880"/>
                  <a:pt x="1663820" y="2855663"/>
                </a:cubicBezTo>
                <a:close/>
                <a:moveTo>
                  <a:pt x="1702027" y="2757064"/>
                </a:moveTo>
                <a:cubicBezTo>
                  <a:pt x="1699562" y="2757886"/>
                  <a:pt x="1697507" y="2758708"/>
                  <a:pt x="1695864" y="2759529"/>
                </a:cubicBezTo>
                <a:lnTo>
                  <a:pt x="1692167" y="2775552"/>
                </a:lnTo>
                <a:cubicBezTo>
                  <a:pt x="1693810" y="2775552"/>
                  <a:pt x="1695453" y="2775141"/>
                  <a:pt x="1697097" y="2774319"/>
                </a:cubicBezTo>
                <a:close/>
                <a:moveTo>
                  <a:pt x="1231936" y="2701388"/>
                </a:moveTo>
                <a:lnTo>
                  <a:pt x="1215196" y="2723787"/>
                </a:lnTo>
                <a:lnTo>
                  <a:pt x="1195476" y="2749669"/>
                </a:lnTo>
                <a:lnTo>
                  <a:pt x="1175757" y="2775552"/>
                </a:lnTo>
                <a:cubicBezTo>
                  <a:pt x="1146177" y="2815813"/>
                  <a:pt x="1122349" y="2852787"/>
                  <a:pt x="1104272" y="2886475"/>
                </a:cubicBezTo>
                <a:cubicBezTo>
                  <a:pt x="1104272" y="2885654"/>
                  <a:pt x="1103862" y="2885242"/>
                  <a:pt x="1103040" y="2885242"/>
                </a:cubicBezTo>
                <a:cubicBezTo>
                  <a:pt x="1102218" y="2885242"/>
                  <a:pt x="1101397" y="2885654"/>
                  <a:pt x="1100575" y="2886475"/>
                </a:cubicBezTo>
                <a:cubicBezTo>
                  <a:pt x="1098110" y="2888118"/>
                  <a:pt x="1096467" y="2890172"/>
                  <a:pt x="1095645" y="2892637"/>
                </a:cubicBezTo>
                <a:cubicBezTo>
                  <a:pt x="1097288" y="2892637"/>
                  <a:pt x="1098110" y="2893870"/>
                  <a:pt x="1098110" y="2896335"/>
                </a:cubicBezTo>
                <a:cubicBezTo>
                  <a:pt x="1098932" y="2897157"/>
                  <a:pt x="1099343" y="2897978"/>
                  <a:pt x="1099343" y="2898800"/>
                </a:cubicBezTo>
                <a:cubicBezTo>
                  <a:pt x="1099343" y="2899622"/>
                  <a:pt x="1098932" y="2900854"/>
                  <a:pt x="1098110" y="2902497"/>
                </a:cubicBezTo>
                <a:cubicBezTo>
                  <a:pt x="1084964" y="2914822"/>
                  <a:pt x="1071817" y="2933720"/>
                  <a:pt x="1058671" y="2959191"/>
                </a:cubicBezTo>
                <a:cubicBezTo>
                  <a:pt x="1044702" y="2985485"/>
                  <a:pt x="1036486" y="3007258"/>
                  <a:pt x="1034021" y="3024513"/>
                </a:cubicBezTo>
                <a:cubicBezTo>
                  <a:pt x="1024983" y="3026978"/>
                  <a:pt x="1017177" y="3037249"/>
                  <a:pt x="1010604" y="3055325"/>
                </a:cubicBezTo>
                <a:cubicBezTo>
                  <a:pt x="1005674" y="3065185"/>
                  <a:pt x="1003209" y="3072991"/>
                  <a:pt x="1003209" y="3078742"/>
                </a:cubicBezTo>
                <a:cubicBezTo>
                  <a:pt x="1003209" y="3082851"/>
                  <a:pt x="1004852" y="3085726"/>
                  <a:pt x="1008139" y="3087369"/>
                </a:cubicBezTo>
                <a:cubicBezTo>
                  <a:pt x="990884" y="3106268"/>
                  <a:pt x="976094" y="3135847"/>
                  <a:pt x="963769" y="3176108"/>
                </a:cubicBezTo>
                <a:cubicBezTo>
                  <a:pt x="955553" y="3203223"/>
                  <a:pt x="951445" y="3226640"/>
                  <a:pt x="951445" y="3246360"/>
                </a:cubicBezTo>
                <a:cubicBezTo>
                  <a:pt x="951445" y="3254577"/>
                  <a:pt x="952266" y="3262382"/>
                  <a:pt x="953910" y="3269777"/>
                </a:cubicBezTo>
                <a:cubicBezTo>
                  <a:pt x="944871" y="3282924"/>
                  <a:pt x="939941" y="3289908"/>
                  <a:pt x="939120" y="3290729"/>
                </a:cubicBezTo>
                <a:cubicBezTo>
                  <a:pt x="941585" y="3297303"/>
                  <a:pt x="942817" y="3304697"/>
                  <a:pt x="942817" y="3312914"/>
                </a:cubicBezTo>
                <a:lnTo>
                  <a:pt x="942817" y="3336331"/>
                </a:lnTo>
                <a:lnTo>
                  <a:pt x="941585" y="3352354"/>
                </a:lnTo>
                <a:lnTo>
                  <a:pt x="941585" y="3358516"/>
                </a:lnTo>
                <a:cubicBezTo>
                  <a:pt x="941585" y="3379879"/>
                  <a:pt x="946104" y="3393025"/>
                  <a:pt x="955142" y="3397955"/>
                </a:cubicBezTo>
                <a:cubicBezTo>
                  <a:pt x="954320" y="3401242"/>
                  <a:pt x="953909" y="3404940"/>
                  <a:pt x="953910" y="3409048"/>
                </a:cubicBezTo>
                <a:cubicBezTo>
                  <a:pt x="953909" y="3420551"/>
                  <a:pt x="958018" y="3432465"/>
                  <a:pt x="966234" y="3444789"/>
                </a:cubicBezTo>
                <a:lnTo>
                  <a:pt x="973629" y="3454650"/>
                </a:lnTo>
                <a:lnTo>
                  <a:pt x="981024" y="3463277"/>
                </a:lnTo>
                <a:cubicBezTo>
                  <a:pt x="986776" y="3471493"/>
                  <a:pt x="990884" y="3478478"/>
                  <a:pt x="993349" y="3484229"/>
                </a:cubicBezTo>
                <a:cubicBezTo>
                  <a:pt x="996636" y="3487516"/>
                  <a:pt x="999511" y="3489159"/>
                  <a:pt x="1001976" y="3489159"/>
                </a:cubicBezTo>
                <a:cubicBezTo>
                  <a:pt x="1002798" y="3489159"/>
                  <a:pt x="1003620" y="3488748"/>
                  <a:pt x="1004441" y="3487927"/>
                </a:cubicBezTo>
                <a:lnTo>
                  <a:pt x="1006906" y="3486694"/>
                </a:lnTo>
                <a:cubicBezTo>
                  <a:pt x="1007728" y="3485872"/>
                  <a:pt x="1008550" y="3485462"/>
                  <a:pt x="1009371" y="3485462"/>
                </a:cubicBezTo>
                <a:cubicBezTo>
                  <a:pt x="1010193" y="3485462"/>
                  <a:pt x="1011015" y="3485872"/>
                  <a:pt x="1011836" y="3486694"/>
                </a:cubicBezTo>
                <a:cubicBezTo>
                  <a:pt x="1011015" y="3487516"/>
                  <a:pt x="1010604" y="3488337"/>
                  <a:pt x="1010604" y="3489159"/>
                </a:cubicBezTo>
                <a:cubicBezTo>
                  <a:pt x="1010604" y="3489981"/>
                  <a:pt x="1011015" y="3491213"/>
                  <a:pt x="1011836" y="3492857"/>
                </a:cubicBezTo>
                <a:lnTo>
                  <a:pt x="1014301" y="3495322"/>
                </a:lnTo>
                <a:lnTo>
                  <a:pt x="1016766" y="3497786"/>
                </a:lnTo>
                <a:cubicBezTo>
                  <a:pt x="1020874" y="3499429"/>
                  <a:pt x="1024161" y="3500251"/>
                  <a:pt x="1026626" y="3500251"/>
                </a:cubicBezTo>
                <a:lnTo>
                  <a:pt x="1027859" y="3499019"/>
                </a:lnTo>
                <a:lnTo>
                  <a:pt x="1030323" y="3497786"/>
                </a:lnTo>
                <a:cubicBezTo>
                  <a:pt x="1031145" y="3496964"/>
                  <a:pt x="1033199" y="3496554"/>
                  <a:pt x="1036486" y="3496554"/>
                </a:cubicBezTo>
                <a:lnTo>
                  <a:pt x="1042648" y="3496554"/>
                </a:lnTo>
                <a:cubicBezTo>
                  <a:pt x="1044292" y="3503127"/>
                  <a:pt x="1050865" y="3508057"/>
                  <a:pt x="1062368" y="3511344"/>
                </a:cubicBezTo>
                <a:cubicBezTo>
                  <a:pt x="1069763" y="3512987"/>
                  <a:pt x="1077158" y="3513809"/>
                  <a:pt x="1084553" y="3513809"/>
                </a:cubicBezTo>
                <a:cubicBezTo>
                  <a:pt x="1091126" y="3513809"/>
                  <a:pt x="1097699" y="3513398"/>
                  <a:pt x="1104272" y="3512576"/>
                </a:cubicBezTo>
                <a:cubicBezTo>
                  <a:pt x="1134674" y="3506825"/>
                  <a:pt x="1163021" y="3491624"/>
                  <a:pt x="1189314" y="3466974"/>
                </a:cubicBezTo>
                <a:cubicBezTo>
                  <a:pt x="1190957" y="3467796"/>
                  <a:pt x="1192600" y="3468207"/>
                  <a:pt x="1194244" y="3468207"/>
                </a:cubicBezTo>
                <a:cubicBezTo>
                  <a:pt x="1198352" y="3468207"/>
                  <a:pt x="1202871" y="3466974"/>
                  <a:pt x="1207801" y="3464509"/>
                </a:cubicBezTo>
                <a:cubicBezTo>
                  <a:pt x="1213553" y="3462044"/>
                  <a:pt x="1220537" y="3457115"/>
                  <a:pt x="1228753" y="3449720"/>
                </a:cubicBezTo>
                <a:lnTo>
                  <a:pt x="1239846" y="3439860"/>
                </a:lnTo>
                <a:lnTo>
                  <a:pt x="1250938" y="3430000"/>
                </a:lnTo>
                <a:cubicBezTo>
                  <a:pt x="1259154" y="3422605"/>
                  <a:pt x="1265728" y="3417264"/>
                  <a:pt x="1270658" y="3413977"/>
                </a:cubicBezTo>
                <a:cubicBezTo>
                  <a:pt x="1271479" y="3412334"/>
                  <a:pt x="1271890" y="3411102"/>
                  <a:pt x="1271890" y="3410280"/>
                </a:cubicBezTo>
                <a:cubicBezTo>
                  <a:pt x="1271890" y="3408637"/>
                  <a:pt x="1271479" y="3407815"/>
                  <a:pt x="1270658" y="3407815"/>
                </a:cubicBezTo>
                <a:cubicBezTo>
                  <a:pt x="1269014" y="3407815"/>
                  <a:pt x="1266549" y="3409048"/>
                  <a:pt x="1263263" y="3411513"/>
                </a:cubicBezTo>
                <a:cubicBezTo>
                  <a:pt x="1259154" y="3413156"/>
                  <a:pt x="1256279" y="3413977"/>
                  <a:pt x="1254635" y="3413977"/>
                </a:cubicBezTo>
                <a:cubicBezTo>
                  <a:pt x="1253814" y="3413977"/>
                  <a:pt x="1253403" y="3413567"/>
                  <a:pt x="1253403" y="3412745"/>
                </a:cubicBezTo>
                <a:lnTo>
                  <a:pt x="1254635" y="3411513"/>
                </a:lnTo>
                <a:cubicBezTo>
                  <a:pt x="1262030" y="3403296"/>
                  <a:pt x="1266960" y="3399188"/>
                  <a:pt x="1269425" y="3399188"/>
                </a:cubicBezTo>
                <a:lnTo>
                  <a:pt x="1274355" y="3401653"/>
                </a:lnTo>
                <a:lnTo>
                  <a:pt x="1279285" y="3402885"/>
                </a:lnTo>
                <a:cubicBezTo>
                  <a:pt x="1281750" y="3403707"/>
                  <a:pt x="1284626" y="3404118"/>
                  <a:pt x="1287912" y="3404118"/>
                </a:cubicBezTo>
                <a:lnTo>
                  <a:pt x="1294075" y="3404118"/>
                </a:lnTo>
                <a:cubicBezTo>
                  <a:pt x="1314616" y="3366322"/>
                  <a:pt x="1340909" y="3339618"/>
                  <a:pt x="1372954" y="3324006"/>
                </a:cubicBezTo>
                <a:cubicBezTo>
                  <a:pt x="1368845" y="3321541"/>
                  <a:pt x="1364326" y="3320309"/>
                  <a:pt x="1359396" y="3320309"/>
                </a:cubicBezTo>
                <a:cubicBezTo>
                  <a:pt x="1353645" y="3320309"/>
                  <a:pt x="1347893" y="3322363"/>
                  <a:pt x="1342142" y="3326471"/>
                </a:cubicBezTo>
                <a:cubicBezTo>
                  <a:pt x="1344607" y="3322363"/>
                  <a:pt x="1346661" y="3319076"/>
                  <a:pt x="1348304" y="3316612"/>
                </a:cubicBezTo>
                <a:lnTo>
                  <a:pt x="1354466" y="3311682"/>
                </a:lnTo>
                <a:cubicBezTo>
                  <a:pt x="1358575" y="3307573"/>
                  <a:pt x="1361861" y="3303465"/>
                  <a:pt x="1364326" y="3299357"/>
                </a:cubicBezTo>
                <a:lnTo>
                  <a:pt x="1350769" y="3298124"/>
                </a:lnTo>
                <a:cubicBezTo>
                  <a:pt x="1344196" y="3307162"/>
                  <a:pt x="1340909" y="3314557"/>
                  <a:pt x="1340909" y="3320309"/>
                </a:cubicBezTo>
                <a:cubicBezTo>
                  <a:pt x="1340909" y="3322774"/>
                  <a:pt x="1341320" y="3324828"/>
                  <a:pt x="1342142" y="3326471"/>
                </a:cubicBezTo>
                <a:lnTo>
                  <a:pt x="1338444" y="3333866"/>
                </a:lnTo>
                <a:lnTo>
                  <a:pt x="1333514" y="3340029"/>
                </a:lnTo>
                <a:cubicBezTo>
                  <a:pt x="1330227" y="3344959"/>
                  <a:pt x="1326530" y="3347834"/>
                  <a:pt x="1322422" y="3348656"/>
                </a:cubicBezTo>
                <a:lnTo>
                  <a:pt x="1322422" y="3347424"/>
                </a:lnTo>
                <a:cubicBezTo>
                  <a:pt x="1322422" y="3342494"/>
                  <a:pt x="1318725" y="3339618"/>
                  <a:pt x="1311330" y="3338796"/>
                </a:cubicBezTo>
                <a:cubicBezTo>
                  <a:pt x="1305578" y="3346191"/>
                  <a:pt x="1299416" y="3353175"/>
                  <a:pt x="1292842" y="3359748"/>
                </a:cubicBezTo>
                <a:lnTo>
                  <a:pt x="1285448" y="3367143"/>
                </a:lnTo>
                <a:lnTo>
                  <a:pt x="1278053" y="3373306"/>
                </a:lnTo>
                <a:cubicBezTo>
                  <a:pt x="1267371" y="3383987"/>
                  <a:pt x="1258744" y="3394669"/>
                  <a:pt x="1252170" y="3405350"/>
                </a:cubicBezTo>
                <a:lnTo>
                  <a:pt x="1249706" y="3405350"/>
                </a:lnTo>
                <a:cubicBezTo>
                  <a:pt x="1244776" y="3405350"/>
                  <a:pt x="1238202" y="3407405"/>
                  <a:pt x="1229986" y="3411513"/>
                </a:cubicBezTo>
                <a:cubicBezTo>
                  <a:pt x="1220126" y="3416442"/>
                  <a:pt x="1215196" y="3420962"/>
                  <a:pt x="1215196" y="3425070"/>
                </a:cubicBezTo>
                <a:lnTo>
                  <a:pt x="1215196" y="3426302"/>
                </a:lnTo>
                <a:cubicBezTo>
                  <a:pt x="1217661" y="3424659"/>
                  <a:pt x="1219304" y="3423838"/>
                  <a:pt x="1220126" y="3423838"/>
                </a:cubicBezTo>
                <a:cubicBezTo>
                  <a:pt x="1221769" y="3423838"/>
                  <a:pt x="1223002" y="3424659"/>
                  <a:pt x="1223823" y="3426302"/>
                </a:cubicBezTo>
                <a:lnTo>
                  <a:pt x="1225056" y="3431232"/>
                </a:lnTo>
                <a:cubicBezTo>
                  <a:pt x="1225056" y="3432876"/>
                  <a:pt x="1225467" y="3433697"/>
                  <a:pt x="1226288" y="3433697"/>
                </a:cubicBezTo>
                <a:cubicBezTo>
                  <a:pt x="1222180" y="3436162"/>
                  <a:pt x="1218893" y="3438217"/>
                  <a:pt x="1216428" y="3439860"/>
                </a:cubicBezTo>
                <a:lnTo>
                  <a:pt x="1213964" y="3442325"/>
                </a:lnTo>
                <a:lnTo>
                  <a:pt x="1212731" y="3444789"/>
                </a:lnTo>
                <a:cubicBezTo>
                  <a:pt x="1211088" y="3448076"/>
                  <a:pt x="1207801" y="3450541"/>
                  <a:pt x="1202871" y="3452185"/>
                </a:cubicBezTo>
                <a:cubicBezTo>
                  <a:pt x="1202049" y="3450541"/>
                  <a:pt x="1201639" y="3448898"/>
                  <a:pt x="1201639" y="3447254"/>
                </a:cubicBezTo>
                <a:lnTo>
                  <a:pt x="1201639" y="3443557"/>
                </a:lnTo>
                <a:lnTo>
                  <a:pt x="1202871" y="3442325"/>
                </a:lnTo>
                <a:cubicBezTo>
                  <a:pt x="1202871" y="3441503"/>
                  <a:pt x="1202049" y="3441092"/>
                  <a:pt x="1200406" y="3441092"/>
                </a:cubicBezTo>
                <a:cubicBezTo>
                  <a:pt x="1198763" y="3441092"/>
                  <a:pt x="1195887" y="3441914"/>
                  <a:pt x="1191779" y="3443557"/>
                </a:cubicBezTo>
                <a:lnTo>
                  <a:pt x="1172059" y="3454650"/>
                </a:lnTo>
                <a:cubicBezTo>
                  <a:pt x="1163842" y="3458758"/>
                  <a:pt x="1157269" y="3462044"/>
                  <a:pt x="1152339" y="3464509"/>
                </a:cubicBezTo>
                <a:cubicBezTo>
                  <a:pt x="1142479" y="3467796"/>
                  <a:pt x="1134263" y="3469439"/>
                  <a:pt x="1127690" y="3469439"/>
                </a:cubicBezTo>
                <a:cubicBezTo>
                  <a:pt x="1123581" y="3469439"/>
                  <a:pt x="1120295" y="3469028"/>
                  <a:pt x="1117830" y="3468207"/>
                </a:cubicBezTo>
                <a:lnTo>
                  <a:pt x="1117830" y="3471904"/>
                </a:lnTo>
                <a:cubicBezTo>
                  <a:pt x="1117830" y="3477656"/>
                  <a:pt x="1112489" y="3482586"/>
                  <a:pt x="1101807" y="3486694"/>
                </a:cubicBezTo>
                <a:cubicBezTo>
                  <a:pt x="1096877" y="3484229"/>
                  <a:pt x="1091126" y="3482997"/>
                  <a:pt x="1084553" y="3482997"/>
                </a:cubicBezTo>
                <a:lnTo>
                  <a:pt x="1063601" y="3482997"/>
                </a:lnTo>
                <a:cubicBezTo>
                  <a:pt x="1052097" y="3482997"/>
                  <a:pt x="1044702" y="3478889"/>
                  <a:pt x="1041416" y="3470672"/>
                </a:cubicBezTo>
                <a:cubicBezTo>
                  <a:pt x="1020053" y="3466564"/>
                  <a:pt x="1003620" y="3453828"/>
                  <a:pt x="992117" y="3432465"/>
                </a:cubicBezTo>
                <a:cubicBezTo>
                  <a:pt x="981435" y="3413567"/>
                  <a:pt x="974862" y="3388096"/>
                  <a:pt x="972397" y="3356051"/>
                </a:cubicBezTo>
                <a:cubicBezTo>
                  <a:pt x="971575" y="3348656"/>
                  <a:pt x="971164" y="3340850"/>
                  <a:pt x="971164" y="3332634"/>
                </a:cubicBezTo>
                <a:cubicBezTo>
                  <a:pt x="971164" y="3290729"/>
                  <a:pt x="978148" y="3237733"/>
                  <a:pt x="992117" y="3173643"/>
                </a:cubicBezTo>
                <a:lnTo>
                  <a:pt x="993349" y="3176108"/>
                </a:lnTo>
                <a:lnTo>
                  <a:pt x="994581" y="3179806"/>
                </a:lnTo>
                <a:lnTo>
                  <a:pt x="994581" y="3181038"/>
                </a:lnTo>
                <a:lnTo>
                  <a:pt x="995814" y="3181038"/>
                </a:lnTo>
                <a:cubicBezTo>
                  <a:pt x="999922" y="3174465"/>
                  <a:pt x="1001976" y="3169124"/>
                  <a:pt x="1001976" y="3165016"/>
                </a:cubicBezTo>
                <a:lnTo>
                  <a:pt x="1001976" y="3162551"/>
                </a:lnTo>
                <a:lnTo>
                  <a:pt x="1000744" y="3156389"/>
                </a:lnTo>
                <a:lnTo>
                  <a:pt x="998279" y="3150226"/>
                </a:lnTo>
                <a:lnTo>
                  <a:pt x="999511" y="3150226"/>
                </a:lnTo>
                <a:cubicBezTo>
                  <a:pt x="1001976" y="3150226"/>
                  <a:pt x="1004441" y="3147351"/>
                  <a:pt x="1006906" y="3141599"/>
                </a:cubicBezTo>
                <a:lnTo>
                  <a:pt x="1010604" y="3134204"/>
                </a:lnTo>
                <a:cubicBezTo>
                  <a:pt x="1012247" y="3131739"/>
                  <a:pt x="1014301" y="3130096"/>
                  <a:pt x="1016766" y="3129274"/>
                </a:cubicBezTo>
                <a:cubicBezTo>
                  <a:pt x="1019231" y="3117771"/>
                  <a:pt x="1022929" y="3105446"/>
                  <a:pt x="1027859" y="3092300"/>
                </a:cubicBezTo>
                <a:lnTo>
                  <a:pt x="1041416" y="3057790"/>
                </a:lnTo>
                <a:lnTo>
                  <a:pt x="1057438" y="3025746"/>
                </a:lnTo>
                <a:lnTo>
                  <a:pt x="1074693" y="2993701"/>
                </a:lnTo>
                <a:lnTo>
                  <a:pt x="1107970" y="2933309"/>
                </a:lnTo>
                <a:lnTo>
                  <a:pt x="1122760" y="2901265"/>
                </a:lnTo>
                <a:cubicBezTo>
                  <a:pt x="1127690" y="2890583"/>
                  <a:pt x="1132209" y="2879491"/>
                  <a:pt x="1136317" y="2867988"/>
                </a:cubicBezTo>
                <a:cubicBezTo>
                  <a:pt x="1137139" y="2867988"/>
                  <a:pt x="1137550" y="2868809"/>
                  <a:pt x="1137550" y="2870453"/>
                </a:cubicBezTo>
                <a:lnTo>
                  <a:pt x="1137550" y="2874150"/>
                </a:lnTo>
                <a:lnTo>
                  <a:pt x="1136317" y="2876615"/>
                </a:lnTo>
                <a:lnTo>
                  <a:pt x="1136317" y="2879080"/>
                </a:lnTo>
                <a:cubicBezTo>
                  <a:pt x="1136317" y="2881545"/>
                  <a:pt x="1136728" y="2882778"/>
                  <a:pt x="1137550" y="2882778"/>
                </a:cubicBezTo>
                <a:cubicBezTo>
                  <a:pt x="1139193" y="2882778"/>
                  <a:pt x="1140425" y="2882367"/>
                  <a:pt x="1141247" y="2881545"/>
                </a:cubicBezTo>
                <a:cubicBezTo>
                  <a:pt x="1146999" y="2871685"/>
                  <a:pt x="1153572" y="2861415"/>
                  <a:pt x="1160967" y="2850733"/>
                </a:cubicBezTo>
                <a:lnTo>
                  <a:pt x="1180686" y="2824851"/>
                </a:lnTo>
                <a:lnTo>
                  <a:pt x="1200406" y="2800201"/>
                </a:lnTo>
                <a:cubicBezTo>
                  <a:pt x="1207801" y="2790341"/>
                  <a:pt x="1214374" y="2781303"/>
                  <a:pt x="1220126" y="2773087"/>
                </a:cubicBezTo>
                <a:cubicBezTo>
                  <a:pt x="1220947" y="2769800"/>
                  <a:pt x="1221358" y="2766513"/>
                  <a:pt x="1221358" y="2763227"/>
                </a:cubicBezTo>
                <a:lnTo>
                  <a:pt x="1218893" y="2757064"/>
                </a:lnTo>
                <a:cubicBezTo>
                  <a:pt x="1218072" y="2755421"/>
                  <a:pt x="1217661" y="2753778"/>
                  <a:pt x="1217661" y="2752134"/>
                </a:cubicBezTo>
                <a:cubicBezTo>
                  <a:pt x="1217661" y="2748026"/>
                  <a:pt x="1219304" y="2743507"/>
                  <a:pt x="1222591" y="2738577"/>
                </a:cubicBezTo>
                <a:cubicBezTo>
                  <a:pt x="1224234" y="2738577"/>
                  <a:pt x="1225467" y="2738988"/>
                  <a:pt x="1226288" y="2739810"/>
                </a:cubicBezTo>
                <a:lnTo>
                  <a:pt x="1226288" y="2743507"/>
                </a:lnTo>
                <a:cubicBezTo>
                  <a:pt x="1227110" y="2745972"/>
                  <a:pt x="1228342" y="2747204"/>
                  <a:pt x="1229986" y="2747204"/>
                </a:cubicBezTo>
                <a:lnTo>
                  <a:pt x="1236148" y="2739810"/>
                </a:lnTo>
                <a:lnTo>
                  <a:pt x="1243543" y="2731182"/>
                </a:lnTo>
                <a:lnTo>
                  <a:pt x="1252347" y="2721024"/>
                </a:lnTo>
                <a:lnTo>
                  <a:pt x="1249430" y="2718934"/>
                </a:lnTo>
                <a:close/>
                <a:moveTo>
                  <a:pt x="1194244" y="2700370"/>
                </a:moveTo>
                <a:lnTo>
                  <a:pt x="1189314" y="2710230"/>
                </a:lnTo>
                <a:lnTo>
                  <a:pt x="1197941" y="2710230"/>
                </a:lnTo>
                <a:cubicBezTo>
                  <a:pt x="1200406" y="2706943"/>
                  <a:pt x="1202460" y="2703657"/>
                  <a:pt x="1204104" y="2700370"/>
                </a:cubicBezTo>
                <a:close/>
                <a:moveTo>
                  <a:pt x="1278053" y="2609166"/>
                </a:moveTo>
                <a:lnTo>
                  <a:pt x="1273123" y="2610399"/>
                </a:lnTo>
                <a:lnTo>
                  <a:pt x="1270808" y="2611267"/>
                </a:lnTo>
                <a:lnTo>
                  <a:pt x="1271671" y="2613401"/>
                </a:lnTo>
                <a:lnTo>
                  <a:pt x="1274355" y="2612864"/>
                </a:lnTo>
                <a:cubicBezTo>
                  <a:pt x="1275998" y="2612042"/>
                  <a:pt x="1277231" y="2610810"/>
                  <a:pt x="1278053" y="2609166"/>
                </a:cubicBezTo>
                <a:close/>
                <a:moveTo>
                  <a:pt x="1315027" y="2579587"/>
                </a:moveTo>
                <a:lnTo>
                  <a:pt x="1310097" y="2586982"/>
                </a:lnTo>
                <a:lnTo>
                  <a:pt x="1303935" y="2594377"/>
                </a:lnTo>
                <a:cubicBezTo>
                  <a:pt x="1299005" y="2600128"/>
                  <a:pt x="1296540" y="2605058"/>
                  <a:pt x="1296540" y="2609166"/>
                </a:cubicBezTo>
                <a:cubicBezTo>
                  <a:pt x="1298183" y="2607523"/>
                  <a:pt x="1300648" y="2605058"/>
                  <a:pt x="1303935" y="2601771"/>
                </a:cubicBezTo>
                <a:cubicBezTo>
                  <a:pt x="1306400" y="2598485"/>
                  <a:pt x="1308865" y="2595198"/>
                  <a:pt x="1311330" y="2591912"/>
                </a:cubicBezTo>
                <a:cubicBezTo>
                  <a:pt x="1315438" y="2586982"/>
                  <a:pt x="1317492" y="2583284"/>
                  <a:pt x="1317492" y="2580819"/>
                </a:cubicBezTo>
                <a:cubicBezTo>
                  <a:pt x="1317492" y="2579998"/>
                  <a:pt x="1316670" y="2579587"/>
                  <a:pt x="1315027" y="2579587"/>
                </a:cubicBezTo>
                <a:close/>
                <a:moveTo>
                  <a:pt x="1226321" y="2564797"/>
                </a:moveTo>
                <a:cubicBezTo>
                  <a:pt x="1227964" y="2566440"/>
                  <a:pt x="1229196" y="2569316"/>
                  <a:pt x="1230018" y="2573424"/>
                </a:cubicBezTo>
                <a:lnTo>
                  <a:pt x="1232483" y="2584517"/>
                </a:lnTo>
                <a:cubicBezTo>
                  <a:pt x="1233716" y="2589036"/>
                  <a:pt x="1235154" y="2592631"/>
                  <a:pt x="1236797" y="2595301"/>
                </a:cubicBezTo>
                <a:lnTo>
                  <a:pt x="1237440" y="2595908"/>
                </a:lnTo>
                <a:lnTo>
                  <a:pt x="1239830" y="2593000"/>
                </a:lnTo>
                <a:lnTo>
                  <a:pt x="1238646" y="2589447"/>
                </a:lnTo>
                <a:lnTo>
                  <a:pt x="1236181" y="2578354"/>
                </a:lnTo>
                <a:cubicBezTo>
                  <a:pt x="1233716" y="2570138"/>
                  <a:pt x="1230429" y="2565619"/>
                  <a:pt x="1226321" y="2564797"/>
                </a:cubicBezTo>
                <a:close/>
                <a:moveTo>
                  <a:pt x="1333514" y="2540147"/>
                </a:moveTo>
                <a:cubicBezTo>
                  <a:pt x="1316260" y="2555759"/>
                  <a:pt x="1298594" y="2575479"/>
                  <a:pt x="1280517" y="2599306"/>
                </a:cubicBezTo>
                <a:cubicBezTo>
                  <a:pt x="1298594" y="2587803"/>
                  <a:pt x="1316260" y="2568084"/>
                  <a:pt x="1333514" y="2540147"/>
                </a:cubicBezTo>
                <a:close/>
                <a:moveTo>
                  <a:pt x="1144449" y="2465318"/>
                </a:moveTo>
                <a:lnTo>
                  <a:pt x="1146209" y="2472361"/>
                </a:lnTo>
                <a:cubicBezTo>
                  <a:pt x="1146209" y="2474826"/>
                  <a:pt x="1145388" y="2477291"/>
                  <a:pt x="1143744" y="2479756"/>
                </a:cubicBezTo>
                <a:lnTo>
                  <a:pt x="1137582" y="2483453"/>
                </a:lnTo>
                <a:lnTo>
                  <a:pt x="1132652" y="2487151"/>
                </a:lnTo>
                <a:cubicBezTo>
                  <a:pt x="1137582" y="2496189"/>
                  <a:pt x="1143334" y="2508924"/>
                  <a:pt x="1149907" y="2525357"/>
                </a:cubicBezTo>
                <a:lnTo>
                  <a:pt x="1158534" y="2547542"/>
                </a:lnTo>
                <a:lnTo>
                  <a:pt x="1167162" y="2570959"/>
                </a:lnTo>
                <a:cubicBezTo>
                  <a:pt x="1178870" y="2602388"/>
                  <a:pt x="1189654" y="2626421"/>
                  <a:pt x="1199514" y="2643060"/>
                </a:cubicBezTo>
                <a:lnTo>
                  <a:pt x="1200213" y="2644097"/>
                </a:lnTo>
                <a:lnTo>
                  <a:pt x="1202781" y="2640264"/>
                </a:lnTo>
                <a:lnTo>
                  <a:pt x="1196741" y="2623956"/>
                </a:lnTo>
                <a:lnTo>
                  <a:pt x="1183184" y="2589447"/>
                </a:lnTo>
                <a:cubicBezTo>
                  <a:pt x="1173324" y="2562332"/>
                  <a:pt x="1165929" y="2538504"/>
                  <a:pt x="1160999" y="2517963"/>
                </a:cubicBezTo>
                <a:cubicBezTo>
                  <a:pt x="1160178" y="2518784"/>
                  <a:pt x="1159767" y="2520017"/>
                  <a:pt x="1159767" y="2521660"/>
                </a:cubicBezTo>
                <a:lnTo>
                  <a:pt x="1159767" y="2525357"/>
                </a:lnTo>
                <a:lnTo>
                  <a:pt x="1160999" y="2530287"/>
                </a:lnTo>
                <a:lnTo>
                  <a:pt x="1160999" y="2535218"/>
                </a:lnTo>
                <a:lnTo>
                  <a:pt x="1159767" y="2532752"/>
                </a:lnTo>
                <a:lnTo>
                  <a:pt x="1157302" y="2529055"/>
                </a:lnTo>
                <a:lnTo>
                  <a:pt x="1152372" y="2520428"/>
                </a:lnTo>
                <a:cubicBezTo>
                  <a:pt x="1151550" y="2517963"/>
                  <a:pt x="1151139" y="2515909"/>
                  <a:pt x="1151139" y="2514265"/>
                </a:cubicBezTo>
                <a:cubicBezTo>
                  <a:pt x="1151139" y="2510979"/>
                  <a:pt x="1152783" y="2508924"/>
                  <a:pt x="1156069" y="2508103"/>
                </a:cubicBezTo>
                <a:lnTo>
                  <a:pt x="1156069" y="2506871"/>
                </a:lnTo>
                <a:cubicBezTo>
                  <a:pt x="1156069" y="2503584"/>
                  <a:pt x="1154015" y="2501119"/>
                  <a:pt x="1149907" y="2499475"/>
                </a:cubicBezTo>
                <a:lnTo>
                  <a:pt x="1144977" y="2498243"/>
                </a:lnTo>
                <a:cubicBezTo>
                  <a:pt x="1143334" y="2497421"/>
                  <a:pt x="1142101" y="2496189"/>
                  <a:pt x="1141279" y="2494545"/>
                </a:cubicBezTo>
                <a:cubicBezTo>
                  <a:pt x="1141279" y="2490437"/>
                  <a:pt x="1142923" y="2487972"/>
                  <a:pt x="1146209" y="2487151"/>
                </a:cubicBezTo>
                <a:lnTo>
                  <a:pt x="1149907" y="2488383"/>
                </a:lnTo>
                <a:lnTo>
                  <a:pt x="1153604" y="2489615"/>
                </a:lnTo>
                <a:cubicBezTo>
                  <a:pt x="1151961" y="2487151"/>
                  <a:pt x="1150318" y="2483042"/>
                  <a:pt x="1148674" y="2477291"/>
                </a:cubicBezTo>
                <a:lnTo>
                  <a:pt x="1144977" y="2466198"/>
                </a:lnTo>
                <a:close/>
                <a:moveTo>
                  <a:pt x="1194276" y="2456338"/>
                </a:moveTo>
                <a:cubicBezTo>
                  <a:pt x="1193455" y="2456338"/>
                  <a:pt x="1192633" y="2457160"/>
                  <a:pt x="1191811" y="2458803"/>
                </a:cubicBezTo>
                <a:lnTo>
                  <a:pt x="1193044" y="2458803"/>
                </a:lnTo>
                <a:cubicBezTo>
                  <a:pt x="1194687" y="2458803"/>
                  <a:pt x="1195509" y="2461268"/>
                  <a:pt x="1195509" y="2466198"/>
                </a:cubicBezTo>
                <a:lnTo>
                  <a:pt x="1196741" y="2472361"/>
                </a:lnTo>
                <a:cubicBezTo>
                  <a:pt x="1196741" y="2474004"/>
                  <a:pt x="1197563" y="2474826"/>
                  <a:pt x="1199206" y="2474826"/>
                </a:cubicBezTo>
                <a:cubicBezTo>
                  <a:pt x="1200849" y="2473182"/>
                  <a:pt x="1201671" y="2471128"/>
                  <a:pt x="1201671" y="2468663"/>
                </a:cubicBezTo>
                <a:cubicBezTo>
                  <a:pt x="1201671" y="2466198"/>
                  <a:pt x="1200849" y="2463323"/>
                  <a:pt x="1199206" y="2460036"/>
                </a:cubicBezTo>
                <a:cubicBezTo>
                  <a:pt x="1198384" y="2457571"/>
                  <a:pt x="1197152" y="2456338"/>
                  <a:pt x="1195509" y="2456338"/>
                </a:cubicBezTo>
                <a:close/>
                <a:moveTo>
                  <a:pt x="1181951" y="2395947"/>
                </a:moveTo>
                <a:cubicBezTo>
                  <a:pt x="1181130" y="2395947"/>
                  <a:pt x="1180308" y="2396358"/>
                  <a:pt x="1179487" y="2397179"/>
                </a:cubicBezTo>
                <a:lnTo>
                  <a:pt x="1179487" y="2402109"/>
                </a:lnTo>
                <a:lnTo>
                  <a:pt x="1181951" y="2402109"/>
                </a:lnTo>
                <a:lnTo>
                  <a:pt x="1183184" y="2403342"/>
                </a:lnTo>
                <a:cubicBezTo>
                  <a:pt x="1184005" y="2404163"/>
                  <a:pt x="1184827" y="2404574"/>
                  <a:pt x="1185649" y="2404574"/>
                </a:cubicBezTo>
                <a:lnTo>
                  <a:pt x="1184416" y="2400877"/>
                </a:lnTo>
                <a:lnTo>
                  <a:pt x="1184416" y="2398412"/>
                </a:lnTo>
                <a:cubicBezTo>
                  <a:pt x="1183595" y="2396769"/>
                  <a:pt x="1182773" y="2395947"/>
                  <a:pt x="1181951" y="2395947"/>
                </a:cubicBezTo>
                <a:close/>
                <a:moveTo>
                  <a:pt x="1481412" y="2340485"/>
                </a:moveTo>
                <a:cubicBezTo>
                  <a:pt x="1479769" y="2341307"/>
                  <a:pt x="1478536" y="2341718"/>
                  <a:pt x="1477715" y="2341718"/>
                </a:cubicBezTo>
                <a:lnTo>
                  <a:pt x="1475250" y="2342950"/>
                </a:lnTo>
                <a:cubicBezTo>
                  <a:pt x="1473606" y="2343772"/>
                  <a:pt x="1471142" y="2345826"/>
                  <a:pt x="1467855" y="2349112"/>
                </a:cubicBezTo>
                <a:cubicBezTo>
                  <a:pt x="1469498" y="2348291"/>
                  <a:pt x="1471142" y="2347880"/>
                  <a:pt x="1472785" y="2347880"/>
                </a:cubicBezTo>
                <a:lnTo>
                  <a:pt x="1475250" y="2346647"/>
                </a:lnTo>
                <a:cubicBezTo>
                  <a:pt x="1476893" y="2345826"/>
                  <a:pt x="1478947" y="2343772"/>
                  <a:pt x="1481412" y="2340485"/>
                </a:cubicBezTo>
                <a:close/>
                <a:moveTo>
                  <a:pt x="1159767" y="2291186"/>
                </a:moveTo>
                <a:lnTo>
                  <a:pt x="1160999" y="2307208"/>
                </a:lnTo>
                <a:lnTo>
                  <a:pt x="1163464" y="2323230"/>
                </a:lnTo>
                <a:cubicBezTo>
                  <a:pt x="1165107" y="2334734"/>
                  <a:pt x="1167572" y="2343772"/>
                  <a:pt x="1170859" y="2350345"/>
                </a:cubicBezTo>
                <a:cubicBezTo>
                  <a:pt x="1171681" y="2354453"/>
                  <a:pt x="1172091" y="2357740"/>
                  <a:pt x="1172091" y="2360205"/>
                </a:cubicBezTo>
                <a:cubicBezTo>
                  <a:pt x="1172913" y="2361848"/>
                  <a:pt x="1173735" y="2362670"/>
                  <a:pt x="1174556" y="2362670"/>
                </a:cubicBezTo>
                <a:cubicBezTo>
                  <a:pt x="1175378" y="2362670"/>
                  <a:pt x="1175789" y="2361438"/>
                  <a:pt x="1175789" y="2358972"/>
                </a:cubicBezTo>
                <a:cubicBezTo>
                  <a:pt x="1175789" y="2356507"/>
                  <a:pt x="1174967" y="2353632"/>
                  <a:pt x="1173324" y="2350345"/>
                </a:cubicBezTo>
                <a:cubicBezTo>
                  <a:pt x="1171681" y="2345415"/>
                  <a:pt x="1170448" y="2340074"/>
                  <a:pt x="1169627" y="2334323"/>
                </a:cubicBezTo>
                <a:lnTo>
                  <a:pt x="1169627" y="2319533"/>
                </a:lnTo>
                <a:cubicBezTo>
                  <a:pt x="1169627" y="2308030"/>
                  <a:pt x="1167983" y="2300224"/>
                  <a:pt x="1164697" y="2296116"/>
                </a:cubicBezTo>
                <a:cubicBezTo>
                  <a:pt x="1164697" y="2294472"/>
                  <a:pt x="1164286" y="2293240"/>
                  <a:pt x="1163464" y="2292418"/>
                </a:cubicBezTo>
                <a:cubicBezTo>
                  <a:pt x="1161821" y="2291597"/>
                  <a:pt x="1160588" y="2291186"/>
                  <a:pt x="1159767" y="2291186"/>
                </a:cubicBezTo>
                <a:close/>
                <a:moveTo>
                  <a:pt x="1141279" y="2285023"/>
                </a:moveTo>
                <a:cubicBezTo>
                  <a:pt x="1140458" y="2285023"/>
                  <a:pt x="1139225" y="2285434"/>
                  <a:pt x="1137582" y="2286256"/>
                </a:cubicBezTo>
                <a:lnTo>
                  <a:pt x="1140047" y="2289953"/>
                </a:lnTo>
                <a:lnTo>
                  <a:pt x="1140047" y="2293651"/>
                </a:lnTo>
                <a:cubicBezTo>
                  <a:pt x="1140869" y="2296937"/>
                  <a:pt x="1142512" y="2298992"/>
                  <a:pt x="1144977" y="2299813"/>
                </a:cubicBezTo>
                <a:cubicBezTo>
                  <a:pt x="1144155" y="2298170"/>
                  <a:pt x="1143744" y="2296116"/>
                  <a:pt x="1143744" y="2293651"/>
                </a:cubicBezTo>
                <a:lnTo>
                  <a:pt x="1144977" y="2288721"/>
                </a:lnTo>
                <a:cubicBezTo>
                  <a:pt x="1144977" y="2286256"/>
                  <a:pt x="1143744" y="2285023"/>
                  <a:pt x="1141279" y="2285023"/>
                </a:cubicBezTo>
                <a:close/>
                <a:moveTo>
                  <a:pt x="1135117" y="2250514"/>
                </a:moveTo>
                <a:cubicBezTo>
                  <a:pt x="1134295" y="2250514"/>
                  <a:pt x="1133474" y="2250925"/>
                  <a:pt x="1132652" y="2251746"/>
                </a:cubicBezTo>
                <a:cubicBezTo>
                  <a:pt x="1131830" y="2252568"/>
                  <a:pt x="1131420" y="2253390"/>
                  <a:pt x="1131420" y="2254211"/>
                </a:cubicBezTo>
                <a:cubicBezTo>
                  <a:pt x="1131420" y="2255855"/>
                  <a:pt x="1131830" y="2257498"/>
                  <a:pt x="1132652" y="2259141"/>
                </a:cubicBezTo>
                <a:cubicBezTo>
                  <a:pt x="1135117" y="2263250"/>
                  <a:pt x="1137582" y="2265715"/>
                  <a:pt x="1140047" y="2266536"/>
                </a:cubicBezTo>
                <a:cubicBezTo>
                  <a:pt x="1139225" y="2265715"/>
                  <a:pt x="1138814" y="2264071"/>
                  <a:pt x="1138814" y="2261606"/>
                </a:cubicBezTo>
                <a:lnTo>
                  <a:pt x="1137582" y="2255444"/>
                </a:lnTo>
                <a:cubicBezTo>
                  <a:pt x="1136760" y="2252157"/>
                  <a:pt x="1135939" y="2250514"/>
                  <a:pt x="1135117" y="2250514"/>
                </a:cubicBezTo>
                <a:close/>
                <a:moveTo>
                  <a:pt x="1152372" y="2248049"/>
                </a:moveTo>
                <a:cubicBezTo>
                  <a:pt x="1154015" y="2252979"/>
                  <a:pt x="1155248" y="2258320"/>
                  <a:pt x="1156069" y="2264071"/>
                </a:cubicBezTo>
                <a:lnTo>
                  <a:pt x="1156069" y="2272698"/>
                </a:lnTo>
                <a:cubicBezTo>
                  <a:pt x="1156891" y="2275985"/>
                  <a:pt x="1157712" y="2279272"/>
                  <a:pt x="1158534" y="2282558"/>
                </a:cubicBezTo>
                <a:cubicBezTo>
                  <a:pt x="1162642" y="2281737"/>
                  <a:pt x="1164697" y="2278861"/>
                  <a:pt x="1164697" y="2273931"/>
                </a:cubicBezTo>
                <a:cubicBezTo>
                  <a:pt x="1164697" y="2271466"/>
                  <a:pt x="1164286" y="2268590"/>
                  <a:pt x="1163464" y="2265304"/>
                </a:cubicBezTo>
                <a:cubicBezTo>
                  <a:pt x="1160178" y="2254622"/>
                  <a:pt x="1156480" y="2248871"/>
                  <a:pt x="1152372" y="2248049"/>
                </a:cubicBezTo>
                <a:close/>
                <a:moveTo>
                  <a:pt x="1148674" y="2208609"/>
                </a:moveTo>
                <a:cubicBezTo>
                  <a:pt x="1150318" y="2211896"/>
                  <a:pt x="1151139" y="2215594"/>
                  <a:pt x="1151139" y="2219702"/>
                </a:cubicBezTo>
                <a:lnTo>
                  <a:pt x="1151139" y="2232027"/>
                </a:lnTo>
                <a:cubicBezTo>
                  <a:pt x="1151139" y="2236135"/>
                  <a:pt x="1152783" y="2238189"/>
                  <a:pt x="1156069" y="2238189"/>
                </a:cubicBezTo>
                <a:cubicBezTo>
                  <a:pt x="1155248" y="2236546"/>
                  <a:pt x="1154837" y="2233670"/>
                  <a:pt x="1154837" y="2229562"/>
                </a:cubicBezTo>
                <a:lnTo>
                  <a:pt x="1156069" y="2220934"/>
                </a:lnTo>
                <a:lnTo>
                  <a:pt x="1156069" y="2218469"/>
                </a:lnTo>
                <a:cubicBezTo>
                  <a:pt x="1156069" y="2213539"/>
                  <a:pt x="1153604" y="2210253"/>
                  <a:pt x="1148674" y="2208609"/>
                </a:cubicBezTo>
                <a:close/>
                <a:moveTo>
                  <a:pt x="1678610" y="2206144"/>
                </a:moveTo>
                <a:cubicBezTo>
                  <a:pt x="1675323" y="2209431"/>
                  <a:pt x="1673269" y="2211074"/>
                  <a:pt x="1672447" y="2211074"/>
                </a:cubicBezTo>
                <a:cubicBezTo>
                  <a:pt x="1671625" y="2211074"/>
                  <a:pt x="1671215" y="2210664"/>
                  <a:pt x="1671215" y="2209842"/>
                </a:cubicBezTo>
                <a:cubicBezTo>
                  <a:pt x="1667106" y="2215594"/>
                  <a:pt x="1665052" y="2219702"/>
                  <a:pt x="1665052" y="2222167"/>
                </a:cubicBezTo>
                <a:cubicBezTo>
                  <a:pt x="1665052" y="2223810"/>
                  <a:pt x="1665874" y="2224632"/>
                  <a:pt x="1667517" y="2224632"/>
                </a:cubicBezTo>
                <a:cubicBezTo>
                  <a:pt x="1674912" y="2213950"/>
                  <a:pt x="1678610" y="2207788"/>
                  <a:pt x="1678610" y="2206144"/>
                </a:cubicBezTo>
                <a:close/>
                <a:moveTo>
                  <a:pt x="1130187" y="2206144"/>
                </a:moveTo>
                <a:cubicBezTo>
                  <a:pt x="1129365" y="2207788"/>
                  <a:pt x="1128955" y="2209431"/>
                  <a:pt x="1128955" y="2211074"/>
                </a:cubicBezTo>
                <a:cubicBezTo>
                  <a:pt x="1128955" y="2212718"/>
                  <a:pt x="1129365" y="2214772"/>
                  <a:pt x="1130187" y="2217237"/>
                </a:cubicBezTo>
                <a:cubicBezTo>
                  <a:pt x="1131009" y="2221345"/>
                  <a:pt x="1133063" y="2223810"/>
                  <a:pt x="1136349" y="2224632"/>
                </a:cubicBezTo>
                <a:cubicBezTo>
                  <a:pt x="1135528" y="2223810"/>
                  <a:pt x="1134706" y="2222167"/>
                  <a:pt x="1133885" y="2219702"/>
                </a:cubicBezTo>
                <a:lnTo>
                  <a:pt x="1133885" y="2213539"/>
                </a:lnTo>
                <a:cubicBezTo>
                  <a:pt x="1133063" y="2208609"/>
                  <a:pt x="1131830" y="2206144"/>
                  <a:pt x="1130187" y="2206144"/>
                </a:cubicBezTo>
                <a:close/>
                <a:moveTo>
                  <a:pt x="1116630" y="2186425"/>
                </a:moveTo>
                <a:cubicBezTo>
                  <a:pt x="1114986" y="2186425"/>
                  <a:pt x="1113343" y="2186836"/>
                  <a:pt x="1111700" y="2187657"/>
                </a:cubicBezTo>
                <a:cubicBezTo>
                  <a:pt x="1112521" y="2189301"/>
                  <a:pt x="1112932" y="2190944"/>
                  <a:pt x="1112932" y="2192587"/>
                </a:cubicBezTo>
                <a:cubicBezTo>
                  <a:pt x="1114576" y="2192587"/>
                  <a:pt x="1116219" y="2192176"/>
                  <a:pt x="1117862" y="2191355"/>
                </a:cubicBezTo>
                <a:cubicBezTo>
                  <a:pt x="1117862" y="2189711"/>
                  <a:pt x="1117451" y="2188068"/>
                  <a:pt x="1116630" y="2186425"/>
                </a:cubicBezTo>
                <a:close/>
                <a:moveTo>
                  <a:pt x="4106010" y="2179030"/>
                </a:moveTo>
                <a:cubicBezTo>
                  <a:pt x="4106832" y="2181495"/>
                  <a:pt x="4107242" y="2185192"/>
                  <a:pt x="4107242" y="2190122"/>
                </a:cubicBezTo>
                <a:lnTo>
                  <a:pt x="4106010" y="2201214"/>
                </a:lnTo>
                <a:cubicBezTo>
                  <a:pt x="4106010" y="2211074"/>
                  <a:pt x="4108064" y="2217237"/>
                  <a:pt x="4112172" y="2219702"/>
                </a:cubicBezTo>
                <a:lnTo>
                  <a:pt x="4110940" y="2207377"/>
                </a:lnTo>
                <a:lnTo>
                  <a:pt x="4110940" y="2196285"/>
                </a:lnTo>
                <a:cubicBezTo>
                  <a:pt x="4110940" y="2187246"/>
                  <a:pt x="4109296" y="2181495"/>
                  <a:pt x="4106010" y="2179030"/>
                </a:cubicBezTo>
                <a:close/>
                <a:moveTo>
                  <a:pt x="1143744" y="2159310"/>
                </a:moveTo>
                <a:lnTo>
                  <a:pt x="1144977" y="2166705"/>
                </a:lnTo>
                <a:cubicBezTo>
                  <a:pt x="1145798" y="2168348"/>
                  <a:pt x="1146620" y="2169170"/>
                  <a:pt x="1147442" y="2169170"/>
                </a:cubicBezTo>
                <a:cubicBezTo>
                  <a:pt x="1147442" y="2167527"/>
                  <a:pt x="1148263" y="2166705"/>
                  <a:pt x="1149907" y="2166705"/>
                </a:cubicBezTo>
                <a:cubicBezTo>
                  <a:pt x="1149085" y="2161775"/>
                  <a:pt x="1147442" y="2159310"/>
                  <a:pt x="1144977" y="2159310"/>
                </a:cubicBezTo>
                <a:close/>
                <a:moveTo>
                  <a:pt x="1833902" y="2139590"/>
                </a:moveTo>
                <a:cubicBezTo>
                  <a:pt x="1723801" y="2235724"/>
                  <a:pt x="1619861" y="2333912"/>
                  <a:pt x="1522084" y="2434154"/>
                </a:cubicBezTo>
                <a:cubicBezTo>
                  <a:pt x="1466211" y="2491670"/>
                  <a:pt x="1414550" y="2548056"/>
                  <a:pt x="1367099" y="2603312"/>
                </a:cubicBezTo>
                <a:lnTo>
                  <a:pt x="1303093" y="2680511"/>
                </a:lnTo>
                <a:lnTo>
                  <a:pt x="1314501" y="2699215"/>
                </a:lnTo>
                <a:cubicBezTo>
                  <a:pt x="1326787" y="2717856"/>
                  <a:pt x="1339709" y="2733031"/>
                  <a:pt x="1353267" y="2744739"/>
                </a:cubicBezTo>
                <a:lnTo>
                  <a:pt x="1356964" y="2763227"/>
                </a:lnTo>
                <a:cubicBezTo>
                  <a:pt x="1353677" y="2766513"/>
                  <a:pt x="1347515" y="2768978"/>
                  <a:pt x="1338477" y="2770622"/>
                </a:cubicBezTo>
                <a:lnTo>
                  <a:pt x="1328617" y="2771854"/>
                </a:lnTo>
                <a:lnTo>
                  <a:pt x="1317525" y="2775552"/>
                </a:lnTo>
                <a:cubicBezTo>
                  <a:pt x="1315060" y="2771443"/>
                  <a:pt x="1311773" y="2767746"/>
                  <a:pt x="1307665" y="2764459"/>
                </a:cubicBezTo>
                <a:lnTo>
                  <a:pt x="1300270" y="2760762"/>
                </a:lnTo>
                <a:lnTo>
                  <a:pt x="1294107" y="2758297"/>
                </a:lnTo>
                <a:cubicBezTo>
                  <a:pt x="1282604" y="2752545"/>
                  <a:pt x="1276853" y="2745972"/>
                  <a:pt x="1276853" y="2738577"/>
                </a:cubicBezTo>
                <a:lnTo>
                  <a:pt x="1264822" y="2729960"/>
                </a:lnTo>
                <a:lnTo>
                  <a:pt x="1237381" y="2765692"/>
                </a:lnTo>
                <a:cubicBezTo>
                  <a:pt x="1146999" y="2889762"/>
                  <a:pt x="1077158" y="3011367"/>
                  <a:pt x="1027859" y="3130507"/>
                </a:cubicBezTo>
                <a:cubicBezTo>
                  <a:pt x="1000744" y="3199526"/>
                  <a:pt x="985954" y="3261561"/>
                  <a:pt x="983489" y="3316612"/>
                </a:cubicBezTo>
                <a:cubicBezTo>
                  <a:pt x="983489" y="3331401"/>
                  <a:pt x="983900" y="3346191"/>
                  <a:pt x="984722" y="3360981"/>
                </a:cubicBezTo>
                <a:cubicBezTo>
                  <a:pt x="986365" y="3375771"/>
                  <a:pt x="988830" y="3389328"/>
                  <a:pt x="992117" y="3401653"/>
                </a:cubicBezTo>
                <a:cubicBezTo>
                  <a:pt x="999511" y="3427946"/>
                  <a:pt x="1010604" y="3446844"/>
                  <a:pt x="1025394" y="3458347"/>
                </a:cubicBezTo>
                <a:cubicBezTo>
                  <a:pt x="1037718" y="3465742"/>
                  <a:pt x="1053330" y="3469439"/>
                  <a:pt x="1072228" y="3469439"/>
                </a:cubicBezTo>
                <a:lnTo>
                  <a:pt x="1082088" y="3469439"/>
                </a:lnTo>
                <a:cubicBezTo>
                  <a:pt x="1105094" y="3466153"/>
                  <a:pt x="1129333" y="3457936"/>
                  <a:pt x="1154804" y="3444789"/>
                </a:cubicBezTo>
                <a:lnTo>
                  <a:pt x="1172059" y="3434930"/>
                </a:lnTo>
                <a:lnTo>
                  <a:pt x="1181919" y="3430000"/>
                </a:lnTo>
                <a:lnTo>
                  <a:pt x="1190546" y="3422605"/>
                </a:lnTo>
                <a:lnTo>
                  <a:pt x="1210266" y="3409048"/>
                </a:lnTo>
                <a:lnTo>
                  <a:pt x="1229986" y="3395490"/>
                </a:lnTo>
                <a:cubicBezTo>
                  <a:pt x="1253814" y="3376592"/>
                  <a:pt x="1277642" y="3355229"/>
                  <a:pt x="1301470" y="3331401"/>
                </a:cubicBezTo>
                <a:cubicBezTo>
                  <a:pt x="1386100" y="3250057"/>
                  <a:pt x="1464568" y="3142420"/>
                  <a:pt x="1536874" y="3008491"/>
                </a:cubicBezTo>
                <a:cubicBezTo>
                  <a:pt x="1567275" y="2964121"/>
                  <a:pt x="1597266" y="2907427"/>
                  <a:pt x="1626845" y="2838408"/>
                </a:cubicBezTo>
                <a:lnTo>
                  <a:pt x="1644100" y="2795271"/>
                </a:lnTo>
                <a:lnTo>
                  <a:pt x="1662587" y="2752134"/>
                </a:lnTo>
                <a:cubicBezTo>
                  <a:pt x="1677377" y="2718447"/>
                  <a:pt x="1691345" y="2689278"/>
                  <a:pt x="1704492" y="2664628"/>
                </a:cubicBezTo>
                <a:cubicBezTo>
                  <a:pt x="1758721" y="2507692"/>
                  <a:pt x="1798982" y="2350756"/>
                  <a:pt x="1825275" y="2193820"/>
                </a:cubicBezTo>
                <a:close/>
                <a:moveTo>
                  <a:pt x="1120327" y="2138358"/>
                </a:moveTo>
                <a:lnTo>
                  <a:pt x="1120327" y="2163008"/>
                </a:lnTo>
                <a:cubicBezTo>
                  <a:pt x="1121970" y="2172046"/>
                  <a:pt x="1124435" y="2180262"/>
                  <a:pt x="1127722" y="2187657"/>
                </a:cubicBezTo>
                <a:lnTo>
                  <a:pt x="1127722" y="2160543"/>
                </a:lnTo>
                <a:cubicBezTo>
                  <a:pt x="1126901" y="2149861"/>
                  <a:pt x="1124435" y="2142466"/>
                  <a:pt x="1120327" y="2138358"/>
                </a:cubicBezTo>
                <a:close/>
                <a:moveTo>
                  <a:pt x="1087050" y="2110011"/>
                </a:moveTo>
                <a:lnTo>
                  <a:pt x="1088283" y="2114941"/>
                </a:lnTo>
                <a:lnTo>
                  <a:pt x="1088283" y="2119871"/>
                </a:lnTo>
                <a:cubicBezTo>
                  <a:pt x="1089104" y="2122336"/>
                  <a:pt x="1089926" y="2123568"/>
                  <a:pt x="1090748" y="2123568"/>
                </a:cubicBezTo>
                <a:cubicBezTo>
                  <a:pt x="1092391" y="2123568"/>
                  <a:pt x="1093623" y="2123157"/>
                  <a:pt x="1094445" y="2122336"/>
                </a:cubicBezTo>
                <a:lnTo>
                  <a:pt x="1094445" y="2117406"/>
                </a:lnTo>
                <a:cubicBezTo>
                  <a:pt x="1094445" y="2112476"/>
                  <a:pt x="1092391" y="2110011"/>
                  <a:pt x="1088283" y="2110011"/>
                </a:cubicBezTo>
                <a:close/>
                <a:moveTo>
                  <a:pt x="1132652" y="2082896"/>
                </a:moveTo>
                <a:cubicBezTo>
                  <a:pt x="1133474" y="2086183"/>
                  <a:pt x="1134295" y="2091935"/>
                  <a:pt x="1135117" y="2100151"/>
                </a:cubicBezTo>
                <a:lnTo>
                  <a:pt x="1136349" y="2121103"/>
                </a:lnTo>
                <a:cubicBezTo>
                  <a:pt x="1138814" y="2137536"/>
                  <a:pt x="1142101" y="2148218"/>
                  <a:pt x="1146209" y="2153148"/>
                </a:cubicBezTo>
                <a:lnTo>
                  <a:pt x="1146209" y="2137125"/>
                </a:lnTo>
                <a:cubicBezTo>
                  <a:pt x="1146209" y="2129730"/>
                  <a:pt x="1145798" y="2123157"/>
                  <a:pt x="1144977" y="2117406"/>
                </a:cubicBezTo>
                <a:cubicBezTo>
                  <a:pt x="1143334" y="2100151"/>
                  <a:pt x="1139225" y="2088648"/>
                  <a:pt x="1132652" y="2082896"/>
                </a:cubicBezTo>
                <a:close/>
                <a:moveTo>
                  <a:pt x="1133885" y="2069339"/>
                </a:moveTo>
                <a:cubicBezTo>
                  <a:pt x="1132241" y="2069339"/>
                  <a:pt x="1131420" y="2070161"/>
                  <a:pt x="1131420" y="2071804"/>
                </a:cubicBezTo>
                <a:lnTo>
                  <a:pt x="1132652" y="2071804"/>
                </a:lnTo>
                <a:lnTo>
                  <a:pt x="1135117" y="2073036"/>
                </a:lnTo>
                <a:cubicBezTo>
                  <a:pt x="1135939" y="2073036"/>
                  <a:pt x="1136349" y="2072215"/>
                  <a:pt x="1136349" y="2070571"/>
                </a:cubicBezTo>
                <a:cubicBezTo>
                  <a:pt x="1136349" y="2069750"/>
                  <a:pt x="1135528" y="2069339"/>
                  <a:pt x="1133885" y="2069339"/>
                </a:cubicBezTo>
                <a:close/>
                <a:moveTo>
                  <a:pt x="1843762" y="2066874"/>
                </a:moveTo>
                <a:cubicBezTo>
                  <a:pt x="1830616" y="2080020"/>
                  <a:pt x="1816237" y="2093988"/>
                  <a:pt x="1800625" y="2108778"/>
                </a:cubicBezTo>
                <a:lnTo>
                  <a:pt x="1759953" y="2148218"/>
                </a:lnTo>
                <a:cubicBezTo>
                  <a:pt x="1724622" y="2180262"/>
                  <a:pt x="1697918" y="2206144"/>
                  <a:pt x="1679842" y="2225864"/>
                </a:cubicBezTo>
                <a:cubicBezTo>
                  <a:pt x="1682307" y="2223399"/>
                  <a:pt x="1683950" y="2218880"/>
                  <a:pt x="1684772" y="2212307"/>
                </a:cubicBezTo>
                <a:cubicBezTo>
                  <a:pt x="1682307" y="2214772"/>
                  <a:pt x="1678610" y="2218880"/>
                  <a:pt x="1673680" y="2224632"/>
                </a:cubicBezTo>
                <a:lnTo>
                  <a:pt x="1661355" y="2238189"/>
                </a:lnTo>
                <a:cubicBezTo>
                  <a:pt x="1650673" y="2249692"/>
                  <a:pt x="1645333" y="2257498"/>
                  <a:pt x="1645333" y="2261606"/>
                </a:cubicBezTo>
                <a:cubicBezTo>
                  <a:pt x="1628899" y="2266536"/>
                  <a:pt x="1606304" y="2286667"/>
                  <a:pt x="1577546" y="2321998"/>
                </a:cubicBezTo>
                <a:cubicBezTo>
                  <a:pt x="1562756" y="2339253"/>
                  <a:pt x="1551664" y="2351577"/>
                  <a:pt x="1544269" y="2358972"/>
                </a:cubicBezTo>
                <a:cubicBezTo>
                  <a:pt x="1531122" y="2370476"/>
                  <a:pt x="1518798" y="2378281"/>
                  <a:pt x="1507294" y="2382389"/>
                </a:cubicBezTo>
                <a:cubicBezTo>
                  <a:pt x="1504829" y="2385676"/>
                  <a:pt x="1499078" y="2396769"/>
                  <a:pt x="1490040" y="2415667"/>
                </a:cubicBezTo>
                <a:lnTo>
                  <a:pt x="1488807" y="2415667"/>
                </a:lnTo>
                <a:cubicBezTo>
                  <a:pt x="1483877" y="2415667"/>
                  <a:pt x="1476482" y="2421418"/>
                  <a:pt x="1466622" y="2432921"/>
                </a:cubicBezTo>
                <a:cubicBezTo>
                  <a:pt x="1461692" y="2439495"/>
                  <a:pt x="1457995" y="2444014"/>
                  <a:pt x="1455530" y="2446479"/>
                </a:cubicBezTo>
                <a:cubicBezTo>
                  <a:pt x="1450600" y="2449765"/>
                  <a:pt x="1446081" y="2451409"/>
                  <a:pt x="1441973" y="2451409"/>
                </a:cubicBezTo>
                <a:cubicBezTo>
                  <a:pt x="1437865" y="2456338"/>
                  <a:pt x="1433345" y="2462912"/>
                  <a:pt x="1428415" y="2471128"/>
                </a:cubicBezTo>
                <a:lnTo>
                  <a:pt x="1423486" y="2479756"/>
                </a:lnTo>
                <a:lnTo>
                  <a:pt x="1418556" y="2488383"/>
                </a:lnTo>
                <a:cubicBezTo>
                  <a:pt x="1415269" y="2494956"/>
                  <a:pt x="1412393" y="2498243"/>
                  <a:pt x="1409928" y="2498243"/>
                </a:cubicBezTo>
                <a:cubicBezTo>
                  <a:pt x="1408285" y="2498243"/>
                  <a:pt x="1407052" y="2496600"/>
                  <a:pt x="1406231" y="2493313"/>
                </a:cubicBezTo>
                <a:cubicBezTo>
                  <a:pt x="1395549" y="2508924"/>
                  <a:pt x="1382814" y="2525357"/>
                  <a:pt x="1368024" y="2542612"/>
                </a:cubicBezTo>
                <a:lnTo>
                  <a:pt x="1349536" y="2564797"/>
                </a:lnTo>
                <a:lnTo>
                  <a:pt x="1329817" y="2585749"/>
                </a:lnTo>
                <a:cubicBezTo>
                  <a:pt x="1314205" y="2603004"/>
                  <a:pt x="1300956" y="2618513"/>
                  <a:pt x="1290069" y="2632275"/>
                </a:cubicBezTo>
                <a:lnTo>
                  <a:pt x="1283361" y="2641184"/>
                </a:lnTo>
                <a:lnTo>
                  <a:pt x="1290776" y="2657310"/>
                </a:lnTo>
                <a:lnTo>
                  <a:pt x="1295470" y="2666217"/>
                </a:lnTo>
                <a:lnTo>
                  <a:pt x="1301162" y="2664320"/>
                </a:lnTo>
                <a:cubicBezTo>
                  <a:pt x="1303832" y="2662882"/>
                  <a:pt x="1306400" y="2660931"/>
                  <a:pt x="1308865" y="2658466"/>
                </a:cubicBezTo>
                <a:lnTo>
                  <a:pt x="1313794" y="2649838"/>
                </a:lnTo>
                <a:lnTo>
                  <a:pt x="1319957" y="2641211"/>
                </a:lnTo>
                <a:cubicBezTo>
                  <a:pt x="1328995" y="2626421"/>
                  <a:pt x="1337212" y="2619026"/>
                  <a:pt x="1344607" y="2619026"/>
                </a:cubicBezTo>
                <a:cubicBezTo>
                  <a:pt x="1347072" y="2615740"/>
                  <a:pt x="1348715" y="2612864"/>
                  <a:pt x="1349536" y="2610399"/>
                </a:cubicBezTo>
                <a:lnTo>
                  <a:pt x="1352002" y="2604236"/>
                </a:lnTo>
                <a:cubicBezTo>
                  <a:pt x="1352823" y="2599306"/>
                  <a:pt x="1355288" y="2594377"/>
                  <a:pt x="1359396" y="2589447"/>
                </a:cubicBezTo>
                <a:lnTo>
                  <a:pt x="1411161" y="2535218"/>
                </a:lnTo>
                <a:lnTo>
                  <a:pt x="1462925" y="2479756"/>
                </a:lnTo>
                <a:cubicBezTo>
                  <a:pt x="1507294" y="2432921"/>
                  <a:pt x="1543036" y="2395947"/>
                  <a:pt x="1570151" y="2368832"/>
                </a:cubicBezTo>
                <a:cubicBezTo>
                  <a:pt x="1656425" y="2280093"/>
                  <a:pt x="1730784" y="2211074"/>
                  <a:pt x="1793230" y="2161775"/>
                </a:cubicBezTo>
                <a:cubicBezTo>
                  <a:pt x="1796517" y="2158489"/>
                  <a:pt x="1798160" y="2155202"/>
                  <a:pt x="1798160" y="2151915"/>
                </a:cubicBezTo>
                <a:lnTo>
                  <a:pt x="1798160" y="2143288"/>
                </a:lnTo>
                <a:cubicBezTo>
                  <a:pt x="1799804" y="2140823"/>
                  <a:pt x="1802268" y="2137536"/>
                  <a:pt x="1805555" y="2133428"/>
                </a:cubicBezTo>
                <a:cubicBezTo>
                  <a:pt x="1816237" y="2127677"/>
                  <a:pt x="1826918" y="2121103"/>
                  <a:pt x="1837600" y="2113708"/>
                </a:cubicBezTo>
                <a:close/>
                <a:moveTo>
                  <a:pt x="4103545" y="2063176"/>
                </a:moveTo>
                <a:cubicBezTo>
                  <a:pt x="4102723" y="2063176"/>
                  <a:pt x="4101902" y="2063998"/>
                  <a:pt x="4101080" y="2065641"/>
                </a:cubicBezTo>
                <a:lnTo>
                  <a:pt x="4102312" y="2065641"/>
                </a:lnTo>
                <a:cubicBezTo>
                  <a:pt x="4103956" y="2065641"/>
                  <a:pt x="4104777" y="2066463"/>
                  <a:pt x="4104778" y="2068106"/>
                </a:cubicBezTo>
                <a:cubicBezTo>
                  <a:pt x="4104777" y="2069750"/>
                  <a:pt x="4104366" y="2071393"/>
                  <a:pt x="4103545" y="2073036"/>
                </a:cubicBezTo>
                <a:lnTo>
                  <a:pt x="4102312" y="2076734"/>
                </a:lnTo>
                <a:lnTo>
                  <a:pt x="4102312" y="2080431"/>
                </a:lnTo>
                <a:cubicBezTo>
                  <a:pt x="4102312" y="2082075"/>
                  <a:pt x="4103134" y="2082896"/>
                  <a:pt x="4104778" y="2082896"/>
                </a:cubicBezTo>
                <a:cubicBezTo>
                  <a:pt x="4106420" y="2082896"/>
                  <a:pt x="4107653" y="2081253"/>
                  <a:pt x="4108475" y="2077966"/>
                </a:cubicBezTo>
                <a:cubicBezTo>
                  <a:pt x="4109296" y="2076323"/>
                  <a:pt x="4109707" y="2075090"/>
                  <a:pt x="4109708" y="2074269"/>
                </a:cubicBezTo>
                <a:cubicBezTo>
                  <a:pt x="4109707" y="2072626"/>
                  <a:pt x="4109296" y="2070982"/>
                  <a:pt x="4108475" y="2069339"/>
                </a:cubicBezTo>
                <a:cubicBezTo>
                  <a:pt x="4107653" y="2066874"/>
                  <a:pt x="4106832" y="2065231"/>
                  <a:pt x="4106010" y="2064409"/>
                </a:cubicBezTo>
                <a:cubicBezTo>
                  <a:pt x="4105188" y="2063587"/>
                  <a:pt x="4104366" y="2063176"/>
                  <a:pt x="4103545" y="2063176"/>
                </a:cubicBezTo>
                <a:close/>
                <a:moveTo>
                  <a:pt x="1112932" y="2061944"/>
                </a:moveTo>
                <a:cubicBezTo>
                  <a:pt x="1112111" y="2061944"/>
                  <a:pt x="1111700" y="2062355"/>
                  <a:pt x="1111700" y="2063176"/>
                </a:cubicBezTo>
                <a:lnTo>
                  <a:pt x="1114165" y="2061944"/>
                </a:lnTo>
                <a:close/>
                <a:moveTo>
                  <a:pt x="4054246" y="2058246"/>
                </a:moveTo>
                <a:cubicBezTo>
                  <a:pt x="4054245" y="2063998"/>
                  <a:pt x="4052602" y="2068106"/>
                  <a:pt x="4049316" y="2070571"/>
                </a:cubicBezTo>
                <a:lnTo>
                  <a:pt x="4043153" y="2073036"/>
                </a:lnTo>
                <a:lnTo>
                  <a:pt x="4035758" y="2075501"/>
                </a:lnTo>
                <a:cubicBezTo>
                  <a:pt x="4039045" y="2085361"/>
                  <a:pt x="4041510" y="2099329"/>
                  <a:pt x="4043153" y="2117406"/>
                </a:cubicBezTo>
                <a:lnTo>
                  <a:pt x="4045618" y="2142055"/>
                </a:lnTo>
                <a:lnTo>
                  <a:pt x="4046851" y="2167937"/>
                </a:lnTo>
                <a:cubicBezTo>
                  <a:pt x="4050138" y="2213129"/>
                  <a:pt x="4055889" y="2245584"/>
                  <a:pt x="4064106" y="2265304"/>
                </a:cubicBezTo>
                <a:lnTo>
                  <a:pt x="4060408" y="2228329"/>
                </a:lnTo>
                <a:lnTo>
                  <a:pt x="4056710" y="2191355"/>
                </a:lnTo>
                <a:cubicBezTo>
                  <a:pt x="4055889" y="2170813"/>
                  <a:pt x="4055478" y="2152737"/>
                  <a:pt x="4055478" y="2137125"/>
                </a:cubicBezTo>
                <a:lnTo>
                  <a:pt x="4055478" y="2114941"/>
                </a:lnTo>
                <a:cubicBezTo>
                  <a:pt x="4053834" y="2114941"/>
                  <a:pt x="4053013" y="2116995"/>
                  <a:pt x="4053013" y="2121103"/>
                </a:cubicBezTo>
                <a:lnTo>
                  <a:pt x="4051781" y="2126033"/>
                </a:lnTo>
                <a:lnTo>
                  <a:pt x="4050548" y="2130963"/>
                </a:lnTo>
                <a:lnTo>
                  <a:pt x="4050548" y="2128498"/>
                </a:lnTo>
                <a:lnTo>
                  <a:pt x="4049316" y="2123568"/>
                </a:lnTo>
                <a:lnTo>
                  <a:pt x="4046851" y="2114941"/>
                </a:lnTo>
                <a:lnTo>
                  <a:pt x="4046851" y="2112476"/>
                </a:lnTo>
                <a:cubicBezTo>
                  <a:pt x="4046850" y="2105903"/>
                  <a:pt x="4049316" y="2102616"/>
                  <a:pt x="4054246" y="2102616"/>
                </a:cubicBezTo>
                <a:lnTo>
                  <a:pt x="4054246" y="2100151"/>
                </a:lnTo>
                <a:cubicBezTo>
                  <a:pt x="4054245" y="2096864"/>
                  <a:pt x="4053013" y="2094399"/>
                  <a:pt x="4050548" y="2092756"/>
                </a:cubicBezTo>
                <a:lnTo>
                  <a:pt x="4045618" y="2090291"/>
                </a:lnTo>
                <a:cubicBezTo>
                  <a:pt x="4043975" y="2088648"/>
                  <a:pt x="4043153" y="2087005"/>
                  <a:pt x="4043153" y="2085361"/>
                </a:cubicBezTo>
                <a:cubicBezTo>
                  <a:pt x="4044796" y="2082075"/>
                  <a:pt x="4046440" y="2080431"/>
                  <a:pt x="4048083" y="2080431"/>
                </a:cubicBezTo>
                <a:lnTo>
                  <a:pt x="4049316" y="2080431"/>
                </a:lnTo>
                <a:lnTo>
                  <a:pt x="4053013" y="2081664"/>
                </a:lnTo>
                <a:lnTo>
                  <a:pt x="4055478" y="2082896"/>
                </a:lnTo>
                <a:cubicBezTo>
                  <a:pt x="4054656" y="2080431"/>
                  <a:pt x="4054245" y="2076323"/>
                  <a:pt x="4054246" y="2070571"/>
                </a:cubicBezTo>
                <a:close/>
                <a:moveTo>
                  <a:pt x="1128955" y="2040992"/>
                </a:moveTo>
                <a:cubicBezTo>
                  <a:pt x="1129776" y="2041813"/>
                  <a:pt x="1130598" y="2043457"/>
                  <a:pt x="1131420" y="2045922"/>
                </a:cubicBezTo>
                <a:lnTo>
                  <a:pt x="1131420" y="2053317"/>
                </a:lnTo>
                <a:cubicBezTo>
                  <a:pt x="1131420" y="2057425"/>
                  <a:pt x="1132241" y="2059479"/>
                  <a:pt x="1133885" y="2059479"/>
                </a:cubicBezTo>
                <a:lnTo>
                  <a:pt x="1135117" y="2059479"/>
                </a:lnTo>
                <a:cubicBezTo>
                  <a:pt x="1134295" y="2057836"/>
                  <a:pt x="1133885" y="2055781"/>
                  <a:pt x="1133885" y="2053317"/>
                </a:cubicBezTo>
                <a:lnTo>
                  <a:pt x="1136349" y="2047154"/>
                </a:lnTo>
                <a:lnTo>
                  <a:pt x="1136349" y="2045922"/>
                </a:lnTo>
                <a:cubicBezTo>
                  <a:pt x="1136349" y="2042635"/>
                  <a:pt x="1134706" y="2040992"/>
                  <a:pt x="1131420" y="2040992"/>
                </a:cubicBezTo>
                <a:close/>
                <a:moveTo>
                  <a:pt x="4106010" y="2001552"/>
                </a:moveTo>
                <a:lnTo>
                  <a:pt x="4106010" y="2006482"/>
                </a:lnTo>
                <a:cubicBezTo>
                  <a:pt x="4106832" y="2006482"/>
                  <a:pt x="4107653" y="2007304"/>
                  <a:pt x="4108475" y="2008947"/>
                </a:cubicBezTo>
                <a:cubicBezTo>
                  <a:pt x="4108474" y="2009769"/>
                  <a:pt x="4109296" y="2010180"/>
                  <a:pt x="4110940" y="2010180"/>
                </a:cubicBezTo>
                <a:lnTo>
                  <a:pt x="4110940" y="2004017"/>
                </a:lnTo>
                <a:cubicBezTo>
                  <a:pt x="4110118" y="2002374"/>
                  <a:pt x="4108886" y="2001552"/>
                  <a:pt x="4107242" y="2001552"/>
                </a:cubicBezTo>
                <a:close/>
                <a:moveTo>
                  <a:pt x="4660711" y="1986763"/>
                </a:moveTo>
                <a:cubicBezTo>
                  <a:pt x="4658246" y="1986763"/>
                  <a:pt x="4657013" y="1987995"/>
                  <a:pt x="4657014" y="1990460"/>
                </a:cubicBezTo>
                <a:lnTo>
                  <a:pt x="4668106" y="1990460"/>
                </a:lnTo>
                <a:cubicBezTo>
                  <a:pt x="4669749" y="1990460"/>
                  <a:pt x="4670571" y="1990049"/>
                  <a:pt x="4670571" y="1989228"/>
                </a:cubicBezTo>
                <a:lnTo>
                  <a:pt x="4666874" y="1987995"/>
                </a:lnTo>
                <a:lnTo>
                  <a:pt x="4663176" y="1986763"/>
                </a:lnTo>
                <a:close/>
                <a:moveTo>
                  <a:pt x="4681663" y="1985530"/>
                </a:moveTo>
                <a:lnTo>
                  <a:pt x="4676733" y="1986763"/>
                </a:lnTo>
                <a:cubicBezTo>
                  <a:pt x="4677555" y="1987584"/>
                  <a:pt x="4677966" y="1988817"/>
                  <a:pt x="4677966" y="1990460"/>
                </a:cubicBezTo>
                <a:lnTo>
                  <a:pt x="4679198" y="1990460"/>
                </a:lnTo>
                <a:cubicBezTo>
                  <a:pt x="4680020" y="1990460"/>
                  <a:pt x="4680842" y="1990871"/>
                  <a:pt x="4681663" y="1991693"/>
                </a:cubicBezTo>
                <a:cubicBezTo>
                  <a:pt x="4684128" y="1990871"/>
                  <a:pt x="4685360" y="1990049"/>
                  <a:pt x="4685360" y="1989228"/>
                </a:cubicBezTo>
                <a:cubicBezTo>
                  <a:pt x="4685360" y="1988406"/>
                  <a:pt x="4684950" y="1987584"/>
                  <a:pt x="4684128" y="1986763"/>
                </a:cubicBezTo>
                <a:cubicBezTo>
                  <a:pt x="4682485" y="1986763"/>
                  <a:pt x="4681663" y="1986352"/>
                  <a:pt x="4681663" y="1985530"/>
                </a:cubicBezTo>
                <a:close/>
                <a:moveTo>
                  <a:pt x="4710010" y="1984298"/>
                </a:moveTo>
                <a:cubicBezTo>
                  <a:pt x="4706724" y="1984298"/>
                  <a:pt x="4703437" y="1985530"/>
                  <a:pt x="4700150" y="1987995"/>
                </a:cubicBezTo>
                <a:lnTo>
                  <a:pt x="4703848" y="1991693"/>
                </a:lnTo>
                <a:cubicBezTo>
                  <a:pt x="4704670" y="1990871"/>
                  <a:pt x="4705902" y="1990049"/>
                  <a:pt x="4707546" y="1989228"/>
                </a:cubicBezTo>
                <a:lnTo>
                  <a:pt x="4713708" y="1987995"/>
                </a:lnTo>
                <a:cubicBezTo>
                  <a:pt x="4716172" y="1987995"/>
                  <a:pt x="4717405" y="1987173"/>
                  <a:pt x="4717405" y="1985530"/>
                </a:cubicBezTo>
                <a:lnTo>
                  <a:pt x="4717405" y="1984298"/>
                </a:lnTo>
                <a:close/>
                <a:moveTo>
                  <a:pt x="1082120" y="1981833"/>
                </a:moveTo>
                <a:lnTo>
                  <a:pt x="1079655" y="1983065"/>
                </a:lnTo>
                <a:lnTo>
                  <a:pt x="1077190" y="1984298"/>
                </a:lnTo>
                <a:cubicBezTo>
                  <a:pt x="1075547" y="1984298"/>
                  <a:pt x="1074725" y="1984708"/>
                  <a:pt x="1074725" y="1985530"/>
                </a:cubicBezTo>
                <a:lnTo>
                  <a:pt x="1077190" y="1985530"/>
                </a:lnTo>
                <a:lnTo>
                  <a:pt x="1079655" y="1984298"/>
                </a:lnTo>
                <a:cubicBezTo>
                  <a:pt x="1081299" y="1983476"/>
                  <a:pt x="1082120" y="1982654"/>
                  <a:pt x="1082120" y="1981833"/>
                </a:cubicBezTo>
                <a:close/>
                <a:moveTo>
                  <a:pt x="4604016" y="1954718"/>
                </a:moveTo>
                <a:lnTo>
                  <a:pt x="4600320" y="1958415"/>
                </a:lnTo>
                <a:lnTo>
                  <a:pt x="4604016" y="1963345"/>
                </a:lnTo>
                <a:lnTo>
                  <a:pt x="4606482" y="1969508"/>
                </a:lnTo>
                <a:cubicBezTo>
                  <a:pt x="4608125" y="1972794"/>
                  <a:pt x="4609768" y="1974438"/>
                  <a:pt x="4611412" y="1974438"/>
                </a:cubicBezTo>
                <a:lnTo>
                  <a:pt x="4612644" y="1973205"/>
                </a:lnTo>
                <a:lnTo>
                  <a:pt x="4611412" y="1969508"/>
                </a:lnTo>
                <a:lnTo>
                  <a:pt x="4610179" y="1964578"/>
                </a:lnTo>
                <a:cubicBezTo>
                  <a:pt x="4609358" y="1962113"/>
                  <a:pt x="4607303" y="1958826"/>
                  <a:pt x="4604016" y="1954718"/>
                </a:cubicBezTo>
                <a:close/>
                <a:moveTo>
                  <a:pt x="4622504" y="1948556"/>
                </a:moveTo>
                <a:cubicBezTo>
                  <a:pt x="4621682" y="1949377"/>
                  <a:pt x="4621271" y="1950610"/>
                  <a:pt x="4621272" y="1952253"/>
                </a:cubicBezTo>
                <a:lnTo>
                  <a:pt x="4621272" y="1953486"/>
                </a:lnTo>
                <a:lnTo>
                  <a:pt x="4624969" y="1958415"/>
                </a:lnTo>
                <a:cubicBezTo>
                  <a:pt x="4625790" y="1961702"/>
                  <a:pt x="4627023" y="1964578"/>
                  <a:pt x="4628666" y="1967043"/>
                </a:cubicBezTo>
                <a:lnTo>
                  <a:pt x="4631132" y="1970740"/>
                </a:lnTo>
                <a:lnTo>
                  <a:pt x="4633596" y="1975670"/>
                </a:lnTo>
                <a:cubicBezTo>
                  <a:pt x="4637704" y="1979779"/>
                  <a:pt x="4641812" y="1981833"/>
                  <a:pt x="4645921" y="1981833"/>
                </a:cubicBezTo>
                <a:cubicBezTo>
                  <a:pt x="4647564" y="1981833"/>
                  <a:pt x="4649208" y="1981422"/>
                  <a:pt x="4650851" y="1980600"/>
                </a:cubicBezTo>
                <a:cubicBezTo>
                  <a:pt x="4645921" y="1978957"/>
                  <a:pt x="4641812" y="1975670"/>
                  <a:pt x="4638526" y="1970740"/>
                </a:cubicBezTo>
                <a:lnTo>
                  <a:pt x="4636062" y="1968275"/>
                </a:lnTo>
                <a:lnTo>
                  <a:pt x="4633596" y="1964578"/>
                </a:lnTo>
                <a:lnTo>
                  <a:pt x="4629899" y="1962113"/>
                </a:lnTo>
                <a:lnTo>
                  <a:pt x="4624969" y="1958415"/>
                </a:lnTo>
                <a:lnTo>
                  <a:pt x="4626202" y="1957183"/>
                </a:lnTo>
                <a:lnTo>
                  <a:pt x="4626202" y="1953486"/>
                </a:lnTo>
                <a:lnTo>
                  <a:pt x="4623736" y="1951021"/>
                </a:lnTo>
                <a:cubicBezTo>
                  <a:pt x="4622914" y="1950199"/>
                  <a:pt x="4622504" y="1949377"/>
                  <a:pt x="4622504" y="1948556"/>
                </a:cubicBezTo>
                <a:close/>
                <a:moveTo>
                  <a:pt x="2441976" y="1944858"/>
                </a:moveTo>
                <a:cubicBezTo>
                  <a:pt x="2439512" y="1944858"/>
                  <a:pt x="2438279" y="1945269"/>
                  <a:pt x="2438279" y="1946091"/>
                </a:cubicBezTo>
                <a:lnTo>
                  <a:pt x="2438279" y="1948556"/>
                </a:lnTo>
                <a:lnTo>
                  <a:pt x="2451836" y="1948556"/>
                </a:lnTo>
                <a:cubicBezTo>
                  <a:pt x="2454301" y="1948556"/>
                  <a:pt x="2455534" y="1947734"/>
                  <a:pt x="2455534" y="1946091"/>
                </a:cubicBezTo>
                <a:lnTo>
                  <a:pt x="2450604" y="1946091"/>
                </a:lnTo>
                <a:lnTo>
                  <a:pt x="2444442" y="1944858"/>
                </a:lnTo>
                <a:close/>
                <a:moveTo>
                  <a:pt x="2467859" y="1942393"/>
                </a:moveTo>
                <a:lnTo>
                  <a:pt x="2462929" y="1944858"/>
                </a:lnTo>
                <a:cubicBezTo>
                  <a:pt x="2463750" y="1945680"/>
                  <a:pt x="2464572" y="1946502"/>
                  <a:pt x="2465394" y="1947323"/>
                </a:cubicBezTo>
                <a:cubicBezTo>
                  <a:pt x="2467037" y="1947323"/>
                  <a:pt x="2468270" y="1947734"/>
                  <a:pt x="2469091" y="1948556"/>
                </a:cubicBezTo>
                <a:cubicBezTo>
                  <a:pt x="2470734" y="1947734"/>
                  <a:pt x="2472378" y="1947323"/>
                  <a:pt x="2474021" y="1947323"/>
                </a:cubicBezTo>
                <a:cubicBezTo>
                  <a:pt x="2473200" y="1945680"/>
                  <a:pt x="2472378" y="1944447"/>
                  <a:pt x="2471556" y="1943626"/>
                </a:cubicBezTo>
                <a:lnTo>
                  <a:pt x="2470324" y="1943626"/>
                </a:lnTo>
                <a:cubicBezTo>
                  <a:pt x="2469502" y="1943626"/>
                  <a:pt x="2468680" y="1943215"/>
                  <a:pt x="2467859" y="1942393"/>
                </a:cubicBezTo>
                <a:close/>
                <a:moveTo>
                  <a:pt x="2503601" y="1939928"/>
                </a:moveTo>
                <a:cubicBezTo>
                  <a:pt x="2500314" y="1940750"/>
                  <a:pt x="2496616" y="1941982"/>
                  <a:pt x="2492508" y="1943626"/>
                </a:cubicBezTo>
                <a:lnTo>
                  <a:pt x="2496206" y="1948556"/>
                </a:lnTo>
                <a:cubicBezTo>
                  <a:pt x="2497027" y="1946912"/>
                  <a:pt x="2498671" y="1946091"/>
                  <a:pt x="2501136" y="1946091"/>
                </a:cubicBezTo>
                <a:lnTo>
                  <a:pt x="2508531" y="1944858"/>
                </a:lnTo>
                <a:cubicBezTo>
                  <a:pt x="2511817" y="1944037"/>
                  <a:pt x="2513460" y="1942804"/>
                  <a:pt x="2513460" y="1941161"/>
                </a:cubicBezTo>
                <a:lnTo>
                  <a:pt x="2513460" y="1939928"/>
                </a:lnTo>
                <a:close/>
                <a:moveTo>
                  <a:pt x="1103072" y="1934998"/>
                </a:moveTo>
                <a:cubicBezTo>
                  <a:pt x="1102251" y="1934998"/>
                  <a:pt x="1101018" y="1935409"/>
                  <a:pt x="1099375" y="1936231"/>
                </a:cubicBezTo>
                <a:cubicBezTo>
                  <a:pt x="1100197" y="1942804"/>
                  <a:pt x="1102662" y="1946091"/>
                  <a:pt x="1106770" y="1946091"/>
                </a:cubicBezTo>
                <a:lnTo>
                  <a:pt x="1108002" y="1946091"/>
                </a:lnTo>
                <a:lnTo>
                  <a:pt x="1109235" y="1942393"/>
                </a:lnTo>
                <a:lnTo>
                  <a:pt x="1108002" y="1938696"/>
                </a:lnTo>
                <a:cubicBezTo>
                  <a:pt x="1107181" y="1936231"/>
                  <a:pt x="1105537" y="1934998"/>
                  <a:pt x="1103072" y="1934998"/>
                </a:cubicBezTo>
                <a:close/>
                <a:moveTo>
                  <a:pt x="2361865" y="1930068"/>
                </a:moveTo>
                <a:lnTo>
                  <a:pt x="2361865" y="1934998"/>
                </a:lnTo>
                <a:lnTo>
                  <a:pt x="2368028" y="1938696"/>
                </a:lnTo>
                <a:lnTo>
                  <a:pt x="2372958" y="1943626"/>
                </a:lnTo>
                <a:cubicBezTo>
                  <a:pt x="2375422" y="1945269"/>
                  <a:pt x="2377477" y="1946091"/>
                  <a:pt x="2379120" y="1946091"/>
                </a:cubicBezTo>
                <a:cubicBezTo>
                  <a:pt x="2380763" y="1946091"/>
                  <a:pt x="2381585" y="1945269"/>
                  <a:pt x="2381585" y="1943626"/>
                </a:cubicBezTo>
                <a:lnTo>
                  <a:pt x="2377888" y="1941161"/>
                </a:lnTo>
                <a:lnTo>
                  <a:pt x="2374190" y="1937463"/>
                </a:lnTo>
                <a:cubicBezTo>
                  <a:pt x="2370082" y="1934998"/>
                  <a:pt x="2365973" y="1932533"/>
                  <a:pt x="2361865" y="1930068"/>
                </a:cubicBezTo>
                <a:close/>
                <a:moveTo>
                  <a:pt x="4600320" y="1928836"/>
                </a:moveTo>
                <a:cubicBezTo>
                  <a:pt x="4599498" y="1928836"/>
                  <a:pt x="4598676" y="1929247"/>
                  <a:pt x="4597854" y="1930068"/>
                </a:cubicBezTo>
                <a:lnTo>
                  <a:pt x="4597854" y="1931301"/>
                </a:lnTo>
                <a:cubicBezTo>
                  <a:pt x="4597854" y="1932122"/>
                  <a:pt x="4597444" y="1932944"/>
                  <a:pt x="4596622" y="1933766"/>
                </a:cubicBezTo>
                <a:cubicBezTo>
                  <a:pt x="4597444" y="1935409"/>
                  <a:pt x="4598265" y="1937052"/>
                  <a:pt x="4599087" y="1938696"/>
                </a:cubicBezTo>
                <a:cubicBezTo>
                  <a:pt x="4600730" y="1937874"/>
                  <a:pt x="4601962" y="1937052"/>
                  <a:pt x="4602784" y="1936231"/>
                </a:cubicBezTo>
                <a:lnTo>
                  <a:pt x="4602784" y="1932533"/>
                </a:lnTo>
                <a:cubicBezTo>
                  <a:pt x="4601962" y="1930890"/>
                  <a:pt x="4601140" y="1929658"/>
                  <a:pt x="4600320" y="1928836"/>
                </a:cubicBezTo>
                <a:close/>
                <a:moveTo>
                  <a:pt x="2375422" y="1916511"/>
                </a:moveTo>
                <a:lnTo>
                  <a:pt x="2375422" y="1917744"/>
                </a:lnTo>
                <a:cubicBezTo>
                  <a:pt x="2375422" y="1920209"/>
                  <a:pt x="2378298" y="1923495"/>
                  <a:pt x="2384050" y="1927603"/>
                </a:cubicBezTo>
                <a:cubicBezTo>
                  <a:pt x="2389801" y="1931712"/>
                  <a:pt x="2396375" y="1935409"/>
                  <a:pt x="2403770" y="1938696"/>
                </a:cubicBezTo>
                <a:cubicBezTo>
                  <a:pt x="2410343" y="1941161"/>
                  <a:pt x="2415684" y="1942393"/>
                  <a:pt x="2419792" y="1942393"/>
                </a:cubicBezTo>
                <a:cubicBezTo>
                  <a:pt x="2422257" y="1942393"/>
                  <a:pt x="2424722" y="1941982"/>
                  <a:pt x="2427187" y="1941161"/>
                </a:cubicBezTo>
                <a:cubicBezTo>
                  <a:pt x="2423900" y="1940339"/>
                  <a:pt x="2420202" y="1939517"/>
                  <a:pt x="2416094" y="1938696"/>
                </a:cubicBezTo>
                <a:lnTo>
                  <a:pt x="2406234" y="1933766"/>
                </a:lnTo>
                <a:lnTo>
                  <a:pt x="2402537" y="1931301"/>
                </a:lnTo>
                <a:lnTo>
                  <a:pt x="2396375" y="1928836"/>
                </a:lnTo>
                <a:cubicBezTo>
                  <a:pt x="2393088" y="1927193"/>
                  <a:pt x="2386104" y="1923084"/>
                  <a:pt x="2375422" y="1916511"/>
                </a:cubicBezTo>
                <a:close/>
                <a:moveTo>
                  <a:pt x="4595390" y="1905419"/>
                </a:moveTo>
                <a:cubicBezTo>
                  <a:pt x="4594568" y="1905419"/>
                  <a:pt x="4593746" y="1905829"/>
                  <a:pt x="4592924" y="1906651"/>
                </a:cubicBezTo>
                <a:lnTo>
                  <a:pt x="4594157" y="1910349"/>
                </a:lnTo>
                <a:lnTo>
                  <a:pt x="4594157" y="1915279"/>
                </a:lnTo>
                <a:cubicBezTo>
                  <a:pt x="4594156" y="1919387"/>
                  <a:pt x="4595389" y="1921441"/>
                  <a:pt x="4597854" y="1921441"/>
                </a:cubicBezTo>
                <a:lnTo>
                  <a:pt x="4597854" y="1911581"/>
                </a:lnTo>
                <a:cubicBezTo>
                  <a:pt x="4597854" y="1907473"/>
                  <a:pt x="4597032" y="1905419"/>
                  <a:pt x="4595390" y="1905419"/>
                </a:cubicBezTo>
                <a:close/>
                <a:moveTo>
                  <a:pt x="2342146" y="1904186"/>
                </a:moveTo>
                <a:cubicBezTo>
                  <a:pt x="2342146" y="1905829"/>
                  <a:pt x="2341735" y="1907062"/>
                  <a:pt x="2340913" y="1907884"/>
                </a:cubicBezTo>
                <a:cubicBezTo>
                  <a:pt x="2341735" y="1908705"/>
                  <a:pt x="2342146" y="1909527"/>
                  <a:pt x="2342146" y="1910349"/>
                </a:cubicBezTo>
                <a:lnTo>
                  <a:pt x="2342146" y="1911581"/>
                </a:lnTo>
                <a:cubicBezTo>
                  <a:pt x="2343789" y="1912403"/>
                  <a:pt x="2345432" y="1913635"/>
                  <a:pt x="2347076" y="1915279"/>
                </a:cubicBezTo>
                <a:lnTo>
                  <a:pt x="2348308" y="1911581"/>
                </a:lnTo>
                <a:cubicBezTo>
                  <a:pt x="2347486" y="1910759"/>
                  <a:pt x="2347076" y="1909938"/>
                  <a:pt x="2347076" y="1909116"/>
                </a:cubicBezTo>
                <a:lnTo>
                  <a:pt x="2347076" y="1907884"/>
                </a:lnTo>
                <a:cubicBezTo>
                  <a:pt x="2345432" y="1907062"/>
                  <a:pt x="2343789" y="1905829"/>
                  <a:pt x="2342146" y="1904186"/>
                </a:cubicBezTo>
                <a:close/>
                <a:moveTo>
                  <a:pt x="4115870" y="1891861"/>
                </a:moveTo>
                <a:lnTo>
                  <a:pt x="4113405" y="1909116"/>
                </a:lnTo>
                <a:lnTo>
                  <a:pt x="4110940" y="1925138"/>
                </a:lnTo>
                <a:lnTo>
                  <a:pt x="4110940" y="1953486"/>
                </a:lnTo>
                <a:cubicBezTo>
                  <a:pt x="4110118" y="1957594"/>
                  <a:pt x="4109707" y="1960880"/>
                  <a:pt x="4109708" y="1963345"/>
                </a:cubicBezTo>
                <a:cubicBezTo>
                  <a:pt x="4109707" y="1964989"/>
                  <a:pt x="4110118" y="1966221"/>
                  <a:pt x="4110940" y="1967043"/>
                </a:cubicBezTo>
                <a:cubicBezTo>
                  <a:pt x="4111762" y="1967043"/>
                  <a:pt x="4112583" y="1965810"/>
                  <a:pt x="4113405" y="1963345"/>
                </a:cubicBezTo>
                <a:cubicBezTo>
                  <a:pt x="4114226" y="1961702"/>
                  <a:pt x="4114638" y="1960470"/>
                  <a:pt x="4114638" y="1959648"/>
                </a:cubicBezTo>
                <a:cubicBezTo>
                  <a:pt x="4114638" y="1958005"/>
                  <a:pt x="4114226" y="1956361"/>
                  <a:pt x="4113405" y="1954718"/>
                </a:cubicBezTo>
                <a:cubicBezTo>
                  <a:pt x="4113404" y="1948966"/>
                  <a:pt x="4113816" y="1943215"/>
                  <a:pt x="4114638" y="1937463"/>
                </a:cubicBezTo>
                <a:lnTo>
                  <a:pt x="4118334" y="1922673"/>
                </a:lnTo>
                <a:cubicBezTo>
                  <a:pt x="4120800" y="1915279"/>
                  <a:pt x="4122032" y="1909116"/>
                  <a:pt x="4122032" y="1904186"/>
                </a:cubicBezTo>
                <a:cubicBezTo>
                  <a:pt x="4122032" y="1901721"/>
                  <a:pt x="4121622" y="1899667"/>
                  <a:pt x="4120800" y="1898024"/>
                </a:cubicBezTo>
                <a:cubicBezTo>
                  <a:pt x="4120800" y="1896380"/>
                  <a:pt x="4120388" y="1895148"/>
                  <a:pt x="4119567" y="1894326"/>
                </a:cubicBezTo>
                <a:cubicBezTo>
                  <a:pt x="4118746" y="1892683"/>
                  <a:pt x="4117513" y="1891861"/>
                  <a:pt x="4115870" y="1891861"/>
                </a:cubicBezTo>
                <a:close/>
                <a:moveTo>
                  <a:pt x="2949052" y="1889396"/>
                </a:moveTo>
                <a:cubicBezTo>
                  <a:pt x="2938371" y="1930479"/>
                  <a:pt x="2928511" y="1979368"/>
                  <a:pt x="2919473" y="2036062"/>
                </a:cubicBezTo>
                <a:cubicBezTo>
                  <a:pt x="2919473" y="2039348"/>
                  <a:pt x="2918240" y="2044278"/>
                  <a:pt x="2915776" y="2050852"/>
                </a:cubicBezTo>
                <a:lnTo>
                  <a:pt x="2913310" y="2059479"/>
                </a:lnTo>
                <a:lnTo>
                  <a:pt x="2910846" y="2068106"/>
                </a:lnTo>
                <a:cubicBezTo>
                  <a:pt x="2908381" y="2077145"/>
                  <a:pt x="2907148" y="2083307"/>
                  <a:pt x="2907148" y="2086594"/>
                </a:cubicBezTo>
                <a:cubicBezTo>
                  <a:pt x="2907148" y="2089059"/>
                  <a:pt x="2907559" y="2090702"/>
                  <a:pt x="2908381" y="2091523"/>
                </a:cubicBezTo>
                <a:cubicBezTo>
                  <a:pt x="2916597" y="2066874"/>
                  <a:pt x="2924403" y="2035240"/>
                  <a:pt x="2931798" y="1996622"/>
                </a:cubicBezTo>
                <a:cubicBezTo>
                  <a:pt x="2936728" y="1971151"/>
                  <a:pt x="2942479" y="1935409"/>
                  <a:pt x="2949052" y="1889396"/>
                </a:cubicBezTo>
                <a:close/>
                <a:moveTo>
                  <a:pt x="433834" y="1886931"/>
                </a:moveTo>
                <a:lnTo>
                  <a:pt x="433834" y="1890629"/>
                </a:lnTo>
                <a:cubicBezTo>
                  <a:pt x="433013" y="1891451"/>
                  <a:pt x="432191" y="1891861"/>
                  <a:pt x="431369" y="1891861"/>
                </a:cubicBezTo>
                <a:cubicBezTo>
                  <a:pt x="431369" y="1893505"/>
                  <a:pt x="431780" y="1895559"/>
                  <a:pt x="432602" y="1898024"/>
                </a:cubicBezTo>
                <a:lnTo>
                  <a:pt x="433834" y="1898024"/>
                </a:lnTo>
                <a:cubicBezTo>
                  <a:pt x="434656" y="1898024"/>
                  <a:pt x="435478" y="1897613"/>
                  <a:pt x="436299" y="1896791"/>
                </a:cubicBezTo>
                <a:cubicBezTo>
                  <a:pt x="437943" y="1895970"/>
                  <a:pt x="438764" y="1894737"/>
                  <a:pt x="438764" y="1893094"/>
                </a:cubicBezTo>
                <a:cubicBezTo>
                  <a:pt x="438764" y="1891451"/>
                  <a:pt x="438353" y="1889807"/>
                  <a:pt x="437532" y="1888164"/>
                </a:cubicBezTo>
                <a:cubicBezTo>
                  <a:pt x="436710" y="1887342"/>
                  <a:pt x="435888" y="1886931"/>
                  <a:pt x="435067" y="1886931"/>
                </a:cubicBezTo>
                <a:close/>
                <a:moveTo>
                  <a:pt x="2326123" y="1882002"/>
                </a:moveTo>
                <a:cubicBezTo>
                  <a:pt x="2325302" y="1882002"/>
                  <a:pt x="2324480" y="1882823"/>
                  <a:pt x="2323658" y="1884467"/>
                </a:cubicBezTo>
                <a:lnTo>
                  <a:pt x="2326123" y="1888164"/>
                </a:lnTo>
                <a:lnTo>
                  <a:pt x="2329821" y="1893094"/>
                </a:lnTo>
                <a:cubicBezTo>
                  <a:pt x="2331464" y="1896380"/>
                  <a:pt x="2333107" y="1898024"/>
                  <a:pt x="2334751" y="1898024"/>
                </a:cubicBezTo>
                <a:lnTo>
                  <a:pt x="2335983" y="1898024"/>
                </a:lnTo>
                <a:cubicBezTo>
                  <a:pt x="2335161" y="1898024"/>
                  <a:pt x="2334340" y="1896791"/>
                  <a:pt x="2333518" y="1894326"/>
                </a:cubicBezTo>
                <a:lnTo>
                  <a:pt x="2331053" y="1886931"/>
                </a:lnTo>
                <a:cubicBezTo>
                  <a:pt x="2329410" y="1883645"/>
                  <a:pt x="2327767" y="1882002"/>
                  <a:pt x="2326123" y="1882002"/>
                </a:cubicBezTo>
                <a:close/>
                <a:moveTo>
                  <a:pt x="4096150" y="1880769"/>
                </a:moveTo>
                <a:lnTo>
                  <a:pt x="4097382" y="1885699"/>
                </a:lnTo>
                <a:lnTo>
                  <a:pt x="4097382" y="1889396"/>
                </a:lnTo>
                <a:cubicBezTo>
                  <a:pt x="4097382" y="1892683"/>
                  <a:pt x="4098204" y="1894737"/>
                  <a:pt x="4099848" y="1895559"/>
                </a:cubicBezTo>
                <a:cubicBezTo>
                  <a:pt x="4099848" y="1893915"/>
                  <a:pt x="4100258" y="1891861"/>
                  <a:pt x="4101080" y="1889396"/>
                </a:cubicBezTo>
                <a:lnTo>
                  <a:pt x="4102312" y="1884467"/>
                </a:lnTo>
                <a:lnTo>
                  <a:pt x="4102312" y="1883234"/>
                </a:lnTo>
                <a:cubicBezTo>
                  <a:pt x="4102312" y="1881591"/>
                  <a:pt x="4100258" y="1880769"/>
                  <a:pt x="4096150" y="1880769"/>
                </a:cubicBezTo>
                <a:close/>
                <a:moveTo>
                  <a:pt x="4612644" y="1873374"/>
                </a:moveTo>
                <a:cubicBezTo>
                  <a:pt x="4613466" y="1879126"/>
                  <a:pt x="4613876" y="1885699"/>
                  <a:pt x="4613876" y="1893094"/>
                </a:cubicBezTo>
                <a:lnTo>
                  <a:pt x="4612644" y="1912814"/>
                </a:lnTo>
                <a:lnTo>
                  <a:pt x="4612644" y="1917744"/>
                </a:lnTo>
                <a:cubicBezTo>
                  <a:pt x="4612644" y="1930890"/>
                  <a:pt x="4615930" y="1940339"/>
                  <a:pt x="4622504" y="1946091"/>
                </a:cubicBezTo>
                <a:cubicBezTo>
                  <a:pt x="4620039" y="1941161"/>
                  <a:pt x="4618806" y="1934998"/>
                  <a:pt x="4618806" y="1927603"/>
                </a:cubicBezTo>
                <a:cubicBezTo>
                  <a:pt x="4617985" y="1922673"/>
                  <a:pt x="4617574" y="1916100"/>
                  <a:pt x="4617574" y="1907884"/>
                </a:cubicBezTo>
                <a:cubicBezTo>
                  <a:pt x="4617574" y="1889807"/>
                  <a:pt x="4615930" y="1878304"/>
                  <a:pt x="4612644" y="1873374"/>
                </a:cubicBezTo>
                <a:close/>
                <a:moveTo>
                  <a:pt x="1106770" y="1873374"/>
                </a:moveTo>
                <a:cubicBezTo>
                  <a:pt x="1105127" y="1873374"/>
                  <a:pt x="1103483" y="1873785"/>
                  <a:pt x="1101840" y="1874607"/>
                </a:cubicBezTo>
                <a:lnTo>
                  <a:pt x="1098143" y="1877072"/>
                </a:lnTo>
                <a:lnTo>
                  <a:pt x="1098143" y="1879537"/>
                </a:lnTo>
                <a:lnTo>
                  <a:pt x="1101840" y="1879537"/>
                </a:lnTo>
                <a:lnTo>
                  <a:pt x="1104305" y="1878304"/>
                </a:lnTo>
                <a:lnTo>
                  <a:pt x="1105537" y="1877072"/>
                </a:lnTo>
                <a:cubicBezTo>
                  <a:pt x="1106359" y="1876250"/>
                  <a:pt x="1106770" y="1875017"/>
                  <a:pt x="1106770" y="1873374"/>
                </a:cubicBezTo>
                <a:close/>
                <a:moveTo>
                  <a:pt x="2026170" y="1870909"/>
                </a:moveTo>
                <a:lnTo>
                  <a:pt x="2023705" y="1874607"/>
                </a:lnTo>
                <a:lnTo>
                  <a:pt x="2018775" y="1878304"/>
                </a:lnTo>
                <a:lnTo>
                  <a:pt x="2011380" y="1885699"/>
                </a:lnTo>
                <a:cubicBezTo>
                  <a:pt x="2009736" y="1888986"/>
                  <a:pt x="2008915" y="1891040"/>
                  <a:pt x="2008915" y="1891861"/>
                </a:cubicBezTo>
                <a:cubicBezTo>
                  <a:pt x="2008915" y="1892683"/>
                  <a:pt x="2009326" y="1893094"/>
                  <a:pt x="2010147" y="1893094"/>
                </a:cubicBezTo>
                <a:lnTo>
                  <a:pt x="2012612" y="1893094"/>
                </a:lnTo>
                <a:cubicBezTo>
                  <a:pt x="2022472" y="1885699"/>
                  <a:pt x="2027402" y="1879537"/>
                  <a:pt x="2027402" y="1874607"/>
                </a:cubicBezTo>
                <a:cubicBezTo>
                  <a:pt x="2027402" y="1872963"/>
                  <a:pt x="2026991" y="1871731"/>
                  <a:pt x="2026170" y="1870909"/>
                </a:cubicBezTo>
                <a:close/>
                <a:moveTo>
                  <a:pt x="1116630" y="1858584"/>
                </a:moveTo>
                <a:lnTo>
                  <a:pt x="1119095" y="1895559"/>
                </a:lnTo>
                <a:lnTo>
                  <a:pt x="1120327" y="1934998"/>
                </a:lnTo>
                <a:cubicBezTo>
                  <a:pt x="1121149" y="1964578"/>
                  <a:pt x="1125257" y="1988406"/>
                  <a:pt x="1132652" y="2006482"/>
                </a:cubicBezTo>
                <a:cubicBezTo>
                  <a:pt x="1133474" y="2005661"/>
                  <a:pt x="1133885" y="2004428"/>
                  <a:pt x="1133885" y="2002785"/>
                </a:cubicBezTo>
                <a:cubicBezTo>
                  <a:pt x="1133885" y="2001963"/>
                  <a:pt x="1133474" y="2000731"/>
                  <a:pt x="1132652" y="1999087"/>
                </a:cubicBezTo>
                <a:lnTo>
                  <a:pt x="1130187" y="1994157"/>
                </a:lnTo>
                <a:lnTo>
                  <a:pt x="1130187" y="1987995"/>
                </a:lnTo>
                <a:lnTo>
                  <a:pt x="1127722" y="1953486"/>
                </a:lnTo>
                <a:lnTo>
                  <a:pt x="1125257" y="1918976"/>
                </a:lnTo>
                <a:cubicBezTo>
                  <a:pt x="1124435" y="1893505"/>
                  <a:pt x="1121560" y="1873374"/>
                  <a:pt x="1116630" y="1858584"/>
                </a:cubicBezTo>
                <a:close/>
                <a:moveTo>
                  <a:pt x="4120800" y="1847492"/>
                </a:moveTo>
                <a:lnTo>
                  <a:pt x="4120800" y="1853654"/>
                </a:lnTo>
                <a:cubicBezTo>
                  <a:pt x="4120800" y="1856941"/>
                  <a:pt x="4120388" y="1860638"/>
                  <a:pt x="4119567" y="1864747"/>
                </a:cubicBezTo>
                <a:lnTo>
                  <a:pt x="4118334" y="1873374"/>
                </a:lnTo>
                <a:lnTo>
                  <a:pt x="4117102" y="1883234"/>
                </a:lnTo>
                <a:lnTo>
                  <a:pt x="4118334" y="1883234"/>
                </a:lnTo>
                <a:cubicBezTo>
                  <a:pt x="4123264" y="1883234"/>
                  <a:pt x="4126140" y="1877893"/>
                  <a:pt x="4126962" y="1867212"/>
                </a:cubicBezTo>
                <a:cubicBezTo>
                  <a:pt x="4126962" y="1855709"/>
                  <a:pt x="4124908" y="1849135"/>
                  <a:pt x="4120800" y="1847492"/>
                </a:cubicBezTo>
                <a:close/>
                <a:moveTo>
                  <a:pt x="4101080" y="1845027"/>
                </a:moveTo>
                <a:cubicBezTo>
                  <a:pt x="4100258" y="1845849"/>
                  <a:pt x="4099848" y="1847492"/>
                  <a:pt x="4099848" y="1849957"/>
                </a:cubicBezTo>
                <a:lnTo>
                  <a:pt x="4099848" y="1853654"/>
                </a:lnTo>
                <a:cubicBezTo>
                  <a:pt x="4100669" y="1857763"/>
                  <a:pt x="4101902" y="1860638"/>
                  <a:pt x="4103545" y="1862282"/>
                </a:cubicBezTo>
                <a:lnTo>
                  <a:pt x="4103545" y="1857352"/>
                </a:lnTo>
                <a:lnTo>
                  <a:pt x="4104778" y="1851189"/>
                </a:lnTo>
                <a:lnTo>
                  <a:pt x="4104778" y="1848725"/>
                </a:lnTo>
                <a:cubicBezTo>
                  <a:pt x="4104777" y="1846260"/>
                  <a:pt x="4103956" y="1845027"/>
                  <a:pt x="4102312" y="1845027"/>
                </a:cubicBezTo>
                <a:close/>
                <a:moveTo>
                  <a:pt x="4601552" y="1842562"/>
                </a:moveTo>
                <a:cubicBezTo>
                  <a:pt x="4599908" y="1843384"/>
                  <a:pt x="4599086" y="1844616"/>
                  <a:pt x="4599087" y="1846260"/>
                </a:cubicBezTo>
                <a:lnTo>
                  <a:pt x="4599087" y="1853654"/>
                </a:lnTo>
                <a:cubicBezTo>
                  <a:pt x="4596622" y="1861049"/>
                  <a:pt x="4594978" y="1868033"/>
                  <a:pt x="4594157" y="1874607"/>
                </a:cubicBezTo>
                <a:lnTo>
                  <a:pt x="4594157" y="1879537"/>
                </a:lnTo>
                <a:cubicBezTo>
                  <a:pt x="4594156" y="1886931"/>
                  <a:pt x="4595800" y="1892272"/>
                  <a:pt x="4599087" y="1895559"/>
                </a:cubicBezTo>
                <a:lnTo>
                  <a:pt x="4599087" y="1885699"/>
                </a:lnTo>
                <a:lnTo>
                  <a:pt x="4600320" y="1875839"/>
                </a:lnTo>
                <a:lnTo>
                  <a:pt x="4600320" y="1868444"/>
                </a:lnTo>
                <a:cubicBezTo>
                  <a:pt x="4600320" y="1862693"/>
                  <a:pt x="4599908" y="1857763"/>
                  <a:pt x="4599087" y="1853654"/>
                </a:cubicBezTo>
                <a:lnTo>
                  <a:pt x="4601552" y="1852422"/>
                </a:lnTo>
                <a:lnTo>
                  <a:pt x="4601552" y="1851189"/>
                </a:lnTo>
                <a:cubicBezTo>
                  <a:pt x="4601552" y="1850368"/>
                  <a:pt x="4601962" y="1849957"/>
                  <a:pt x="4602784" y="1849957"/>
                </a:cubicBezTo>
                <a:close/>
                <a:moveTo>
                  <a:pt x="2328588" y="1838865"/>
                </a:moveTo>
                <a:lnTo>
                  <a:pt x="2337216" y="1861049"/>
                </a:lnTo>
                <a:lnTo>
                  <a:pt x="2344611" y="1882002"/>
                </a:lnTo>
                <a:cubicBezTo>
                  <a:pt x="2351184" y="1898435"/>
                  <a:pt x="2360633" y="1908705"/>
                  <a:pt x="2372958" y="1912814"/>
                </a:cubicBezTo>
                <a:cubicBezTo>
                  <a:pt x="2363098" y="1905419"/>
                  <a:pt x="2354470" y="1892683"/>
                  <a:pt x="2347076" y="1874607"/>
                </a:cubicBezTo>
                <a:lnTo>
                  <a:pt x="2342146" y="1864747"/>
                </a:lnTo>
                <a:lnTo>
                  <a:pt x="2338448" y="1853654"/>
                </a:lnTo>
                <a:cubicBezTo>
                  <a:pt x="2335161" y="1846260"/>
                  <a:pt x="2331875" y="1841330"/>
                  <a:pt x="2328588" y="1838865"/>
                </a:cubicBezTo>
                <a:close/>
                <a:moveTo>
                  <a:pt x="441229" y="1826540"/>
                </a:moveTo>
                <a:lnTo>
                  <a:pt x="432602" y="1827772"/>
                </a:lnTo>
                <a:cubicBezTo>
                  <a:pt x="431780" y="1830237"/>
                  <a:pt x="431369" y="1831881"/>
                  <a:pt x="431369" y="1832702"/>
                </a:cubicBezTo>
                <a:cubicBezTo>
                  <a:pt x="431369" y="1835989"/>
                  <a:pt x="432602" y="1838043"/>
                  <a:pt x="435067" y="1838865"/>
                </a:cubicBezTo>
                <a:lnTo>
                  <a:pt x="438764" y="1832702"/>
                </a:lnTo>
                <a:close/>
                <a:moveTo>
                  <a:pt x="470809" y="1819145"/>
                </a:moveTo>
                <a:lnTo>
                  <a:pt x="451089" y="1824075"/>
                </a:lnTo>
                <a:lnTo>
                  <a:pt x="443694" y="1845027"/>
                </a:lnTo>
                <a:cubicBezTo>
                  <a:pt x="454376" y="1846670"/>
                  <a:pt x="461360" y="1847492"/>
                  <a:pt x="464646" y="1847492"/>
                </a:cubicBezTo>
                <a:cubicBezTo>
                  <a:pt x="465468" y="1845849"/>
                  <a:pt x="465879" y="1842973"/>
                  <a:pt x="465879" y="1838865"/>
                </a:cubicBezTo>
                <a:lnTo>
                  <a:pt x="465879" y="1831470"/>
                </a:lnTo>
                <a:cubicBezTo>
                  <a:pt x="462592" y="1831470"/>
                  <a:pt x="460127" y="1832702"/>
                  <a:pt x="458484" y="1835167"/>
                </a:cubicBezTo>
                <a:lnTo>
                  <a:pt x="457251" y="1837632"/>
                </a:lnTo>
                <a:lnTo>
                  <a:pt x="456019" y="1840097"/>
                </a:lnTo>
                <a:lnTo>
                  <a:pt x="456019" y="1836400"/>
                </a:lnTo>
                <a:cubicBezTo>
                  <a:pt x="456019" y="1833113"/>
                  <a:pt x="457662" y="1830237"/>
                  <a:pt x="460949" y="1827772"/>
                </a:cubicBezTo>
                <a:lnTo>
                  <a:pt x="465879" y="1824075"/>
                </a:lnTo>
                <a:close/>
                <a:moveTo>
                  <a:pt x="1116630" y="1810518"/>
                </a:moveTo>
                <a:cubicBezTo>
                  <a:pt x="1118273" y="1813804"/>
                  <a:pt x="1119095" y="1817091"/>
                  <a:pt x="1119095" y="1820377"/>
                </a:cubicBezTo>
                <a:lnTo>
                  <a:pt x="1117862" y="1829005"/>
                </a:lnTo>
                <a:lnTo>
                  <a:pt x="1117862" y="1833935"/>
                </a:lnTo>
                <a:cubicBezTo>
                  <a:pt x="1117862" y="1837221"/>
                  <a:pt x="1118684" y="1839686"/>
                  <a:pt x="1120327" y="1841330"/>
                </a:cubicBezTo>
                <a:cubicBezTo>
                  <a:pt x="1121970" y="1834756"/>
                  <a:pt x="1122792" y="1829416"/>
                  <a:pt x="1122792" y="1825307"/>
                </a:cubicBezTo>
                <a:cubicBezTo>
                  <a:pt x="1122792" y="1818734"/>
                  <a:pt x="1120738" y="1813804"/>
                  <a:pt x="1116630" y="1810518"/>
                </a:cubicBezTo>
                <a:close/>
                <a:moveTo>
                  <a:pt x="2308869" y="1805588"/>
                </a:moveTo>
                <a:cubicBezTo>
                  <a:pt x="2308047" y="1806409"/>
                  <a:pt x="2307636" y="1807642"/>
                  <a:pt x="2307636" y="1809285"/>
                </a:cubicBezTo>
                <a:lnTo>
                  <a:pt x="2307636" y="1811750"/>
                </a:lnTo>
                <a:lnTo>
                  <a:pt x="2310101" y="1832702"/>
                </a:lnTo>
                <a:cubicBezTo>
                  <a:pt x="2310101" y="1837632"/>
                  <a:pt x="2310512" y="1842151"/>
                  <a:pt x="2311334" y="1846260"/>
                </a:cubicBezTo>
                <a:cubicBezTo>
                  <a:pt x="2312977" y="1856941"/>
                  <a:pt x="2317085" y="1864747"/>
                  <a:pt x="2323658" y="1869677"/>
                </a:cubicBezTo>
                <a:cubicBezTo>
                  <a:pt x="2320372" y="1862282"/>
                  <a:pt x="2318317" y="1854476"/>
                  <a:pt x="2317496" y="1846260"/>
                </a:cubicBezTo>
                <a:lnTo>
                  <a:pt x="2315031" y="1833935"/>
                </a:lnTo>
                <a:cubicBezTo>
                  <a:pt x="2313388" y="1829005"/>
                  <a:pt x="2311334" y="1819556"/>
                  <a:pt x="2308869" y="1805588"/>
                </a:cubicBezTo>
                <a:close/>
                <a:moveTo>
                  <a:pt x="4277408" y="1804355"/>
                </a:moveTo>
                <a:cubicBezTo>
                  <a:pt x="4266727" y="1822431"/>
                  <a:pt x="4258510" y="1840919"/>
                  <a:pt x="4252759" y="1859817"/>
                </a:cubicBezTo>
                <a:cubicBezTo>
                  <a:pt x="4248650" y="1877893"/>
                  <a:pt x="4246596" y="1895148"/>
                  <a:pt x="4246596" y="1911581"/>
                </a:cubicBezTo>
                <a:lnTo>
                  <a:pt x="4246596" y="1952253"/>
                </a:lnTo>
                <a:cubicBezTo>
                  <a:pt x="4248240" y="1962935"/>
                  <a:pt x="4250705" y="1968275"/>
                  <a:pt x="4253992" y="1968275"/>
                </a:cubicBezTo>
                <a:lnTo>
                  <a:pt x="4255224" y="1968275"/>
                </a:lnTo>
                <a:cubicBezTo>
                  <a:pt x="4252759" y="1955129"/>
                  <a:pt x="4251526" y="1941571"/>
                  <a:pt x="4251526" y="1927603"/>
                </a:cubicBezTo>
                <a:cubicBezTo>
                  <a:pt x="4251526" y="1916100"/>
                  <a:pt x="4252348" y="1904186"/>
                  <a:pt x="4253992" y="1891861"/>
                </a:cubicBezTo>
                <a:cubicBezTo>
                  <a:pt x="4257278" y="1865568"/>
                  <a:pt x="4265084" y="1836400"/>
                  <a:pt x="4277408" y="1804355"/>
                </a:cubicBezTo>
                <a:close/>
                <a:moveTo>
                  <a:pt x="1121560" y="1804355"/>
                </a:moveTo>
                <a:lnTo>
                  <a:pt x="1119095" y="1805588"/>
                </a:lnTo>
                <a:cubicBezTo>
                  <a:pt x="1117451" y="1805588"/>
                  <a:pt x="1116630" y="1805998"/>
                  <a:pt x="1116630" y="1806820"/>
                </a:cubicBezTo>
                <a:lnTo>
                  <a:pt x="1116630" y="1808053"/>
                </a:lnTo>
                <a:lnTo>
                  <a:pt x="1117862" y="1808053"/>
                </a:lnTo>
                <a:lnTo>
                  <a:pt x="1120327" y="1806820"/>
                </a:lnTo>
                <a:cubicBezTo>
                  <a:pt x="1121970" y="1805998"/>
                  <a:pt x="1122792" y="1805177"/>
                  <a:pt x="1122792" y="1804355"/>
                </a:cubicBezTo>
                <a:close/>
                <a:moveTo>
                  <a:pt x="2961378" y="1803123"/>
                </a:moveTo>
                <a:cubicBezTo>
                  <a:pt x="2960556" y="1808053"/>
                  <a:pt x="2959323" y="1814626"/>
                  <a:pt x="2957680" y="1822842"/>
                </a:cubicBezTo>
                <a:lnTo>
                  <a:pt x="2951518" y="1843795"/>
                </a:lnTo>
                <a:cubicBezTo>
                  <a:pt x="2949874" y="1852011"/>
                  <a:pt x="2949052" y="1859406"/>
                  <a:pt x="2949052" y="1865979"/>
                </a:cubicBezTo>
                <a:cubicBezTo>
                  <a:pt x="2949052" y="1871731"/>
                  <a:pt x="2949874" y="1876661"/>
                  <a:pt x="2951518" y="1880769"/>
                </a:cubicBezTo>
                <a:cubicBezTo>
                  <a:pt x="2951518" y="1874196"/>
                  <a:pt x="2952339" y="1867212"/>
                  <a:pt x="2953982" y="1859817"/>
                </a:cubicBezTo>
                <a:lnTo>
                  <a:pt x="2958912" y="1840097"/>
                </a:lnTo>
                <a:cubicBezTo>
                  <a:pt x="2961378" y="1830237"/>
                  <a:pt x="2962610" y="1821610"/>
                  <a:pt x="2962610" y="1814215"/>
                </a:cubicBezTo>
                <a:cubicBezTo>
                  <a:pt x="2962610" y="1810107"/>
                  <a:pt x="2962199" y="1806409"/>
                  <a:pt x="2961378" y="1803123"/>
                </a:cubicBezTo>
                <a:close/>
                <a:moveTo>
                  <a:pt x="4110940" y="1800658"/>
                </a:moveTo>
                <a:cubicBezTo>
                  <a:pt x="4108475" y="1803123"/>
                  <a:pt x="4107242" y="1806820"/>
                  <a:pt x="4107242" y="1811750"/>
                </a:cubicBezTo>
                <a:cubicBezTo>
                  <a:pt x="4107242" y="1815858"/>
                  <a:pt x="4108475" y="1818734"/>
                  <a:pt x="4110940" y="1820377"/>
                </a:cubicBezTo>
                <a:lnTo>
                  <a:pt x="4110940" y="1815447"/>
                </a:lnTo>
                <a:lnTo>
                  <a:pt x="4112172" y="1808053"/>
                </a:lnTo>
                <a:cubicBezTo>
                  <a:pt x="4112994" y="1806409"/>
                  <a:pt x="4113404" y="1804766"/>
                  <a:pt x="4113405" y="1803123"/>
                </a:cubicBezTo>
                <a:cubicBezTo>
                  <a:pt x="4113404" y="1801479"/>
                  <a:pt x="4112583" y="1800658"/>
                  <a:pt x="4110940" y="1800658"/>
                </a:cubicBezTo>
                <a:close/>
                <a:moveTo>
                  <a:pt x="4128194" y="1799425"/>
                </a:moveTo>
                <a:lnTo>
                  <a:pt x="4126962" y="1800658"/>
                </a:lnTo>
                <a:cubicBezTo>
                  <a:pt x="4125318" y="1801479"/>
                  <a:pt x="4124497" y="1802712"/>
                  <a:pt x="4124497" y="1804355"/>
                </a:cubicBezTo>
                <a:cubicBezTo>
                  <a:pt x="4124497" y="1805998"/>
                  <a:pt x="4125730" y="1807231"/>
                  <a:pt x="4128194" y="1808053"/>
                </a:cubicBezTo>
                <a:cubicBezTo>
                  <a:pt x="4128194" y="1812161"/>
                  <a:pt x="4127784" y="1816269"/>
                  <a:pt x="4126962" y="1820377"/>
                </a:cubicBezTo>
                <a:lnTo>
                  <a:pt x="4125730" y="1825307"/>
                </a:lnTo>
                <a:lnTo>
                  <a:pt x="4124497" y="1829005"/>
                </a:lnTo>
                <a:cubicBezTo>
                  <a:pt x="4123676" y="1830648"/>
                  <a:pt x="4123264" y="1832291"/>
                  <a:pt x="4123264" y="1833935"/>
                </a:cubicBezTo>
                <a:cubicBezTo>
                  <a:pt x="4123264" y="1837221"/>
                  <a:pt x="4124497" y="1839276"/>
                  <a:pt x="4126962" y="1840097"/>
                </a:cubicBezTo>
                <a:cubicBezTo>
                  <a:pt x="4126962" y="1837632"/>
                  <a:pt x="4127373" y="1834756"/>
                  <a:pt x="4128194" y="1831470"/>
                </a:cubicBezTo>
                <a:lnTo>
                  <a:pt x="4131892" y="1822842"/>
                </a:lnTo>
                <a:cubicBezTo>
                  <a:pt x="4132714" y="1820377"/>
                  <a:pt x="4133124" y="1818323"/>
                  <a:pt x="4133124" y="1816680"/>
                </a:cubicBezTo>
                <a:cubicBezTo>
                  <a:pt x="4133124" y="1813393"/>
                  <a:pt x="4131482" y="1810518"/>
                  <a:pt x="4128194" y="1808053"/>
                </a:cubicBezTo>
                <a:cubicBezTo>
                  <a:pt x="4129016" y="1804766"/>
                  <a:pt x="4129427" y="1802301"/>
                  <a:pt x="4129427" y="1800658"/>
                </a:cubicBezTo>
                <a:cubicBezTo>
                  <a:pt x="4129427" y="1799836"/>
                  <a:pt x="4129016" y="1799425"/>
                  <a:pt x="4128194" y="1799425"/>
                </a:cubicBezTo>
                <a:close/>
                <a:moveTo>
                  <a:pt x="1130187" y="1799425"/>
                </a:moveTo>
                <a:cubicBezTo>
                  <a:pt x="1129365" y="1799425"/>
                  <a:pt x="1128544" y="1799836"/>
                  <a:pt x="1127722" y="1800658"/>
                </a:cubicBezTo>
                <a:lnTo>
                  <a:pt x="1127722" y="1801890"/>
                </a:lnTo>
                <a:cubicBezTo>
                  <a:pt x="1127722" y="1802712"/>
                  <a:pt x="1126900" y="1803123"/>
                  <a:pt x="1125257" y="1803123"/>
                </a:cubicBezTo>
                <a:cubicBezTo>
                  <a:pt x="1126079" y="1805588"/>
                  <a:pt x="1126490" y="1807642"/>
                  <a:pt x="1126490" y="1809285"/>
                </a:cubicBezTo>
                <a:lnTo>
                  <a:pt x="1131420" y="1809285"/>
                </a:lnTo>
                <a:cubicBezTo>
                  <a:pt x="1132241" y="1808463"/>
                  <a:pt x="1132652" y="1807231"/>
                  <a:pt x="1132652" y="1805588"/>
                </a:cubicBezTo>
                <a:cubicBezTo>
                  <a:pt x="1133474" y="1803944"/>
                  <a:pt x="1133885" y="1802712"/>
                  <a:pt x="1133885" y="1801890"/>
                </a:cubicBezTo>
                <a:cubicBezTo>
                  <a:pt x="1133885" y="1801069"/>
                  <a:pt x="1133474" y="1800658"/>
                  <a:pt x="1132652" y="1800658"/>
                </a:cubicBezTo>
                <a:cubicBezTo>
                  <a:pt x="1131830" y="1799836"/>
                  <a:pt x="1131009" y="1799425"/>
                  <a:pt x="1130187" y="1799425"/>
                </a:cubicBezTo>
                <a:close/>
                <a:moveTo>
                  <a:pt x="1090748" y="1787100"/>
                </a:moveTo>
                <a:lnTo>
                  <a:pt x="1082120" y="1788333"/>
                </a:lnTo>
                <a:cubicBezTo>
                  <a:pt x="1082942" y="1789976"/>
                  <a:pt x="1083353" y="1791619"/>
                  <a:pt x="1083353" y="1793263"/>
                </a:cubicBezTo>
                <a:lnTo>
                  <a:pt x="1090748" y="1792030"/>
                </a:lnTo>
                <a:close/>
                <a:moveTo>
                  <a:pt x="347560" y="1787100"/>
                </a:moveTo>
                <a:lnTo>
                  <a:pt x="346328" y="1789565"/>
                </a:lnTo>
                <a:cubicBezTo>
                  <a:pt x="345506" y="1789565"/>
                  <a:pt x="344685" y="1789154"/>
                  <a:pt x="343863" y="1788333"/>
                </a:cubicBezTo>
                <a:cubicBezTo>
                  <a:pt x="343041" y="1789154"/>
                  <a:pt x="342220" y="1789976"/>
                  <a:pt x="341398" y="1790798"/>
                </a:cubicBezTo>
                <a:cubicBezTo>
                  <a:pt x="341398" y="1792441"/>
                  <a:pt x="341809" y="1793674"/>
                  <a:pt x="342631" y="1794495"/>
                </a:cubicBezTo>
                <a:lnTo>
                  <a:pt x="346328" y="1794495"/>
                </a:lnTo>
                <a:cubicBezTo>
                  <a:pt x="347150" y="1794495"/>
                  <a:pt x="347971" y="1793674"/>
                  <a:pt x="348793" y="1792030"/>
                </a:cubicBezTo>
                <a:cubicBezTo>
                  <a:pt x="348793" y="1790387"/>
                  <a:pt x="348382" y="1788744"/>
                  <a:pt x="347560" y="1787100"/>
                </a:cubicBezTo>
                <a:close/>
                <a:moveTo>
                  <a:pt x="2946588" y="1783403"/>
                </a:moveTo>
                <a:cubicBezTo>
                  <a:pt x="2936728" y="1826951"/>
                  <a:pt x="2929332" y="1876250"/>
                  <a:pt x="2924403" y="1931301"/>
                </a:cubicBezTo>
                <a:cubicBezTo>
                  <a:pt x="2923581" y="1934587"/>
                  <a:pt x="2922349" y="1939928"/>
                  <a:pt x="2920706" y="1947323"/>
                </a:cubicBezTo>
                <a:lnTo>
                  <a:pt x="2919473" y="1955951"/>
                </a:lnTo>
                <a:lnTo>
                  <a:pt x="2917008" y="1964578"/>
                </a:lnTo>
                <a:cubicBezTo>
                  <a:pt x="2915365" y="1972794"/>
                  <a:pt x="2914543" y="1978957"/>
                  <a:pt x="2914543" y="1983065"/>
                </a:cubicBezTo>
                <a:cubicBezTo>
                  <a:pt x="2914543" y="1985530"/>
                  <a:pt x="2914954" y="1987173"/>
                  <a:pt x="2915776" y="1987995"/>
                </a:cubicBezTo>
                <a:cubicBezTo>
                  <a:pt x="2923170" y="1962524"/>
                  <a:pt x="2929333" y="1930068"/>
                  <a:pt x="2934263" y="1890629"/>
                </a:cubicBezTo>
                <a:lnTo>
                  <a:pt x="2940425" y="1837632"/>
                </a:lnTo>
                <a:close/>
                <a:moveTo>
                  <a:pt x="447392" y="1780938"/>
                </a:moveTo>
                <a:lnTo>
                  <a:pt x="447392" y="1782170"/>
                </a:lnTo>
                <a:cubicBezTo>
                  <a:pt x="447392" y="1783814"/>
                  <a:pt x="448213" y="1785046"/>
                  <a:pt x="449857" y="1785868"/>
                </a:cubicBezTo>
                <a:cubicBezTo>
                  <a:pt x="449857" y="1785046"/>
                  <a:pt x="450267" y="1783814"/>
                  <a:pt x="451089" y="1782170"/>
                </a:cubicBezTo>
                <a:lnTo>
                  <a:pt x="451582" y="1781184"/>
                </a:lnTo>
                <a:lnTo>
                  <a:pt x="449857" y="1782170"/>
                </a:lnTo>
                <a:cubicBezTo>
                  <a:pt x="449035" y="1782170"/>
                  <a:pt x="448213" y="1781760"/>
                  <a:pt x="447392" y="1780938"/>
                </a:cubicBezTo>
                <a:close/>
                <a:moveTo>
                  <a:pt x="4098615" y="1776008"/>
                </a:moveTo>
                <a:cubicBezTo>
                  <a:pt x="4098615" y="1778473"/>
                  <a:pt x="4098204" y="1780527"/>
                  <a:pt x="4097382" y="1782170"/>
                </a:cubicBezTo>
                <a:lnTo>
                  <a:pt x="4103545" y="1782170"/>
                </a:lnTo>
                <a:lnTo>
                  <a:pt x="4103545" y="1777240"/>
                </a:lnTo>
                <a:cubicBezTo>
                  <a:pt x="4101902" y="1777240"/>
                  <a:pt x="4100258" y="1776830"/>
                  <a:pt x="4098615" y="1776008"/>
                </a:cubicBezTo>
                <a:close/>
                <a:moveTo>
                  <a:pt x="412882" y="1773543"/>
                </a:moveTo>
                <a:lnTo>
                  <a:pt x="393162" y="1777240"/>
                </a:lnTo>
                <a:cubicBezTo>
                  <a:pt x="385767" y="1778884"/>
                  <a:pt x="379194" y="1780116"/>
                  <a:pt x="373443" y="1780938"/>
                </a:cubicBezTo>
                <a:cubicBezTo>
                  <a:pt x="375908" y="1790798"/>
                  <a:pt x="377962" y="1797371"/>
                  <a:pt x="379605" y="1800658"/>
                </a:cubicBezTo>
                <a:lnTo>
                  <a:pt x="380837" y="1800658"/>
                </a:lnTo>
                <a:cubicBezTo>
                  <a:pt x="382481" y="1800658"/>
                  <a:pt x="384946" y="1798604"/>
                  <a:pt x="388232" y="1794495"/>
                </a:cubicBezTo>
                <a:cubicBezTo>
                  <a:pt x="386589" y="1792030"/>
                  <a:pt x="384946" y="1790798"/>
                  <a:pt x="383302" y="1790798"/>
                </a:cubicBezTo>
                <a:lnTo>
                  <a:pt x="379605" y="1789565"/>
                </a:lnTo>
                <a:cubicBezTo>
                  <a:pt x="381248" y="1787922"/>
                  <a:pt x="382892" y="1787100"/>
                  <a:pt x="384535" y="1787100"/>
                </a:cubicBezTo>
                <a:cubicBezTo>
                  <a:pt x="386178" y="1787100"/>
                  <a:pt x="387822" y="1787922"/>
                  <a:pt x="389465" y="1789565"/>
                </a:cubicBezTo>
                <a:lnTo>
                  <a:pt x="394395" y="1793263"/>
                </a:lnTo>
                <a:cubicBezTo>
                  <a:pt x="395217" y="1794084"/>
                  <a:pt x="396038" y="1794495"/>
                  <a:pt x="396860" y="1794495"/>
                </a:cubicBezTo>
                <a:lnTo>
                  <a:pt x="398092" y="1794495"/>
                </a:lnTo>
                <a:lnTo>
                  <a:pt x="401790" y="1788333"/>
                </a:lnTo>
                <a:lnTo>
                  <a:pt x="404255" y="1783403"/>
                </a:lnTo>
                <a:cubicBezTo>
                  <a:pt x="405076" y="1782581"/>
                  <a:pt x="405898" y="1782170"/>
                  <a:pt x="406720" y="1782170"/>
                </a:cubicBezTo>
                <a:cubicBezTo>
                  <a:pt x="408363" y="1782170"/>
                  <a:pt x="410417" y="1783814"/>
                  <a:pt x="412882" y="1787100"/>
                </a:cubicBezTo>
                <a:lnTo>
                  <a:pt x="412882" y="1782170"/>
                </a:lnTo>
                <a:lnTo>
                  <a:pt x="414115" y="1779705"/>
                </a:lnTo>
                <a:lnTo>
                  <a:pt x="414115" y="1777240"/>
                </a:lnTo>
                <a:cubicBezTo>
                  <a:pt x="414115" y="1775597"/>
                  <a:pt x="413704" y="1774365"/>
                  <a:pt x="412882" y="1773543"/>
                </a:cubicBezTo>
                <a:close/>
                <a:moveTo>
                  <a:pt x="448624" y="1769846"/>
                </a:moveTo>
                <a:cubicBezTo>
                  <a:pt x="449446" y="1769846"/>
                  <a:pt x="449857" y="1770256"/>
                  <a:pt x="449857" y="1771078"/>
                </a:cubicBezTo>
                <a:cubicBezTo>
                  <a:pt x="449857" y="1771900"/>
                  <a:pt x="449446" y="1772721"/>
                  <a:pt x="448624" y="1773543"/>
                </a:cubicBezTo>
                <a:cubicBezTo>
                  <a:pt x="449446" y="1774365"/>
                  <a:pt x="450267" y="1774776"/>
                  <a:pt x="451089" y="1774776"/>
                </a:cubicBezTo>
                <a:cubicBezTo>
                  <a:pt x="452732" y="1774776"/>
                  <a:pt x="453965" y="1774365"/>
                  <a:pt x="454786" y="1773543"/>
                </a:cubicBezTo>
                <a:cubicBezTo>
                  <a:pt x="454786" y="1771078"/>
                  <a:pt x="453554" y="1769846"/>
                  <a:pt x="451089" y="1769846"/>
                </a:cubicBezTo>
                <a:close/>
                <a:moveTo>
                  <a:pt x="606382" y="1764916"/>
                </a:moveTo>
                <a:lnTo>
                  <a:pt x="603917" y="1766148"/>
                </a:lnTo>
                <a:lnTo>
                  <a:pt x="602684" y="1768613"/>
                </a:lnTo>
                <a:cubicBezTo>
                  <a:pt x="601863" y="1769435"/>
                  <a:pt x="601452" y="1770256"/>
                  <a:pt x="601452" y="1771078"/>
                </a:cubicBezTo>
                <a:lnTo>
                  <a:pt x="601452" y="1773543"/>
                </a:lnTo>
                <a:cubicBezTo>
                  <a:pt x="604739" y="1772721"/>
                  <a:pt x="606382" y="1770667"/>
                  <a:pt x="606382" y="1767381"/>
                </a:cubicBezTo>
                <a:close/>
                <a:moveTo>
                  <a:pt x="1392673" y="1763683"/>
                </a:moveTo>
                <a:cubicBezTo>
                  <a:pt x="1379527" y="1789154"/>
                  <a:pt x="1369667" y="1815037"/>
                  <a:pt x="1363094" y="1841330"/>
                </a:cubicBezTo>
                <a:cubicBezTo>
                  <a:pt x="1357342" y="1865158"/>
                  <a:pt x="1354466" y="1886931"/>
                  <a:pt x="1354466" y="1906651"/>
                </a:cubicBezTo>
                <a:cubicBezTo>
                  <a:pt x="1354466" y="1914868"/>
                  <a:pt x="1354877" y="1922673"/>
                  <a:pt x="1355699" y="1930068"/>
                </a:cubicBezTo>
                <a:lnTo>
                  <a:pt x="1355699" y="1947323"/>
                </a:lnTo>
                <a:cubicBezTo>
                  <a:pt x="1356520" y="1955540"/>
                  <a:pt x="1357342" y="1962524"/>
                  <a:pt x="1358164" y="1968275"/>
                </a:cubicBezTo>
                <a:cubicBezTo>
                  <a:pt x="1358986" y="1974849"/>
                  <a:pt x="1360629" y="1980189"/>
                  <a:pt x="1363094" y="1984298"/>
                </a:cubicBezTo>
                <a:cubicBezTo>
                  <a:pt x="1365559" y="1988406"/>
                  <a:pt x="1367613" y="1990460"/>
                  <a:pt x="1369256" y="1990460"/>
                </a:cubicBezTo>
                <a:cubicBezTo>
                  <a:pt x="1362683" y="1970740"/>
                  <a:pt x="1359396" y="1948556"/>
                  <a:pt x="1359396" y="1923906"/>
                </a:cubicBezTo>
                <a:cubicBezTo>
                  <a:pt x="1359396" y="1877893"/>
                  <a:pt x="1370489" y="1824486"/>
                  <a:pt x="1392673" y="1763683"/>
                </a:cubicBezTo>
                <a:close/>
                <a:moveTo>
                  <a:pt x="4613876" y="1761218"/>
                </a:moveTo>
                <a:cubicBezTo>
                  <a:pt x="4613055" y="1767792"/>
                  <a:pt x="4611822" y="1774776"/>
                  <a:pt x="4610179" y="1782170"/>
                </a:cubicBezTo>
                <a:lnTo>
                  <a:pt x="4604016" y="1801890"/>
                </a:lnTo>
                <a:cubicBezTo>
                  <a:pt x="4600730" y="1811750"/>
                  <a:pt x="4599086" y="1820377"/>
                  <a:pt x="4599087" y="1827772"/>
                </a:cubicBezTo>
                <a:cubicBezTo>
                  <a:pt x="4599086" y="1831881"/>
                  <a:pt x="4599498" y="1835578"/>
                  <a:pt x="4600320" y="1838865"/>
                </a:cubicBezTo>
                <a:cubicBezTo>
                  <a:pt x="4600320" y="1833935"/>
                  <a:pt x="4601552" y="1827361"/>
                  <a:pt x="4604016" y="1819145"/>
                </a:cubicBezTo>
                <a:lnTo>
                  <a:pt x="4610179" y="1798193"/>
                </a:lnTo>
                <a:cubicBezTo>
                  <a:pt x="4613466" y="1786689"/>
                  <a:pt x="4615109" y="1777240"/>
                  <a:pt x="4615109" y="1769846"/>
                </a:cubicBezTo>
                <a:cubicBezTo>
                  <a:pt x="4615109" y="1766559"/>
                  <a:pt x="4614698" y="1763683"/>
                  <a:pt x="4613876" y="1761218"/>
                </a:cubicBezTo>
                <a:close/>
                <a:moveTo>
                  <a:pt x="399325" y="1761218"/>
                </a:moveTo>
                <a:cubicBezTo>
                  <a:pt x="398503" y="1762040"/>
                  <a:pt x="397681" y="1762862"/>
                  <a:pt x="396860" y="1763683"/>
                </a:cubicBezTo>
                <a:cubicBezTo>
                  <a:pt x="397681" y="1765327"/>
                  <a:pt x="398503" y="1766970"/>
                  <a:pt x="399325" y="1768613"/>
                </a:cubicBezTo>
                <a:lnTo>
                  <a:pt x="400557" y="1767381"/>
                </a:lnTo>
                <a:lnTo>
                  <a:pt x="400557" y="1768613"/>
                </a:lnTo>
                <a:cubicBezTo>
                  <a:pt x="401379" y="1767792"/>
                  <a:pt x="402611" y="1766970"/>
                  <a:pt x="404255" y="1766148"/>
                </a:cubicBezTo>
                <a:cubicBezTo>
                  <a:pt x="403433" y="1764505"/>
                  <a:pt x="402611" y="1763272"/>
                  <a:pt x="401790" y="1762451"/>
                </a:cubicBezTo>
                <a:lnTo>
                  <a:pt x="400557" y="1762451"/>
                </a:lnTo>
                <a:close/>
                <a:moveTo>
                  <a:pt x="383302" y="1761218"/>
                </a:moveTo>
                <a:cubicBezTo>
                  <a:pt x="382481" y="1762040"/>
                  <a:pt x="381659" y="1762862"/>
                  <a:pt x="380837" y="1763683"/>
                </a:cubicBezTo>
                <a:lnTo>
                  <a:pt x="377140" y="1763683"/>
                </a:lnTo>
                <a:cubicBezTo>
                  <a:pt x="375497" y="1764505"/>
                  <a:pt x="374675" y="1765737"/>
                  <a:pt x="374675" y="1767381"/>
                </a:cubicBezTo>
                <a:lnTo>
                  <a:pt x="374675" y="1769846"/>
                </a:lnTo>
                <a:lnTo>
                  <a:pt x="377140" y="1769846"/>
                </a:lnTo>
                <a:lnTo>
                  <a:pt x="379605" y="1771078"/>
                </a:lnTo>
                <a:cubicBezTo>
                  <a:pt x="382070" y="1771078"/>
                  <a:pt x="384535" y="1769846"/>
                  <a:pt x="387000" y="1767381"/>
                </a:cubicBezTo>
                <a:close/>
                <a:moveTo>
                  <a:pt x="4136822" y="1758753"/>
                </a:moveTo>
                <a:lnTo>
                  <a:pt x="4136822" y="1766148"/>
                </a:lnTo>
                <a:cubicBezTo>
                  <a:pt x="4136822" y="1768613"/>
                  <a:pt x="4137232" y="1769846"/>
                  <a:pt x="4138054" y="1769846"/>
                </a:cubicBezTo>
                <a:cubicBezTo>
                  <a:pt x="4138054" y="1768202"/>
                  <a:pt x="4138876" y="1767381"/>
                  <a:pt x="4140520" y="1767381"/>
                </a:cubicBezTo>
                <a:lnTo>
                  <a:pt x="4140520" y="1763683"/>
                </a:lnTo>
                <a:cubicBezTo>
                  <a:pt x="4140520" y="1760397"/>
                  <a:pt x="4139287" y="1758753"/>
                  <a:pt x="4136822" y="1758753"/>
                </a:cubicBezTo>
                <a:close/>
                <a:moveTo>
                  <a:pt x="1068563" y="1758753"/>
                </a:moveTo>
                <a:cubicBezTo>
                  <a:pt x="1069385" y="1759575"/>
                  <a:pt x="1069795" y="1760397"/>
                  <a:pt x="1069795" y="1761218"/>
                </a:cubicBezTo>
                <a:cubicBezTo>
                  <a:pt x="1069795" y="1762040"/>
                  <a:pt x="1069385" y="1762862"/>
                  <a:pt x="1068563" y="1763683"/>
                </a:cubicBezTo>
                <a:lnTo>
                  <a:pt x="1067330" y="1767381"/>
                </a:lnTo>
                <a:cubicBezTo>
                  <a:pt x="1066509" y="1768202"/>
                  <a:pt x="1066098" y="1769024"/>
                  <a:pt x="1066098" y="1769846"/>
                </a:cubicBezTo>
                <a:cubicBezTo>
                  <a:pt x="1066098" y="1771489"/>
                  <a:pt x="1067741" y="1772311"/>
                  <a:pt x="1071028" y="1772311"/>
                </a:cubicBezTo>
                <a:lnTo>
                  <a:pt x="1071028" y="1769846"/>
                </a:lnTo>
                <a:lnTo>
                  <a:pt x="1072260" y="1764916"/>
                </a:lnTo>
                <a:lnTo>
                  <a:pt x="1072260" y="1762451"/>
                </a:lnTo>
                <a:cubicBezTo>
                  <a:pt x="1072260" y="1759986"/>
                  <a:pt x="1071028" y="1758753"/>
                  <a:pt x="1068563" y="1758753"/>
                </a:cubicBezTo>
                <a:close/>
                <a:moveTo>
                  <a:pt x="2229529" y="1756288"/>
                </a:moveTo>
                <a:cubicBezTo>
                  <a:pt x="2195841" y="1772721"/>
                  <a:pt x="2157223" y="1798604"/>
                  <a:pt x="2113676" y="1833935"/>
                </a:cubicBezTo>
                <a:cubicBezTo>
                  <a:pt x="2097243" y="1847081"/>
                  <a:pt x="2078345" y="1863103"/>
                  <a:pt x="2056982" y="1882002"/>
                </a:cubicBezTo>
                <a:lnTo>
                  <a:pt x="2029867" y="1905419"/>
                </a:lnTo>
                <a:lnTo>
                  <a:pt x="2005218" y="1927603"/>
                </a:lnTo>
                <a:cubicBezTo>
                  <a:pt x="2006039" y="1925960"/>
                  <a:pt x="2006450" y="1924728"/>
                  <a:pt x="2006450" y="1923906"/>
                </a:cubicBezTo>
                <a:lnTo>
                  <a:pt x="2006450" y="1922673"/>
                </a:lnTo>
                <a:lnTo>
                  <a:pt x="2003985" y="1921441"/>
                </a:lnTo>
                <a:lnTo>
                  <a:pt x="2002752" y="1921441"/>
                </a:lnTo>
                <a:cubicBezTo>
                  <a:pt x="1996179" y="1928836"/>
                  <a:pt x="1986730" y="1938285"/>
                  <a:pt x="1974405" y="1949788"/>
                </a:cubicBezTo>
                <a:lnTo>
                  <a:pt x="1969476" y="1990460"/>
                </a:lnTo>
                <a:cubicBezTo>
                  <a:pt x="1983443" y="1974849"/>
                  <a:pt x="2002342" y="1956361"/>
                  <a:pt x="2026170" y="1934998"/>
                </a:cubicBezTo>
                <a:lnTo>
                  <a:pt x="2059447" y="1909116"/>
                </a:lnTo>
                <a:lnTo>
                  <a:pt x="2091491" y="1882002"/>
                </a:lnTo>
                <a:cubicBezTo>
                  <a:pt x="2143255" y="1838454"/>
                  <a:pt x="2174889" y="1805177"/>
                  <a:pt x="2186392" y="1782170"/>
                </a:cubicBezTo>
                <a:cubicBezTo>
                  <a:pt x="2188036" y="1782170"/>
                  <a:pt x="2189268" y="1782992"/>
                  <a:pt x="2190090" y="1784635"/>
                </a:cubicBezTo>
                <a:lnTo>
                  <a:pt x="2191322" y="1787100"/>
                </a:lnTo>
                <a:cubicBezTo>
                  <a:pt x="2192144" y="1788744"/>
                  <a:pt x="2193376" y="1789565"/>
                  <a:pt x="2195020" y="1789565"/>
                </a:cubicBezTo>
                <a:lnTo>
                  <a:pt x="2197485" y="1789565"/>
                </a:lnTo>
                <a:cubicBezTo>
                  <a:pt x="2199128" y="1787922"/>
                  <a:pt x="2202825" y="1785046"/>
                  <a:pt x="2208577" y="1780938"/>
                </a:cubicBezTo>
                <a:lnTo>
                  <a:pt x="2215972" y="1774776"/>
                </a:lnTo>
                <a:lnTo>
                  <a:pt x="2223367" y="1769846"/>
                </a:lnTo>
                <a:cubicBezTo>
                  <a:pt x="2230762" y="1764094"/>
                  <a:pt x="2234459" y="1759986"/>
                  <a:pt x="2234459" y="1757521"/>
                </a:cubicBezTo>
                <a:cubicBezTo>
                  <a:pt x="2234459" y="1756699"/>
                  <a:pt x="2233227" y="1756288"/>
                  <a:pt x="2230762" y="1756288"/>
                </a:cubicBezTo>
                <a:close/>
                <a:moveTo>
                  <a:pt x="476971" y="1756288"/>
                </a:moveTo>
                <a:lnTo>
                  <a:pt x="470809" y="1757521"/>
                </a:lnTo>
                <a:lnTo>
                  <a:pt x="467111" y="1779705"/>
                </a:lnTo>
                <a:lnTo>
                  <a:pt x="468344" y="1779705"/>
                </a:lnTo>
                <a:cubicBezTo>
                  <a:pt x="469987" y="1778062"/>
                  <a:pt x="472863" y="1776830"/>
                  <a:pt x="476971" y="1776008"/>
                </a:cubicBezTo>
                <a:lnTo>
                  <a:pt x="475739" y="1772311"/>
                </a:lnTo>
                <a:cubicBezTo>
                  <a:pt x="474095" y="1772311"/>
                  <a:pt x="473274" y="1771078"/>
                  <a:pt x="473274" y="1768613"/>
                </a:cubicBezTo>
                <a:lnTo>
                  <a:pt x="473274" y="1766148"/>
                </a:lnTo>
                <a:lnTo>
                  <a:pt x="475739" y="1764916"/>
                </a:lnTo>
                <a:cubicBezTo>
                  <a:pt x="475739" y="1762451"/>
                  <a:pt x="476149" y="1759575"/>
                  <a:pt x="476971" y="1756288"/>
                </a:cubicBezTo>
                <a:close/>
                <a:moveTo>
                  <a:pt x="415347" y="1753823"/>
                </a:moveTo>
                <a:cubicBezTo>
                  <a:pt x="415347" y="1755467"/>
                  <a:pt x="414525" y="1756288"/>
                  <a:pt x="412882" y="1756288"/>
                </a:cubicBezTo>
                <a:lnTo>
                  <a:pt x="410417" y="1757521"/>
                </a:lnTo>
                <a:cubicBezTo>
                  <a:pt x="408774" y="1757521"/>
                  <a:pt x="407952" y="1758342"/>
                  <a:pt x="407952" y="1759986"/>
                </a:cubicBezTo>
                <a:lnTo>
                  <a:pt x="407952" y="1762451"/>
                </a:lnTo>
                <a:lnTo>
                  <a:pt x="414115" y="1762451"/>
                </a:lnTo>
                <a:cubicBezTo>
                  <a:pt x="415758" y="1761629"/>
                  <a:pt x="416580" y="1760397"/>
                  <a:pt x="416580" y="1758753"/>
                </a:cubicBezTo>
                <a:cubicBezTo>
                  <a:pt x="416580" y="1757932"/>
                  <a:pt x="416169" y="1756288"/>
                  <a:pt x="415347" y="1753823"/>
                </a:cubicBezTo>
                <a:close/>
                <a:moveTo>
                  <a:pt x="700051" y="1750126"/>
                </a:moveTo>
                <a:cubicBezTo>
                  <a:pt x="699229" y="1750126"/>
                  <a:pt x="698407" y="1750947"/>
                  <a:pt x="697586" y="1752591"/>
                </a:cubicBezTo>
                <a:cubicBezTo>
                  <a:pt x="699229" y="1755877"/>
                  <a:pt x="700872" y="1757521"/>
                  <a:pt x="702516" y="1757521"/>
                </a:cubicBezTo>
                <a:cubicBezTo>
                  <a:pt x="703337" y="1757521"/>
                  <a:pt x="704159" y="1757110"/>
                  <a:pt x="704981" y="1756288"/>
                </a:cubicBezTo>
                <a:lnTo>
                  <a:pt x="703748" y="1753823"/>
                </a:lnTo>
                <a:lnTo>
                  <a:pt x="701283" y="1751358"/>
                </a:lnTo>
                <a:cubicBezTo>
                  <a:pt x="701283" y="1750537"/>
                  <a:pt x="700872" y="1750126"/>
                  <a:pt x="700051" y="1750126"/>
                </a:cubicBezTo>
                <a:close/>
                <a:moveTo>
                  <a:pt x="2966307" y="1748893"/>
                </a:moveTo>
                <a:cubicBezTo>
                  <a:pt x="2966307" y="1752180"/>
                  <a:pt x="2965897" y="1755467"/>
                  <a:pt x="2965075" y="1758753"/>
                </a:cubicBezTo>
                <a:lnTo>
                  <a:pt x="2962610" y="1767381"/>
                </a:lnTo>
                <a:cubicBezTo>
                  <a:pt x="2960967" y="1771489"/>
                  <a:pt x="2960145" y="1776008"/>
                  <a:pt x="2960145" y="1780938"/>
                </a:cubicBezTo>
                <a:cubicBezTo>
                  <a:pt x="2960145" y="1783403"/>
                  <a:pt x="2960556" y="1786279"/>
                  <a:pt x="2961378" y="1789565"/>
                </a:cubicBezTo>
                <a:lnTo>
                  <a:pt x="2960145" y="1789565"/>
                </a:lnTo>
                <a:cubicBezTo>
                  <a:pt x="2960145" y="1791209"/>
                  <a:pt x="2959734" y="1792441"/>
                  <a:pt x="2958912" y="1793263"/>
                </a:cubicBezTo>
                <a:lnTo>
                  <a:pt x="2958912" y="1800658"/>
                </a:lnTo>
                <a:cubicBezTo>
                  <a:pt x="2960556" y="1799836"/>
                  <a:pt x="2961377" y="1797782"/>
                  <a:pt x="2961378" y="1794495"/>
                </a:cubicBezTo>
                <a:lnTo>
                  <a:pt x="2961378" y="1789565"/>
                </a:lnTo>
                <a:lnTo>
                  <a:pt x="2965075" y="1779705"/>
                </a:lnTo>
                <a:lnTo>
                  <a:pt x="2967540" y="1768613"/>
                </a:lnTo>
                <a:cubicBezTo>
                  <a:pt x="2968361" y="1765327"/>
                  <a:pt x="2968772" y="1762040"/>
                  <a:pt x="2968772" y="1758753"/>
                </a:cubicBezTo>
                <a:cubicBezTo>
                  <a:pt x="2968772" y="1754645"/>
                  <a:pt x="2967950" y="1751358"/>
                  <a:pt x="2966307" y="1748893"/>
                </a:cubicBezTo>
                <a:close/>
                <a:moveTo>
                  <a:pt x="721003" y="1748893"/>
                </a:moveTo>
                <a:lnTo>
                  <a:pt x="718538" y="1751358"/>
                </a:lnTo>
                <a:lnTo>
                  <a:pt x="718538" y="1755056"/>
                </a:lnTo>
                <a:lnTo>
                  <a:pt x="719770" y="1755056"/>
                </a:lnTo>
                <a:lnTo>
                  <a:pt x="721003" y="1756288"/>
                </a:lnTo>
                <a:lnTo>
                  <a:pt x="722235" y="1755056"/>
                </a:lnTo>
                <a:lnTo>
                  <a:pt x="722235" y="1752591"/>
                </a:lnTo>
                <a:cubicBezTo>
                  <a:pt x="722235" y="1750947"/>
                  <a:pt x="721824" y="1749715"/>
                  <a:pt x="721003" y="1748893"/>
                </a:cubicBezTo>
                <a:close/>
                <a:moveTo>
                  <a:pt x="741955" y="1747661"/>
                </a:moveTo>
                <a:cubicBezTo>
                  <a:pt x="741133" y="1748483"/>
                  <a:pt x="740312" y="1749304"/>
                  <a:pt x="739490" y="1750126"/>
                </a:cubicBezTo>
                <a:cubicBezTo>
                  <a:pt x="740312" y="1751769"/>
                  <a:pt x="741133" y="1753412"/>
                  <a:pt x="741955" y="1755056"/>
                </a:cubicBezTo>
                <a:cubicBezTo>
                  <a:pt x="742777" y="1754234"/>
                  <a:pt x="743598" y="1753412"/>
                  <a:pt x="744420" y="1752591"/>
                </a:cubicBezTo>
                <a:cubicBezTo>
                  <a:pt x="743598" y="1750947"/>
                  <a:pt x="742777" y="1749304"/>
                  <a:pt x="741955" y="1747661"/>
                </a:cubicBezTo>
                <a:close/>
                <a:moveTo>
                  <a:pt x="463414" y="1747661"/>
                </a:moveTo>
                <a:lnTo>
                  <a:pt x="460949" y="1751358"/>
                </a:lnTo>
                <a:lnTo>
                  <a:pt x="462181" y="1750126"/>
                </a:lnTo>
                <a:close/>
                <a:moveTo>
                  <a:pt x="456019" y="1747661"/>
                </a:moveTo>
                <a:lnTo>
                  <a:pt x="457251" y="1751358"/>
                </a:lnTo>
                <a:lnTo>
                  <a:pt x="458484" y="1750126"/>
                </a:lnTo>
                <a:close/>
                <a:moveTo>
                  <a:pt x="1084585" y="1742731"/>
                </a:moveTo>
                <a:lnTo>
                  <a:pt x="1084585" y="1745196"/>
                </a:lnTo>
                <a:cubicBezTo>
                  <a:pt x="1082942" y="1748483"/>
                  <a:pt x="1082120" y="1750947"/>
                  <a:pt x="1082120" y="1752591"/>
                </a:cubicBezTo>
                <a:lnTo>
                  <a:pt x="1082120" y="1753823"/>
                </a:lnTo>
                <a:lnTo>
                  <a:pt x="1085818" y="1750126"/>
                </a:lnTo>
                <a:cubicBezTo>
                  <a:pt x="1087461" y="1747661"/>
                  <a:pt x="1088693" y="1745607"/>
                  <a:pt x="1089515" y="1743963"/>
                </a:cubicBezTo>
                <a:cubicBezTo>
                  <a:pt x="1089515" y="1743142"/>
                  <a:pt x="1088693" y="1742731"/>
                  <a:pt x="1087050" y="1742731"/>
                </a:cubicBezTo>
                <a:close/>
                <a:moveTo>
                  <a:pt x="1116630" y="1740266"/>
                </a:moveTo>
                <a:lnTo>
                  <a:pt x="1116630" y="1768613"/>
                </a:lnTo>
                <a:cubicBezTo>
                  <a:pt x="1116630" y="1781760"/>
                  <a:pt x="1116219" y="1792030"/>
                  <a:pt x="1115397" y="1799425"/>
                </a:cubicBezTo>
                <a:cubicBezTo>
                  <a:pt x="1120327" y="1795317"/>
                  <a:pt x="1122792" y="1787922"/>
                  <a:pt x="1122792" y="1777240"/>
                </a:cubicBezTo>
                <a:lnTo>
                  <a:pt x="1122792" y="1772311"/>
                </a:lnTo>
                <a:cubicBezTo>
                  <a:pt x="1122792" y="1763272"/>
                  <a:pt x="1121560" y="1752591"/>
                  <a:pt x="1119095" y="1740266"/>
                </a:cubicBezTo>
                <a:close/>
                <a:moveTo>
                  <a:pt x="3324960" y="1739034"/>
                </a:moveTo>
                <a:cubicBezTo>
                  <a:pt x="3315100" y="1776830"/>
                  <a:pt x="3307294" y="1810928"/>
                  <a:pt x="3301543" y="1841330"/>
                </a:cubicBezTo>
                <a:cubicBezTo>
                  <a:pt x="3294148" y="1887342"/>
                  <a:pt x="3290450" y="1925549"/>
                  <a:pt x="3290450" y="1955951"/>
                </a:cubicBezTo>
                <a:lnTo>
                  <a:pt x="3290450" y="1978135"/>
                </a:lnTo>
                <a:cubicBezTo>
                  <a:pt x="3291272" y="1987995"/>
                  <a:pt x="3292504" y="1996622"/>
                  <a:pt x="3294148" y="2004017"/>
                </a:cubicBezTo>
                <a:cubicBezTo>
                  <a:pt x="3295791" y="2010591"/>
                  <a:pt x="3297845" y="2016342"/>
                  <a:pt x="3300310" y="2021272"/>
                </a:cubicBezTo>
                <a:lnTo>
                  <a:pt x="3301543" y="2016342"/>
                </a:lnTo>
                <a:cubicBezTo>
                  <a:pt x="3296612" y="2005661"/>
                  <a:pt x="3294148" y="1990460"/>
                  <a:pt x="3294148" y="1970740"/>
                </a:cubicBezTo>
                <a:lnTo>
                  <a:pt x="3294148" y="1958415"/>
                </a:lnTo>
                <a:cubicBezTo>
                  <a:pt x="3294148" y="1941161"/>
                  <a:pt x="3295380" y="1920619"/>
                  <a:pt x="3297845" y="1896791"/>
                </a:cubicBezTo>
                <a:cubicBezTo>
                  <a:pt x="3302775" y="1857352"/>
                  <a:pt x="3311813" y="1804766"/>
                  <a:pt x="3324960" y="1739034"/>
                </a:cubicBezTo>
                <a:close/>
                <a:moveTo>
                  <a:pt x="489296" y="1739034"/>
                </a:moveTo>
                <a:lnTo>
                  <a:pt x="480669" y="1740266"/>
                </a:lnTo>
                <a:lnTo>
                  <a:pt x="473274" y="1741498"/>
                </a:lnTo>
                <a:lnTo>
                  <a:pt x="472041" y="1748893"/>
                </a:lnTo>
                <a:lnTo>
                  <a:pt x="483134" y="1747661"/>
                </a:lnTo>
                <a:cubicBezTo>
                  <a:pt x="488063" y="1743553"/>
                  <a:pt x="493404" y="1741498"/>
                  <a:pt x="499156" y="1741498"/>
                </a:cubicBezTo>
                <a:lnTo>
                  <a:pt x="497923" y="1739034"/>
                </a:lnTo>
                <a:lnTo>
                  <a:pt x="490528" y="1739034"/>
                </a:lnTo>
                <a:lnTo>
                  <a:pt x="489296" y="1740266"/>
                </a:lnTo>
                <a:close/>
                <a:moveTo>
                  <a:pt x="4306988" y="1737801"/>
                </a:moveTo>
                <a:cubicBezTo>
                  <a:pt x="4305345" y="1741088"/>
                  <a:pt x="4302469" y="1746018"/>
                  <a:pt x="4298361" y="1752591"/>
                </a:cubicBezTo>
                <a:lnTo>
                  <a:pt x="4287268" y="1767381"/>
                </a:lnTo>
                <a:cubicBezTo>
                  <a:pt x="4282338" y="1776419"/>
                  <a:pt x="4279874" y="1784225"/>
                  <a:pt x="4279874" y="1790798"/>
                </a:cubicBezTo>
                <a:cubicBezTo>
                  <a:pt x="4279874" y="1793263"/>
                  <a:pt x="4280284" y="1795728"/>
                  <a:pt x="4281106" y="1798193"/>
                </a:cubicBezTo>
                <a:cubicBezTo>
                  <a:pt x="4281928" y="1792441"/>
                  <a:pt x="4283982" y="1786689"/>
                  <a:pt x="4287268" y="1780938"/>
                </a:cubicBezTo>
                <a:lnTo>
                  <a:pt x="4290966" y="1774776"/>
                </a:lnTo>
                <a:lnTo>
                  <a:pt x="4295896" y="1767381"/>
                </a:lnTo>
                <a:cubicBezTo>
                  <a:pt x="4303290" y="1756699"/>
                  <a:pt x="4306988" y="1747661"/>
                  <a:pt x="4306988" y="1740266"/>
                </a:cubicBezTo>
                <a:close/>
                <a:moveTo>
                  <a:pt x="4119567" y="1730406"/>
                </a:moveTo>
                <a:lnTo>
                  <a:pt x="4113405" y="1755056"/>
                </a:lnTo>
                <a:cubicBezTo>
                  <a:pt x="4112583" y="1759986"/>
                  <a:pt x="4112172" y="1764505"/>
                  <a:pt x="4112172" y="1768613"/>
                </a:cubicBezTo>
                <a:cubicBezTo>
                  <a:pt x="4112172" y="1772721"/>
                  <a:pt x="4112583" y="1776830"/>
                  <a:pt x="4113405" y="1780938"/>
                </a:cubicBezTo>
                <a:lnTo>
                  <a:pt x="4117102" y="1767381"/>
                </a:lnTo>
                <a:lnTo>
                  <a:pt x="4120800" y="1753823"/>
                </a:lnTo>
                <a:cubicBezTo>
                  <a:pt x="4121622" y="1749715"/>
                  <a:pt x="4122032" y="1746018"/>
                  <a:pt x="4122032" y="1742731"/>
                </a:cubicBezTo>
                <a:cubicBezTo>
                  <a:pt x="4122032" y="1737801"/>
                  <a:pt x="4121210" y="1733693"/>
                  <a:pt x="4119567" y="1730406"/>
                </a:cubicBezTo>
                <a:close/>
                <a:moveTo>
                  <a:pt x="1036518" y="1727941"/>
                </a:moveTo>
                <a:lnTo>
                  <a:pt x="1036518" y="1729174"/>
                </a:lnTo>
                <a:lnTo>
                  <a:pt x="1037751" y="1729174"/>
                </a:lnTo>
                <a:lnTo>
                  <a:pt x="1037751" y="1727941"/>
                </a:lnTo>
                <a:close/>
                <a:moveTo>
                  <a:pt x="974894" y="1727941"/>
                </a:moveTo>
                <a:lnTo>
                  <a:pt x="972429" y="1729174"/>
                </a:lnTo>
                <a:lnTo>
                  <a:pt x="971197" y="1729174"/>
                </a:lnTo>
                <a:cubicBezTo>
                  <a:pt x="969553" y="1729995"/>
                  <a:pt x="968732" y="1731639"/>
                  <a:pt x="968732" y="1734104"/>
                </a:cubicBezTo>
                <a:lnTo>
                  <a:pt x="971197" y="1732871"/>
                </a:lnTo>
                <a:lnTo>
                  <a:pt x="972429" y="1731639"/>
                </a:lnTo>
                <a:cubicBezTo>
                  <a:pt x="974073" y="1731639"/>
                  <a:pt x="974894" y="1730406"/>
                  <a:pt x="974894" y="1727941"/>
                </a:cubicBezTo>
                <a:close/>
                <a:moveTo>
                  <a:pt x="932990" y="1726709"/>
                </a:moveTo>
                <a:cubicBezTo>
                  <a:pt x="931346" y="1727530"/>
                  <a:pt x="930114" y="1728763"/>
                  <a:pt x="929292" y="1730406"/>
                </a:cubicBezTo>
                <a:lnTo>
                  <a:pt x="929292" y="1735336"/>
                </a:lnTo>
                <a:cubicBezTo>
                  <a:pt x="930936" y="1732871"/>
                  <a:pt x="932168" y="1731639"/>
                  <a:pt x="932990" y="1731639"/>
                </a:cubicBezTo>
                <a:lnTo>
                  <a:pt x="934222" y="1731639"/>
                </a:lnTo>
                <a:lnTo>
                  <a:pt x="936687" y="1732871"/>
                </a:lnTo>
                <a:cubicBezTo>
                  <a:pt x="937509" y="1732871"/>
                  <a:pt x="938331" y="1732460"/>
                  <a:pt x="939152" y="1731639"/>
                </a:cubicBezTo>
                <a:cubicBezTo>
                  <a:pt x="938331" y="1729995"/>
                  <a:pt x="937509" y="1728763"/>
                  <a:pt x="936687" y="1727941"/>
                </a:cubicBezTo>
                <a:cubicBezTo>
                  <a:pt x="935866" y="1727120"/>
                  <a:pt x="934633" y="1726709"/>
                  <a:pt x="932990" y="1726709"/>
                </a:cubicBezTo>
                <a:close/>
                <a:moveTo>
                  <a:pt x="2971237" y="1724244"/>
                </a:moveTo>
                <a:lnTo>
                  <a:pt x="2971237" y="1727941"/>
                </a:lnTo>
                <a:lnTo>
                  <a:pt x="2970005" y="1734104"/>
                </a:lnTo>
                <a:lnTo>
                  <a:pt x="2970005" y="1736569"/>
                </a:lnTo>
                <a:cubicBezTo>
                  <a:pt x="2970005" y="1738212"/>
                  <a:pt x="2970826" y="1739034"/>
                  <a:pt x="2972470" y="1739034"/>
                </a:cubicBezTo>
                <a:lnTo>
                  <a:pt x="2973702" y="1739034"/>
                </a:lnTo>
                <a:lnTo>
                  <a:pt x="2973702" y="1727941"/>
                </a:lnTo>
                <a:cubicBezTo>
                  <a:pt x="2973702" y="1726298"/>
                  <a:pt x="2972880" y="1725065"/>
                  <a:pt x="2971237" y="1724244"/>
                </a:cubicBezTo>
                <a:close/>
                <a:moveTo>
                  <a:pt x="658146" y="1724244"/>
                </a:moveTo>
                <a:cubicBezTo>
                  <a:pt x="651573" y="1727530"/>
                  <a:pt x="638426" y="1730406"/>
                  <a:pt x="618707" y="1732871"/>
                </a:cubicBezTo>
                <a:cubicBezTo>
                  <a:pt x="608025" y="1734514"/>
                  <a:pt x="599398" y="1735336"/>
                  <a:pt x="592825" y="1735336"/>
                </a:cubicBezTo>
                <a:cubicBezTo>
                  <a:pt x="587073" y="1735336"/>
                  <a:pt x="582965" y="1734514"/>
                  <a:pt x="580500" y="1732871"/>
                </a:cubicBezTo>
                <a:cubicBezTo>
                  <a:pt x="575570" y="1737801"/>
                  <a:pt x="568586" y="1741088"/>
                  <a:pt x="559548" y="1742731"/>
                </a:cubicBezTo>
                <a:lnTo>
                  <a:pt x="547223" y="1743963"/>
                </a:lnTo>
                <a:lnTo>
                  <a:pt x="534898" y="1745196"/>
                </a:lnTo>
                <a:lnTo>
                  <a:pt x="527503" y="1771078"/>
                </a:lnTo>
                <a:cubicBezTo>
                  <a:pt x="536541" y="1766970"/>
                  <a:pt x="542704" y="1760397"/>
                  <a:pt x="545990" y="1751358"/>
                </a:cubicBezTo>
                <a:cubicBezTo>
                  <a:pt x="550920" y="1754645"/>
                  <a:pt x="560369" y="1756288"/>
                  <a:pt x="574337" y="1756288"/>
                </a:cubicBezTo>
                <a:cubicBezTo>
                  <a:pt x="582554" y="1756288"/>
                  <a:pt x="592003" y="1755877"/>
                  <a:pt x="602684" y="1755056"/>
                </a:cubicBezTo>
                <a:cubicBezTo>
                  <a:pt x="610901" y="1754234"/>
                  <a:pt x="622815" y="1752591"/>
                  <a:pt x="638426" y="1750126"/>
                </a:cubicBezTo>
                <a:lnTo>
                  <a:pt x="655681" y="1747661"/>
                </a:lnTo>
                <a:lnTo>
                  <a:pt x="671703" y="1745196"/>
                </a:lnTo>
                <a:cubicBezTo>
                  <a:pt x="670882" y="1745196"/>
                  <a:pt x="670471" y="1744785"/>
                  <a:pt x="670471" y="1743963"/>
                </a:cubicBezTo>
                <a:lnTo>
                  <a:pt x="669238" y="1740266"/>
                </a:lnTo>
                <a:cubicBezTo>
                  <a:pt x="669238" y="1737801"/>
                  <a:pt x="668006" y="1736158"/>
                  <a:pt x="665541" y="1735336"/>
                </a:cubicBezTo>
                <a:lnTo>
                  <a:pt x="664309" y="1734104"/>
                </a:lnTo>
                <a:cubicBezTo>
                  <a:pt x="664309" y="1734925"/>
                  <a:pt x="664719" y="1736158"/>
                  <a:pt x="665541" y="1737801"/>
                </a:cubicBezTo>
                <a:lnTo>
                  <a:pt x="666774" y="1742731"/>
                </a:lnTo>
                <a:lnTo>
                  <a:pt x="668006" y="1743963"/>
                </a:lnTo>
                <a:cubicBezTo>
                  <a:pt x="668006" y="1744785"/>
                  <a:pt x="667595" y="1745196"/>
                  <a:pt x="666774" y="1745196"/>
                </a:cubicBezTo>
                <a:cubicBezTo>
                  <a:pt x="660200" y="1741088"/>
                  <a:pt x="656914" y="1736158"/>
                  <a:pt x="656914" y="1730406"/>
                </a:cubicBezTo>
                <a:cubicBezTo>
                  <a:pt x="656914" y="1728763"/>
                  <a:pt x="657324" y="1726709"/>
                  <a:pt x="658146" y="1724244"/>
                </a:cubicBezTo>
                <a:close/>
                <a:moveTo>
                  <a:pt x="2316971" y="1718608"/>
                </a:moveTo>
                <a:lnTo>
                  <a:pt x="2313215" y="1721938"/>
                </a:lnTo>
                <a:lnTo>
                  <a:pt x="2311334" y="1730406"/>
                </a:lnTo>
                <a:lnTo>
                  <a:pt x="2305171" y="1755056"/>
                </a:lnTo>
                <a:cubicBezTo>
                  <a:pt x="2303528" y="1761629"/>
                  <a:pt x="2302706" y="1769435"/>
                  <a:pt x="2302706" y="1778473"/>
                </a:cubicBezTo>
                <a:cubicBezTo>
                  <a:pt x="2302706" y="1787511"/>
                  <a:pt x="2303939" y="1795317"/>
                  <a:pt x="2306404" y="1801890"/>
                </a:cubicBezTo>
                <a:lnTo>
                  <a:pt x="2306404" y="1795728"/>
                </a:lnTo>
                <a:cubicBezTo>
                  <a:pt x="2306404" y="1783403"/>
                  <a:pt x="2308458" y="1768202"/>
                  <a:pt x="2312566" y="1750126"/>
                </a:cubicBezTo>
                <a:cubicBezTo>
                  <a:pt x="2314209" y="1741498"/>
                  <a:pt x="2315442" y="1734001"/>
                  <a:pt x="2316264" y="1727633"/>
                </a:cubicBezTo>
                <a:close/>
                <a:moveTo>
                  <a:pt x="1322454" y="1718081"/>
                </a:moveTo>
                <a:cubicBezTo>
                  <a:pt x="1320811" y="1718903"/>
                  <a:pt x="1319579" y="1719725"/>
                  <a:pt x="1318757" y="1720546"/>
                </a:cubicBezTo>
                <a:cubicBezTo>
                  <a:pt x="1318757" y="1723011"/>
                  <a:pt x="1319168" y="1724244"/>
                  <a:pt x="1319990" y="1724244"/>
                </a:cubicBezTo>
                <a:lnTo>
                  <a:pt x="1323687" y="1724244"/>
                </a:lnTo>
                <a:lnTo>
                  <a:pt x="1324920" y="1721779"/>
                </a:lnTo>
                <a:cubicBezTo>
                  <a:pt x="1325741" y="1720136"/>
                  <a:pt x="1326152" y="1718903"/>
                  <a:pt x="1326152" y="1718081"/>
                </a:cubicBezTo>
                <a:lnTo>
                  <a:pt x="1323687" y="1719314"/>
                </a:lnTo>
                <a:cubicBezTo>
                  <a:pt x="1322865" y="1719314"/>
                  <a:pt x="1322454" y="1718903"/>
                  <a:pt x="1322454" y="1718081"/>
                </a:cubicBezTo>
                <a:close/>
                <a:moveTo>
                  <a:pt x="1280550" y="1716849"/>
                </a:moveTo>
                <a:lnTo>
                  <a:pt x="1279318" y="1718081"/>
                </a:lnTo>
                <a:lnTo>
                  <a:pt x="1276853" y="1719314"/>
                </a:lnTo>
                <a:lnTo>
                  <a:pt x="1276853" y="1720546"/>
                </a:lnTo>
                <a:cubicBezTo>
                  <a:pt x="1276853" y="1722190"/>
                  <a:pt x="1277263" y="1723833"/>
                  <a:pt x="1278085" y="1725476"/>
                </a:cubicBezTo>
                <a:lnTo>
                  <a:pt x="1280550" y="1721779"/>
                </a:lnTo>
                <a:close/>
                <a:moveTo>
                  <a:pt x="930525" y="1714384"/>
                </a:moveTo>
                <a:cubicBezTo>
                  <a:pt x="929703" y="1716027"/>
                  <a:pt x="928882" y="1716849"/>
                  <a:pt x="928060" y="1716849"/>
                </a:cubicBezTo>
                <a:lnTo>
                  <a:pt x="925595" y="1716849"/>
                </a:lnTo>
                <a:cubicBezTo>
                  <a:pt x="923952" y="1716849"/>
                  <a:pt x="922719" y="1717671"/>
                  <a:pt x="921897" y="1719314"/>
                </a:cubicBezTo>
                <a:cubicBezTo>
                  <a:pt x="921897" y="1720957"/>
                  <a:pt x="922719" y="1721779"/>
                  <a:pt x="924362" y="1721779"/>
                </a:cubicBezTo>
                <a:lnTo>
                  <a:pt x="929292" y="1721779"/>
                </a:lnTo>
                <a:cubicBezTo>
                  <a:pt x="930936" y="1720957"/>
                  <a:pt x="931757" y="1720136"/>
                  <a:pt x="931757" y="1719314"/>
                </a:cubicBezTo>
                <a:lnTo>
                  <a:pt x="931757" y="1718081"/>
                </a:lnTo>
                <a:cubicBezTo>
                  <a:pt x="931757" y="1716438"/>
                  <a:pt x="931346" y="1715206"/>
                  <a:pt x="930525" y="1714384"/>
                </a:cubicBezTo>
                <a:close/>
                <a:moveTo>
                  <a:pt x="4295896" y="1713151"/>
                </a:moveTo>
                <a:cubicBezTo>
                  <a:pt x="4268781" y="1750948"/>
                  <a:pt x="4251116" y="1791619"/>
                  <a:pt x="4242899" y="1835167"/>
                </a:cubicBezTo>
                <a:lnTo>
                  <a:pt x="4240434" y="1840097"/>
                </a:lnTo>
                <a:lnTo>
                  <a:pt x="4237970" y="1847492"/>
                </a:lnTo>
                <a:lnTo>
                  <a:pt x="4233040" y="1863514"/>
                </a:lnTo>
                <a:cubicBezTo>
                  <a:pt x="4231396" y="1869266"/>
                  <a:pt x="4230574" y="1873785"/>
                  <a:pt x="4230574" y="1877072"/>
                </a:cubicBezTo>
                <a:cubicBezTo>
                  <a:pt x="4230574" y="1880358"/>
                  <a:pt x="4231396" y="1882412"/>
                  <a:pt x="4233040" y="1883234"/>
                </a:cubicBezTo>
                <a:cubicBezTo>
                  <a:pt x="4242899" y="1851189"/>
                  <a:pt x="4251526" y="1824075"/>
                  <a:pt x="4258922" y="1801890"/>
                </a:cubicBezTo>
                <a:cubicBezTo>
                  <a:pt x="4270424" y="1768202"/>
                  <a:pt x="4282750" y="1738623"/>
                  <a:pt x="4295896" y="1713151"/>
                </a:cubicBezTo>
                <a:close/>
                <a:moveTo>
                  <a:pt x="953942" y="1713151"/>
                </a:moveTo>
                <a:cubicBezTo>
                  <a:pt x="953120" y="1713973"/>
                  <a:pt x="952299" y="1714795"/>
                  <a:pt x="951477" y="1715616"/>
                </a:cubicBezTo>
                <a:lnTo>
                  <a:pt x="950245" y="1719314"/>
                </a:lnTo>
                <a:lnTo>
                  <a:pt x="950245" y="1723011"/>
                </a:lnTo>
                <a:lnTo>
                  <a:pt x="951477" y="1721779"/>
                </a:lnTo>
                <a:cubicBezTo>
                  <a:pt x="951477" y="1720957"/>
                  <a:pt x="951888" y="1719725"/>
                  <a:pt x="952710" y="1718081"/>
                </a:cubicBezTo>
                <a:close/>
                <a:moveTo>
                  <a:pt x="2974935" y="1708221"/>
                </a:moveTo>
                <a:cubicBezTo>
                  <a:pt x="2974113" y="1709043"/>
                  <a:pt x="2972880" y="1709454"/>
                  <a:pt x="2971237" y="1709454"/>
                </a:cubicBezTo>
                <a:lnTo>
                  <a:pt x="2971237" y="1710686"/>
                </a:lnTo>
                <a:cubicBezTo>
                  <a:pt x="2971237" y="1711508"/>
                  <a:pt x="2970826" y="1712330"/>
                  <a:pt x="2970005" y="1713151"/>
                </a:cubicBezTo>
                <a:lnTo>
                  <a:pt x="2970005" y="1715616"/>
                </a:lnTo>
                <a:lnTo>
                  <a:pt x="2971237" y="1716849"/>
                </a:lnTo>
                <a:lnTo>
                  <a:pt x="2974935" y="1716849"/>
                </a:lnTo>
                <a:lnTo>
                  <a:pt x="2974935" y="1715616"/>
                </a:lnTo>
                <a:cubicBezTo>
                  <a:pt x="2974935" y="1714795"/>
                  <a:pt x="2975346" y="1713973"/>
                  <a:pt x="2976167" y="1713151"/>
                </a:cubicBezTo>
                <a:cubicBezTo>
                  <a:pt x="2975346" y="1711508"/>
                  <a:pt x="2974935" y="1709865"/>
                  <a:pt x="2974935" y="1708221"/>
                </a:cubicBezTo>
                <a:close/>
                <a:moveTo>
                  <a:pt x="1021729" y="1706989"/>
                </a:moveTo>
                <a:cubicBezTo>
                  <a:pt x="1020907" y="1707811"/>
                  <a:pt x="1020085" y="1708632"/>
                  <a:pt x="1019264" y="1709454"/>
                </a:cubicBezTo>
                <a:lnTo>
                  <a:pt x="1022961" y="1715616"/>
                </a:lnTo>
                <a:lnTo>
                  <a:pt x="1024194" y="1714384"/>
                </a:lnTo>
                <a:lnTo>
                  <a:pt x="1024194" y="1711919"/>
                </a:lnTo>
                <a:close/>
                <a:moveTo>
                  <a:pt x="644589" y="1705756"/>
                </a:moveTo>
                <a:cubicBezTo>
                  <a:pt x="618296" y="1705756"/>
                  <a:pt x="583375" y="1712741"/>
                  <a:pt x="539828" y="1726709"/>
                </a:cubicBezTo>
                <a:lnTo>
                  <a:pt x="537363" y="1735336"/>
                </a:lnTo>
                <a:cubicBezTo>
                  <a:pt x="566121" y="1735336"/>
                  <a:pt x="594057" y="1729174"/>
                  <a:pt x="621172" y="1716849"/>
                </a:cubicBezTo>
                <a:cubicBezTo>
                  <a:pt x="622815" y="1716027"/>
                  <a:pt x="624458" y="1715616"/>
                  <a:pt x="626102" y="1715616"/>
                </a:cubicBezTo>
                <a:cubicBezTo>
                  <a:pt x="628567" y="1715616"/>
                  <a:pt x="631032" y="1716027"/>
                  <a:pt x="633496" y="1716849"/>
                </a:cubicBezTo>
                <a:lnTo>
                  <a:pt x="647054" y="1716849"/>
                </a:lnTo>
                <a:cubicBezTo>
                  <a:pt x="656092" y="1716849"/>
                  <a:pt x="660611" y="1714384"/>
                  <a:pt x="660611" y="1709454"/>
                </a:cubicBezTo>
                <a:lnTo>
                  <a:pt x="660611" y="1706989"/>
                </a:lnTo>
                <a:cubicBezTo>
                  <a:pt x="655681" y="1706167"/>
                  <a:pt x="650340" y="1705756"/>
                  <a:pt x="644589" y="1705756"/>
                </a:cubicBezTo>
                <a:close/>
                <a:moveTo>
                  <a:pt x="472041" y="1705756"/>
                </a:moveTo>
                <a:cubicBezTo>
                  <a:pt x="469576" y="1705756"/>
                  <a:pt x="468344" y="1707811"/>
                  <a:pt x="468344" y="1711919"/>
                </a:cubicBezTo>
                <a:lnTo>
                  <a:pt x="473274" y="1710686"/>
                </a:lnTo>
                <a:close/>
                <a:moveTo>
                  <a:pt x="2338867" y="1702289"/>
                </a:moveTo>
                <a:lnTo>
                  <a:pt x="2331717" y="1707388"/>
                </a:lnTo>
                <a:lnTo>
                  <a:pt x="2325507" y="1735952"/>
                </a:lnTo>
                <a:cubicBezTo>
                  <a:pt x="2323453" y="1749921"/>
                  <a:pt x="2322426" y="1763683"/>
                  <a:pt x="2322426" y="1777240"/>
                </a:cubicBezTo>
                <a:cubicBezTo>
                  <a:pt x="2322426" y="1792030"/>
                  <a:pt x="2323658" y="1806820"/>
                  <a:pt x="2326123" y="1821610"/>
                </a:cubicBezTo>
                <a:cubicBezTo>
                  <a:pt x="2325302" y="1814215"/>
                  <a:pt x="2324891" y="1806820"/>
                  <a:pt x="2324891" y="1799425"/>
                </a:cubicBezTo>
                <a:cubicBezTo>
                  <a:pt x="2324891" y="1776830"/>
                  <a:pt x="2327459" y="1752899"/>
                  <a:pt x="2332594" y="1727633"/>
                </a:cubicBezTo>
                <a:close/>
                <a:moveTo>
                  <a:pt x="4327940" y="1694664"/>
                </a:moveTo>
                <a:cubicBezTo>
                  <a:pt x="4327119" y="1697129"/>
                  <a:pt x="4325476" y="1699594"/>
                  <a:pt x="4323010" y="1702059"/>
                </a:cubicBezTo>
                <a:lnTo>
                  <a:pt x="4318080" y="1708221"/>
                </a:lnTo>
                <a:cubicBezTo>
                  <a:pt x="4313972" y="1713973"/>
                  <a:pt x="4311918" y="1720136"/>
                  <a:pt x="4311918" y="1726709"/>
                </a:cubicBezTo>
                <a:lnTo>
                  <a:pt x="4309454" y="1725476"/>
                </a:lnTo>
                <a:cubicBezTo>
                  <a:pt x="4309453" y="1727120"/>
                  <a:pt x="4308632" y="1727941"/>
                  <a:pt x="4306988" y="1727941"/>
                </a:cubicBezTo>
                <a:lnTo>
                  <a:pt x="4305756" y="1734104"/>
                </a:lnTo>
                <a:lnTo>
                  <a:pt x="4306988" y="1734104"/>
                </a:lnTo>
                <a:cubicBezTo>
                  <a:pt x="4309453" y="1734104"/>
                  <a:pt x="4311096" y="1731639"/>
                  <a:pt x="4311918" y="1726709"/>
                </a:cubicBezTo>
                <a:lnTo>
                  <a:pt x="4318080" y="1720546"/>
                </a:lnTo>
                <a:lnTo>
                  <a:pt x="4324243" y="1711919"/>
                </a:lnTo>
                <a:cubicBezTo>
                  <a:pt x="4327530" y="1707811"/>
                  <a:pt x="4329172" y="1703702"/>
                  <a:pt x="4329173" y="1699594"/>
                </a:cubicBezTo>
                <a:cubicBezTo>
                  <a:pt x="4329172" y="1697951"/>
                  <a:pt x="4328762" y="1696308"/>
                  <a:pt x="4327940" y="1694664"/>
                </a:cubicBezTo>
                <a:close/>
                <a:moveTo>
                  <a:pt x="4096150" y="1693432"/>
                </a:moveTo>
                <a:lnTo>
                  <a:pt x="4094918" y="1698362"/>
                </a:lnTo>
                <a:lnTo>
                  <a:pt x="4094918" y="1703292"/>
                </a:lnTo>
                <a:cubicBezTo>
                  <a:pt x="4094917" y="1706578"/>
                  <a:pt x="4096150" y="1708221"/>
                  <a:pt x="4098615" y="1708221"/>
                </a:cubicBezTo>
                <a:lnTo>
                  <a:pt x="4099848" y="1708221"/>
                </a:lnTo>
                <a:cubicBezTo>
                  <a:pt x="4101491" y="1704935"/>
                  <a:pt x="4102312" y="1702059"/>
                  <a:pt x="4102312" y="1699594"/>
                </a:cubicBezTo>
                <a:cubicBezTo>
                  <a:pt x="4102312" y="1696308"/>
                  <a:pt x="4100258" y="1694253"/>
                  <a:pt x="4096150" y="1693432"/>
                </a:cubicBezTo>
                <a:close/>
                <a:moveTo>
                  <a:pt x="1138814" y="1693432"/>
                </a:moveTo>
                <a:lnTo>
                  <a:pt x="1138814" y="1703292"/>
                </a:lnTo>
                <a:lnTo>
                  <a:pt x="1140047" y="1703292"/>
                </a:lnTo>
                <a:cubicBezTo>
                  <a:pt x="1142512" y="1701648"/>
                  <a:pt x="1144977" y="1700827"/>
                  <a:pt x="1147442" y="1700827"/>
                </a:cubicBezTo>
                <a:cubicBezTo>
                  <a:pt x="1149907" y="1700827"/>
                  <a:pt x="1152372" y="1701648"/>
                  <a:pt x="1154837" y="1703292"/>
                </a:cubicBezTo>
                <a:lnTo>
                  <a:pt x="1162232" y="1709454"/>
                </a:lnTo>
                <a:lnTo>
                  <a:pt x="1168394" y="1715616"/>
                </a:lnTo>
                <a:cubicBezTo>
                  <a:pt x="1167572" y="1713151"/>
                  <a:pt x="1167162" y="1711097"/>
                  <a:pt x="1167162" y="1709454"/>
                </a:cubicBezTo>
                <a:cubicBezTo>
                  <a:pt x="1167162" y="1706989"/>
                  <a:pt x="1168394" y="1705346"/>
                  <a:pt x="1170859" y="1704524"/>
                </a:cubicBezTo>
                <a:cubicBezTo>
                  <a:pt x="1173324" y="1706167"/>
                  <a:pt x="1176611" y="1706989"/>
                  <a:pt x="1180719" y="1706989"/>
                </a:cubicBezTo>
                <a:lnTo>
                  <a:pt x="1189346" y="1705756"/>
                </a:lnTo>
                <a:lnTo>
                  <a:pt x="1193044" y="1705756"/>
                </a:lnTo>
                <a:cubicBezTo>
                  <a:pt x="1200439" y="1705756"/>
                  <a:pt x="1205779" y="1707811"/>
                  <a:pt x="1209066" y="1711919"/>
                </a:cubicBezTo>
                <a:lnTo>
                  <a:pt x="1207833" y="1711919"/>
                </a:lnTo>
                <a:cubicBezTo>
                  <a:pt x="1206190" y="1711919"/>
                  <a:pt x="1204547" y="1712741"/>
                  <a:pt x="1202904" y="1714384"/>
                </a:cubicBezTo>
                <a:cubicBezTo>
                  <a:pt x="1204547" y="1716849"/>
                  <a:pt x="1206601" y="1718081"/>
                  <a:pt x="1209066" y="1718081"/>
                </a:cubicBezTo>
                <a:cubicBezTo>
                  <a:pt x="1209888" y="1718081"/>
                  <a:pt x="1211120" y="1717671"/>
                  <a:pt x="1212763" y="1716849"/>
                </a:cubicBezTo>
                <a:lnTo>
                  <a:pt x="1217693" y="1714384"/>
                </a:lnTo>
                <a:lnTo>
                  <a:pt x="1222623" y="1711919"/>
                </a:lnTo>
                <a:cubicBezTo>
                  <a:pt x="1226732" y="1709454"/>
                  <a:pt x="1230018" y="1708221"/>
                  <a:pt x="1232483" y="1708221"/>
                </a:cubicBezTo>
                <a:cubicBezTo>
                  <a:pt x="1236591" y="1708221"/>
                  <a:pt x="1240289" y="1710686"/>
                  <a:pt x="1243576" y="1715616"/>
                </a:cubicBezTo>
                <a:cubicBezTo>
                  <a:pt x="1248505" y="1712330"/>
                  <a:pt x="1257544" y="1710276"/>
                  <a:pt x="1270690" y="1709454"/>
                </a:cubicBezTo>
                <a:cubicBezTo>
                  <a:pt x="1273155" y="1709454"/>
                  <a:pt x="1275209" y="1709043"/>
                  <a:pt x="1276853" y="1708221"/>
                </a:cubicBezTo>
                <a:lnTo>
                  <a:pt x="1278085" y="1709454"/>
                </a:lnTo>
                <a:cubicBezTo>
                  <a:pt x="1278907" y="1709454"/>
                  <a:pt x="1279728" y="1710276"/>
                  <a:pt x="1280550" y="1711919"/>
                </a:cubicBezTo>
                <a:lnTo>
                  <a:pt x="1283015" y="1718081"/>
                </a:lnTo>
                <a:cubicBezTo>
                  <a:pt x="1285480" y="1716438"/>
                  <a:pt x="1288356" y="1715616"/>
                  <a:pt x="1291642" y="1715616"/>
                </a:cubicBezTo>
                <a:cubicBezTo>
                  <a:pt x="1294107" y="1715616"/>
                  <a:pt x="1296983" y="1716438"/>
                  <a:pt x="1300270" y="1718081"/>
                </a:cubicBezTo>
                <a:lnTo>
                  <a:pt x="1308897" y="1720546"/>
                </a:lnTo>
                <a:cubicBezTo>
                  <a:pt x="1311362" y="1721368"/>
                  <a:pt x="1313416" y="1721779"/>
                  <a:pt x="1315060" y="1721779"/>
                </a:cubicBezTo>
                <a:lnTo>
                  <a:pt x="1317525" y="1721779"/>
                </a:lnTo>
                <a:lnTo>
                  <a:pt x="1307665" y="1714384"/>
                </a:lnTo>
                <a:lnTo>
                  <a:pt x="1295340" y="1708221"/>
                </a:lnTo>
                <a:cubicBezTo>
                  <a:pt x="1291231" y="1705756"/>
                  <a:pt x="1287534" y="1704524"/>
                  <a:pt x="1284248" y="1704524"/>
                </a:cubicBezTo>
                <a:cubicBezTo>
                  <a:pt x="1281782" y="1704524"/>
                  <a:pt x="1279318" y="1705756"/>
                  <a:pt x="1276853" y="1708221"/>
                </a:cubicBezTo>
                <a:lnTo>
                  <a:pt x="1275620" y="1705756"/>
                </a:lnTo>
                <a:cubicBezTo>
                  <a:pt x="1259187" y="1700827"/>
                  <a:pt x="1229196" y="1698362"/>
                  <a:pt x="1185649" y="1698362"/>
                </a:cubicBezTo>
                <a:lnTo>
                  <a:pt x="1164697" y="1698362"/>
                </a:lnTo>
                <a:cubicBezTo>
                  <a:pt x="1165518" y="1699183"/>
                  <a:pt x="1165929" y="1700005"/>
                  <a:pt x="1165929" y="1700827"/>
                </a:cubicBezTo>
                <a:cubicBezTo>
                  <a:pt x="1165929" y="1702470"/>
                  <a:pt x="1164697" y="1704524"/>
                  <a:pt x="1162232" y="1706989"/>
                </a:cubicBezTo>
                <a:lnTo>
                  <a:pt x="1162232" y="1704524"/>
                </a:lnTo>
                <a:cubicBezTo>
                  <a:pt x="1162232" y="1702881"/>
                  <a:pt x="1161821" y="1700827"/>
                  <a:pt x="1160999" y="1698362"/>
                </a:cubicBezTo>
                <a:lnTo>
                  <a:pt x="1149907" y="1695897"/>
                </a:lnTo>
                <a:close/>
                <a:moveTo>
                  <a:pt x="2957680" y="1692199"/>
                </a:moveTo>
                <a:cubicBezTo>
                  <a:pt x="2956858" y="1697129"/>
                  <a:pt x="2955626" y="1703702"/>
                  <a:pt x="2953982" y="1711919"/>
                </a:cubicBezTo>
                <a:lnTo>
                  <a:pt x="2949052" y="1732871"/>
                </a:lnTo>
                <a:cubicBezTo>
                  <a:pt x="2947409" y="1741088"/>
                  <a:pt x="2946587" y="1748483"/>
                  <a:pt x="2946588" y="1755056"/>
                </a:cubicBezTo>
                <a:cubicBezTo>
                  <a:pt x="2946587" y="1760807"/>
                  <a:pt x="2947409" y="1765737"/>
                  <a:pt x="2949052" y="1769846"/>
                </a:cubicBezTo>
                <a:cubicBezTo>
                  <a:pt x="2949052" y="1763272"/>
                  <a:pt x="2949463" y="1756288"/>
                  <a:pt x="2950285" y="1748893"/>
                </a:cubicBezTo>
                <a:lnTo>
                  <a:pt x="2955215" y="1729174"/>
                </a:lnTo>
                <a:cubicBezTo>
                  <a:pt x="2957680" y="1719314"/>
                  <a:pt x="2958912" y="1710686"/>
                  <a:pt x="2958912" y="1703292"/>
                </a:cubicBezTo>
                <a:cubicBezTo>
                  <a:pt x="2958912" y="1699183"/>
                  <a:pt x="2958502" y="1695486"/>
                  <a:pt x="2957680" y="1692199"/>
                </a:cubicBezTo>
                <a:close/>
                <a:moveTo>
                  <a:pt x="1035286" y="1692199"/>
                </a:moveTo>
                <a:lnTo>
                  <a:pt x="1035286" y="1700827"/>
                </a:lnTo>
                <a:cubicBezTo>
                  <a:pt x="1041859" y="1700827"/>
                  <a:pt x="1048432" y="1704113"/>
                  <a:pt x="1055006" y="1710686"/>
                </a:cubicBezTo>
                <a:lnTo>
                  <a:pt x="1058703" y="1706989"/>
                </a:lnTo>
                <a:lnTo>
                  <a:pt x="1058703" y="1692199"/>
                </a:lnTo>
                <a:close/>
                <a:moveTo>
                  <a:pt x="4146682" y="1679874"/>
                </a:moveTo>
                <a:cubicBezTo>
                  <a:pt x="4146682" y="1683983"/>
                  <a:pt x="4145860" y="1690145"/>
                  <a:pt x="4144217" y="1698362"/>
                </a:cubicBezTo>
                <a:lnTo>
                  <a:pt x="4140520" y="1718081"/>
                </a:lnTo>
                <a:cubicBezTo>
                  <a:pt x="4139698" y="1726298"/>
                  <a:pt x="4139286" y="1733693"/>
                  <a:pt x="4139287" y="1740266"/>
                </a:cubicBezTo>
                <a:cubicBezTo>
                  <a:pt x="4139286" y="1746018"/>
                  <a:pt x="4139698" y="1750537"/>
                  <a:pt x="4140520" y="1753823"/>
                </a:cubicBezTo>
                <a:lnTo>
                  <a:pt x="4142984" y="1746428"/>
                </a:lnTo>
                <a:lnTo>
                  <a:pt x="4145450" y="1737801"/>
                </a:lnTo>
                <a:cubicBezTo>
                  <a:pt x="4147092" y="1730406"/>
                  <a:pt x="4148325" y="1723833"/>
                  <a:pt x="4149147" y="1718081"/>
                </a:cubicBezTo>
                <a:cubicBezTo>
                  <a:pt x="4150790" y="1711508"/>
                  <a:pt x="4151612" y="1705346"/>
                  <a:pt x="4151612" y="1699594"/>
                </a:cubicBezTo>
                <a:cubicBezTo>
                  <a:pt x="4151612" y="1691378"/>
                  <a:pt x="4149968" y="1684804"/>
                  <a:pt x="4146682" y="1679874"/>
                </a:cubicBezTo>
                <a:close/>
                <a:moveTo>
                  <a:pt x="4341498" y="1678642"/>
                </a:moveTo>
                <a:lnTo>
                  <a:pt x="4339033" y="1681107"/>
                </a:lnTo>
                <a:lnTo>
                  <a:pt x="4336568" y="1684804"/>
                </a:lnTo>
                <a:cubicBezTo>
                  <a:pt x="4335746" y="1685626"/>
                  <a:pt x="4335335" y="1686859"/>
                  <a:pt x="4335336" y="1688502"/>
                </a:cubicBezTo>
                <a:cubicBezTo>
                  <a:pt x="4335335" y="1689323"/>
                  <a:pt x="4336568" y="1690145"/>
                  <a:pt x="4339033" y="1690967"/>
                </a:cubicBezTo>
                <a:lnTo>
                  <a:pt x="4340266" y="1687269"/>
                </a:lnTo>
                <a:lnTo>
                  <a:pt x="4342730" y="1684804"/>
                </a:lnTo>
                <a:cubicBezTo>
                  <a:pt x="4343552" y="1683983"/>
                  <a:pt x="4343962" y="1683161"/>
                  <a:pt x="4343963" y="1682339"/>
                </a:cubicBezTo>
                <a:cubicBezTo>
                  <a:pt x="4343962" y="1680696"/>
                  <a:pt x="4343141" y="1679464"/>
                  <a:pt x="4341498" y="1678642"/>
                </a:cubicBezTo>
                <a:close/>
                <a:moveTo>
                  <a:pt x="2961852" y="1676980"/>
                </a:moveTo>
                <a:lnTo>
                  <a:pt x="2961258" y="1677684"/>
                </a:lnTo>
                <a:lnTo>
                  <a:pt x="2961378" y="1678642"/>
                </a:lnTo>
                <a:lnTo>
                  <a:pt x="2959770" y="1679445"/>
                </a:lnTo>
                <a:lnTo>
                  <a:pt x="2958912" y="1680462"/>
                </a:lnTo>
                <a:lnTo>
                  <a:pt x="2958912" y="1681107"/>
                </a:lnTo>
                <a:cubicBezTo>
                  <a:pt x="2958912" y="1681929"/>
                  <a:pt x="2958502" y="1682339"/>
                  <a:pt x="2957680" y="1682339"/>
                </a:cubicBezTo>
                <a:lnTo>
                  <a:pt x="2958912" y="1689734"/>
                </a:lnTo>
                <a:cubicBezTo>
                  <a:pt x="2960556" y="1688913"/>
                  <a:pt x="2961377" y="1686859"/>
                  <a:pt x="2961378" y="1683572"/>
                </a:cubicBezTo>
                <a:lnTo>
                  <a:pt x="2961378" y="1678642"/>
                </a:lnTo>
                <a:close/>
                <a:moveTo>
                  <a:pt x="1220158" y="1676177"/>
                </a:moveTo>
                <a:cubicBezTo>
                  <a:pt x="1219337" y="1678642"/>
                  <a:pt x="1218104" y="1679874"/>
                  <a:pt x="1216461" y="1679874"/>
                </a:cubicBezTo>
                <a:lnTo>
                  <a:pt x="1210298" y="1679874"/>
                </a:lnTo>
                <a:cubicBezTo>
                  <a:pt x="1209477" y="1679874"/>
                  <a:pt x="1209066" y="1680285"/>
                  <a:pt x="1209066" y="1681107"/>
                </a:cubicBezTo>
                <a:cubicBezTo>
                  <a:pt x="1209066" y="1681929"/>
                  <a:pt x="1209477" y="1683161"/>
                  <a:pt x="1210298" y="1684804"/>
                </a:cubicBezTo>
                <a:lnTo>
                  <a:pt x="1228786" y="1687269"/>
                </a:lnTo>
                <a:lnTo>
                  <a:pt x="1247273" y="1687269"/>
                </a:lnTo>
                <a:lnTo>
                  <a:pt x="1287945" y="1692199"/>
                </a:lnTo>
                <a:cubicBezTo>
                  <a:pt x="1295340" y="1693021"/>
                  <a:pt x="1302324" y="1693432"/>
                  <a:pt x="1308897" y="1693432"/>
                </a:cubicBezTo>
                <a:cubicBezTo>
                  <a:pt x="1313827" y="1697540"/>
                  <a:pt x="1319990" y="1700005"/>
                  <a:pt x="1327384" y="1700827"/>
                </a:cubicBezTo>
                <a:cubicBezTo>
                  <a:pt x="1329849" y="1701648"/>
                  <a:pt x="1331904" y="1702059"/>
                  <a:pt x="1333547" y="1702059"/>
                </a:cubicBezTo>
                <a:cubicBezTo>
                  <a:pt x="1338477" y="1702059"/>
                  <a:pt x="1340942" y="1700416"/>
                  <a:pt x="1340942" y="1697129"/>
                </a:cubicBezTo>
                <a:cubicBezTo>
                  <a:pt x="1334368" y="1694664"/>
                  <a:pt x="1326563" y="1692199"/>
                  <a:pt x="1317525" y="1689734"/>
                </a:cubicBezTo>
                <a:lnTo>
                  <a:pt x="1291642" y="1683572"/>
                </a:lnTo>
                <a:lnTo>
                  <a:pt x="1238646" y="1678642"/>
                </a:lnTo>
                <a:cubicBezTo>
                  <a:pt x="1231251" y="1678642"/>
                  <a:pt x="1225088" y="1677820"/>
                  <a:pt x="1220158" y="1676177"/>
                </a:cubicBezTo>
                <a:close/>
                <a:moveTo>
                  <a:pt x="2979865" y="1674944"/>
                </a:moveTo>
                <a:lnTo>
                  <a:pt x="2978632" y="1678642"/>
                </a:lnTo>
                <a:lnTo>
                  <a:pt x="2977400" y="1682339"/>
                </a:lnTo>
                <a:cubicBezTo>
                  <a:pt x="2976578" y="1685626"/>
                  <a:pt x="2976167" y="1689323"/>
                  <a:pt x="2976167" y="1693432"/>
                </a:cubicBezTo>
                <a:lnTo>
                  <a:pt x="2982330" y="1692199"/>
                </a:lnTo>
                <a:lnTo>
                  <a:pt x="2981097" y="1686037"/>
                </a:lnTo>
                <a:lnTo>
                  <a:pt x="2982330" y="1681107"/>
                </a:lnTo>
                <a:lnTo>
                  <a:pt x="2982330" y="1678642"/>
                </a:lnTo>
                <a:cubicBezTo>
                  <a:pt x="2982330" y="1676177"/>
                  <a:pt x="2981508" y="1674944"/>
                  <a:pt x="2979865" y="1674944"/>
                </a:cubicBezTo>
                <a:close/>
                <a:moveTo>
                  <a:pt x="1024194" y="1672479"/>
                </a:moveTo>
                <a:cubicBezTo>
                  <a:pt x="916557" y="1675766"/>
                  <a:pt x="822066" y="1684394"/>
                  <a:pt x="740723" y="1698362"/>
                </a:cubicBezTo>
                <a:cubicBezTo>
                  <a:pt x="739079" y="1696718"/>
                  <a:pt x="737436" y="1695897"/>
                  <a:pt x="735793" y="1695897"/>
                </a:cubicBezTo>
                <a:lnTo>
                  <a:pt x="732095" y="1697129"/>
                </a:lnTo>
                <a:lnTo>
                  <a:pt x="730863" y="1697129"/>
                </a:lnTo>
                <a:cubicBezTo>
                  <a:pt x="727576" y="1697129"/>
                  <a:pt x="725111" y="1695486"/>
                  <a:pt x="723468" y="1692199"/>
                </a:cubicBezTo>
                <a:cubicBezTo>
                  <a:pt x="721003" y="1697129"/>
                  <a:pt x="717305" y="1700416"/>
                  <a:pt x="712375" y="1702059"/>
                </a:cubicBezTo>
                <a:cubicBezTo>
                  <a:pt x="708267" y="1702881"/>
                  <a:pt x="702926" y="1703292"/>
                  <a:pt x="696353" y="1703292"/>
                </a:cubicBezTo>
                <a:lnTo>
                  <a:pt x="690191" y="1703292"/>
                </a:lnTo>
                <a:cubicBezTo>
                  <a:pt x="679509" y="1703292"/>
                  <a:pt x="673347" y="1705346"/>
                  <a:pt x="671703" y="1709454"/>
                </a:cubicBezTo>
                <a:cubicBezTo>
                  <a:pt x="678277" y="1711097"/>
                  <a:pt x="685261" y="1711919"/>
                  <a:pt x="692656" y="1711919"/>
                </a:cubicBezTo>
                <a:cubicBezTo>
                  <a:pt x="700051" y="1711919"/>
                  <a:pt x="707856" y="1711097"/>
                  <a:pt x="716073" y="1709454"/>
                </a:cubicBezTo>
                <a:lnTo>
                  <a:pt x="738258" y="1704524"/>
                </a:lnTo>
                <a:lnTo>
                  <a:pt x="759210" y="1698362"/>
                </a:lnTo>
                <a:cubicBezTo>
                  <a:pt x="761675" y="1698362"/>
                  <a:pt x="766194" y="1699183"/>
                  <a:pt x="772767" y="1700827"/>
                </a:cubicBezTo>
                <a:lnTo>
                  <a:pt x="780162" y="1702059"/>
                </a:lnTo>
                <a:lnTo>
                  <a:pt x="787557" y="1703292"/>
                </a:lnTo>
                <a:cubicBezTo>
                  <a:pt x="795773" y="1702470"/>
                  <a:pt x="808098" y="1700416"/>
                  <a:pt x="824531" y="1697129"/>
                </a:cubicBezTo>
                <a:lnTo>
                  <a:pt x="843019" y="1693432"/>
                </a:lnTo>
                <a:lnTo>
                  <a:pt x="861506" y="1689734"/>
                </a:lnTo>
                <a:lnTo>
                  <a:pt x="882458" y="1688502"/>
                </a:lnTo>
                <a:lnTo>
                  <a:pt x="902178" y="1688502"/>
                </a:lnTo>
                <a:cubicBezTo>
                  <a:pt x="917789" y="1687680"/>
                  <a:pt x="931757" y="1685626"/>
                  <a:pt x="944082" y="1682339"/>
                </a:cubicBezTo>
                <a:cubicBezTo>
                  <a:pt x="949012" y="1681518"/>
                  <a:pt x="954353" y="1681107"/>
                  <a:pt x="960104" y="1681107"/>
                </a:cubicBezTo>
                <a:cubicBezTo>
                  <a:pt x="966678" y="1681107"/>
                  <a:pt x="974073" y="1681518"/>
                  <a:pt x="982289" y="1682339"/>
                </a:cubicBezTo>
                <a:lnTo>
                  <a:pt x="1002009" y="1684804"/>
                </a:lnTo>
                <a:lnTo>
                  <a:pt x="1024194" y="1684804"/>
                </a:lnTo>
                <a:close/>
                <a:moveTo>
                  <a:pt x="1058703" y="1671247"/>
                </a:moveTo>
                <a:lnTo>
                  <a:pt x="1035286" y="1672479"/>
                </a:lnTo>
                <a:lnTo>
                  <a:pt x="1035286" y="1683572"/>
                </a:lnTo>
                <a:lnTo>
                  <a:pt x="1046378" y="1679874"/>
                </a:lnTo>
                <a:lnTo>
                  <a:pt x="1058703" y="1677409"/>
                </a:lnTo>
                <a:close/>
                <a:moveTo>
                  <a:pt x="1432113" y="1670014"/>
                </a:moveTo>
                <a:cubicBezTo>
                  <a:pt x="1430469" y="1674944"/>
                  <a:pt x="1426772" y="1681929"/>
                  <a:pt x="1421020" y="1690967"/>
                </a:cubicBezTo>
                <a:lnTo>
                  <a:pt x="1414858" y="1702059"/>
                </a:lnTo>
                <a:lnTo>
                  <a:pt x="1407463" y="1713151"/>
                </a:lnTo>
                <a:cubicBezTo>
                  <a:pt x="1400068" y="1726298"/>
                  <a:pt x="1396371" y="1737390"/>
                  <a:pt x="1396371" y="1746428"/>
                </a:cubicBezTo>
                <a:cubicBezTo>
                  <a:pt x="1396371" y="1748893"/>
                  <a:pt x="1396782" y="1751358"/>
                  <a:pt x="1397603" y="1753823"/>
                </a:cubicBezTo>
                <a:cubicBezTo>
                  <a:pt x="1399247" y="1746428"/>
                  <a:pt x="1401712" y="1739034"/>
                  <a:pt x="1404998" y="1731639"/>
                </a:cubicBezTo>
                <a:lnTo>
                  <a:pt x="1411161" y="1720546"/>
                </a:lnTo>
                <a:lnTo>
                  <a:pt x="1417323" y="1710686"/>
                </a:lnTo>
                <a:cubicBezTo>
                  <a:pt x="1427183" y="1694253"/>
                  <a:pt x="1432113" y="1680696"/>
                  <a:pt x="1432113" y="1670014"/>
                </a:cubicBezTo>
                <a:close/>
                <a:moveTo>
                  <a:pt x="4149147" y="1667550"/>
                </a:moveTo>
                <a:lnTo>
                  <a:pt x="4149147" y="1668782"/>
                </a:lnTo>
                <a:lnTo>
                  <a:pt x="4154076" y="1670014"/>
                </a:lnTo>
                <a:cubicBezTo>
                  <a:pt x="4154076" y="1668371"/>
                  <a:pt x="4153255" y="1667550"/>
                  <a:pt x="4151612" y="1667550"/>
                </a:cubicBezTo>
                <a:close/>
                <a:moveTo>
                  <a:pt x="888620" y="1667550"/>
                </a:moveTo>
                <a:lnTo>
                  <a:pt x="884923" y="1668782"/>
                </a:lnTo>
                <a:lnTo>
                  <a:pt x="881226" y="1668782"/>
                </a:lnTo>
                <a:cubicBezTo>
                  <a:pt x="878761" y="1669604"/>
                  <a:pt x="877528" y="1671247"/>
                  <a:pt x="877528" y="1673712"/>
                </a:cubicBezTo>
                <a:lnTo>
                  <a:pt x="881226" y="1674944"/>
                </a:lnTo>
                <a:lnTo>
                  <a:pt x="884923" y="1674944"/>
                </a:lnTo>
                <a:cubicBezTo>
                  <a:pt x="887388" y="1674944"/>
                  <a:pt x="888620" y="1672479"/>
                  <a:pt x="888620" y="1667550"/>
                </a:cubicBezTo>
                <a:close/>
                <a:moveTo>
                  <a:pt x="4346428" y="1666317"/>
                </a:moveTo>
                <a:cubicBezTo>
                  <a:pt x="4346428" y="1667139"/>
                  <a:pt x="4346017" y="1667550"/>
                  <a:pt x="4345196" y="1667550"/>
                </a:cubicBezTo>
                <a:lnTo>
                  <a:pt x="4343963" y="1667550"/>
                </a:lnTo>
                <a:cubicBezTo>
                  <a:pt x="4343141" y="1669193"/>
                  <a:pt x="4342730" y="1670836"/>
                  <a:pt x="4342730" y="1672479"/>
                </a:cubicBezTo>
                <a:cubicBezTo>
                  <a:pt x="4344374" y="1672479"/>
                  <a:pt x="4346017" y="1672890"/>
                  <a:pt x="4347660" y="1673712"/>
                </a:cubicBezTo>
                <a:cubicBezTo>
                  <a:pt x="4347660" y="1672069"/>
                  <a:pt x="4348482" y="1671247"/>
                  <a:pt x="4350125" y="1671247"/>
                </a:cubicBezTo>
                <a:lnTo>
                  <a:pt x="4350125" y="1667550"/>
                </a:lnTo>
                <a:cubicBezTo>
                  <a:pt x="4349304" y="1666728"/>
                  <a:pt x="4348071" y="1666317"/>
                  <a:pt x="4346428" y="1666317"/>
                </a:cubicBezTo>
                <a:close/>
                <a:moveTo>
                  <a:pt x="1169627" y="1665085"/>
                </a:moveTo>
                <a:cubicBezTo>
                  <a:pt x="1168805" y="1665085"/>
                  <a:pt x="1168394" y="1665495"/>
                  <a:pt x="1168394" y="1666317"/>
                </a:cubicBezTo>
                <a:lnTo>
                  <a:pt x="1168394" y="1667550"/>
                </a:lnTo>
                <a:cubicBezTo>
                  <a:pt x="1168394" y="1668371"/>
                  <a:pt x="1168805" y="1669604"/>
                  <a:pt x="1169627" y="1671247"/>
                </a:cubicBezTo>
                <a:lnTo>
                  <a:pt x="1137582" y="1671247"/>
                </a:lnTo>
                <a:lnTo>
                  <a:pt x="1137582" y="1683572"/>
                </a:lnTo>
                <a:cubicBezTo>
                  <a:pt x="1162232" y="1683572"/>
                  <a:pt x="1180308" y="1681518"/>
                  <a:pt x="1191811" y="1677409"/>
                </a:cubicBezTo>
                <a:cubicBezTo>
                  <a:pt x="1194276" y="1679874"/>
                  <a:pt x="1197152" y="1681107"/>
                  <a:pt x="1200439" y="1681107"/>
                </a:cubicBezTo>
                <a:cubicBezTo>
                  <a:pt x="1202082" y="1681107"/>
                  <a:pt x="1204136" y="1680696"/>
                  <a:pt x="1206601" y="1679874"/>
                </a:cubicBezTo>
                <a:cubicBezTo>
                  <a:pt x="1204958" y="1677409"/>
                  <a:pt x="1203314" y="1676177"/>
                  <a:pt x="1201671" y="1676177"/>
                </a:cubicBezTo>
                <a:lnTo>
                  <a:pt x="1200439" y="1676177"/>
                </a:lnTo>
                <a:lnTo>
                  <a:pt x="1196741" y="1677409"/>
                </a:lnTo>
                <a:lnTo>
                  <a:pt x="1191811" y="1677409"/>
                </a:lnTo>
                <a:lnTo>
                  <a:pt x="1190579" y="1676177"/>
                </a:lnTo>
                <a:lnTo>
                  <a:pt x="1188114" y="1676177"/>
                </a:lnTo>
                <a:cubicBezTo>
                  <a:pt x="1186470" y="1676177"/>
                  <a:pt x="1183595" y="1675355"/>
                  <a:pt x="1179487" y="1673712"/>
                </a:cubicBezTo>
                <a:lnTo>
                  <a:pt x="1174556" y="1672479"/>
                </a:lnTo>
                <a:lnTo>
                  <a:pt x="1169627" y="1671247"/>
                </a:lnTo>
                <a:cubicBezTo>
                  <a:pt x="1170448" y="1670425"/>
                  <a:pt x="1170859" y="1669604"/>
                  <a:pt x="1170859" y="1668782"/>
                </a:cubicBezTo>
                <a:lnTo>
                  <a:pt x="1170859" y="1667550"/>
                </a:lnTo>
                <a:cubicBezTo>
                  <a:pt x="1170859" y="1666728"/>
                  <a:pt x="1170448" y="1665906"/>
                  <a:pt x="1169627" y="1665085"/>
                </a:cubicBezTo>
                <a:close/>
                <a:moveTo>
                  <a:pt x="496691" y="1662620"/>
                </a:moveTo>
                <a:lnTo>
                  <a:pt x="489296" y="1684804"/>
                </a:lnTo>
                <a:lnTo>
                  <a:pt x="481901" y="1709454"/>
                </a:lnTo>
                <a:lnTo>
                  <a:pt x="505318" y="1704524"/>
                </a:lnTo>
                <a:lnTo>
                  <a:pt x="509016" y="1694664"/>
                </a:lnTo>
                <a:cubicBezTo>
                  <a:pt x="510659" y="1690556"/>
                  <a:pt x="511481" y="1687269"/>
                  <a:pt x="511481" y="1684804"/>
                </a:cubicBezTo>
                <a:cubicBezTo>
                  <a:pt x="509837" y="1684804"/>
                  <a:pt x="508605" y="1685626"/>
                  <a:pt x="507783" y="1687269"/>
                </a:cubicBezTo>
                <a:lnTo>
                  <a:pt x="504086" y="1692199"/>
                </a:lnTo>
                <a:cubicBezTo>
                  <a:pt x="503264" y="1693843"/>
                  <a:pt x="502032" y="1694664"/>
                  <a:pt x="500388" y="1694664"/>
                </a:cubicBezTo>
                <a:cubicBezTo>
                  <a:pt x="499567" y="1694664"/>
                  <a:pt x="498334" y="1693432"/>
                  <a:pt x="496691" y="1690967"/>
                </a:cubicBezTo>
                <a:cubicBezTo>
                  <a:pt x="496691" y="1686037"/>
                  <a:pt x="500799" y="1683161"/>
                  <a:pt x="509016" y="1682339"/>
                </a:cubicBezTo>
                <a:cubicBezTo>
                  <a:pt x="508194" y="1681518"/>
                  <a:pt x="506962" y="1679874"/>
                  <a:pt x="505318" y="1677409"/>
                </a:cubicBezTo>
                <a:lnTo>
                  <a:pt x="504086" y="1670014"/>
                </a:lnTo>
                <a:cubicBezTo>
                  <a:pt x="502443" y="1665085"/>
                  <a:pt x="500388" y="1662620"/>
                  <a:pt x="497923" y="1662620"/>
                </a:cubicBezTo>
                <a:close/>
                <a:moveTo>
                  <a:pt x="4664408" y="1660155"/>
                </a:moveTo>
                <a:cubicBezTo>
                  <a:pt x="4636472" y="1716849"/>
                  <a:pt x="4620039" y="1783403"/>
                  <a:pt x="4615109" y="1859817"/>
                </a:cubicBezTo>
                <a:cubicBezTo>
                  <a:pt x="4620039" y="1831881"/>
                  <a:pt x="4630720" y="1782992"/>
                  <a:pt x="4647154" y="1713151"/>
                </a:cubicBezTo>
                <a:cubicBezTo>
                  <a:pt x="4647976" y="1710686"/>
                  <a:pt x="4649618" y="1706167"/>
                  <a:pt x="4652084" y="1699594"/>
                </a:cubicBezTo>
                <a:lnTo>
                  <a:pt x="4655781" y="1690967"/>
                </a:lnTo>
                <a:lnTo>
                  <a:pt x="4659478" y="1682339"/>
                </a:lnTo>
                <a:cubicBezTo>
                  <a:pt x="4663586" y="1672479"/>
                  <a:pt x="4665640" y="1665906"/>
                  <a:pt x="4665641" y="1662620"/>
                </a:cubicBezTo>
                <a:cubicBezTo>
                  <a:pt x="4665640" y="1660976"/>
                  <a:pt x="4665230" y="1660155"/>
                  <a:pt x="4664408" y="1660155"/>
                </a:cubicBezTo>
                <a:close/>
                <a:moveTo>
                  <a:pt x="4134357" y="1653992"/>
                </a:moveTo>
                <a:cubicBezTo>
                  <a:pt x="4132714" y="1653992"/>
                  <a:pt x="4131892" y="1654403"/>
                  <a:pt x="4131892" y="1655225"/>
                </a:cubicBezTo>
                <a:lnTo>
                  <a:pt x="4134357" y="1655225"/>
                </a:lnTo>
                <a:cubicBezTo>
                  <a:pt x="4136000" y="1655225"/>
                  <a:pt x="4137232" y="1654814"/>
                  <a:pt x="4138054" y="1653992"/>
                </a:cubicBezTo>
                <a:close/>
                <a:moveTo>
                  <a:pt x="4336568" y="1644132"/>
                </a:moveTo>
                <a:cubicBezTo>
                  <a:pt x="4334102" y="1647419"/>
                  <a:pt x="4330405" y="1651938"/>
                  <a:pt x="4325476" y="1657690"/>
                </a:cubicBezTo>
                <a:lnTo>
                  <a:pt x="4313150" y="1672479"/>
                </a:lnTo>
                <a:cubicBezTo>
                  <a:pt x="4304934" y="1682339"/>
                  <a:pt x="4300826" y="1690967"/>
                  <a:pt x="4300826" y="1698362"/>
                </a:cubicBezTo>
                <a:cubicBezTo>
                  <a:pt x="4300826" y="1700005"/>
                  <a:pt x="4301236" y="1701648"/>
                  <a:pt x="4302058" y="1703292"/>
                </a:cubicBezTo>
                <a:cubicBezTo>
                  <a:pt x="4303702" y="1697540"/>
                  <a:pt x="4306578" y="1691788"/>
                  <a:pt x="4310686" y="1686037"/>
                </a:cubicBezTo>
                <a:lnTo>
                  <a:pt x="4315616" y="1679874"/>
                </a:lnTo>
                <a:lnTo>
                  <a:pt x="4321778" y="1673712"/>
                </a:lnTo>
                <a:cubicBezTo>
                  <a:pt x="4330816" y="1662209"/>
                  <a:pt x="4335746" y="1652349"/>
                  <a:pt x="4336568" y="1644132"/>
                </a:cubicBezTo>
                <a:close/>
                <a:moveTo>
                  <a:pt x="4367380" y="1642900"/>
                </a:moveTo>
                <a:lnTo>
                  <a:pt x="4364915" y="1645365"/>
                </a:lnTo>
                <a:lnTo>
                  <a:pt x="4361218" y="1647830"/>
                </a:lnTo>
                <a:cubicBezTo>
                  <a:pt x="4359574" y="1649473"/>
                  <a:pt x="4358342" y="1652349"/>
                  <a:pt x="4357520" y="1656457"/>
                </a:cubicBezTo>
                <a:lnTo>
                  <a:pt x="4363682" y="1657690"/>
                </a:lnTo>
                <a:cubicBezTo>
                  <a:pt x="4363682" y="1656047"/>
                  <a:pt x="4364094" y="1654814"/>
                  <a:pt x="4364915" y="1653992"/>
                </a:cubicBezTo>
                <a:lnTo>
                  <a:pt x="4368612" y="1650295"/>
                </a:lnTo>
                <a:cubicBezTo>
                  <a:pt x="4369434" y="1648652"/>
                  <a:pt x="4369844" y="1647419"/>
                  <a:pt x="4369845" y="1646597"/>
                </a:cubicBezTo>
                <a:cubicBezTo>
                  <a:pt x="4369844" y="1644954"/>
                  <a:pt x="4369023" y="1643722"/>
                  <a:pt x="4367380" y="1642900"/>
                </a:cubicBezTo>
                <a:close/>
                <a:moveTo>
                  <a:pt x="1421020" y="1640435"/>
                </a:moveTo>
                <a:cubicBezTo>
                  <a:pt x="1387333" y="1693843"/>
                  <a:pt x="1364737" y="1749715"/>
                  <a:pt x="1353234" y="1808053"/>
                </a:cubicBezTo>
                <a:lnTo>
                  <a:pt x="1350769" y="1815447"/>
                </a:lnTo>
                <a:lnTo>
                  <a:pt x="1347072" y="1825307"/>
                </a:lnTo>
                <a:cubicBezTo>
                  <a:pt x="1344607" y="1834346"/>
                  <a:pt x="1342552" y="1841740"/>
                  <a:pt x="1340909" y="1847492"/>
                </a:cubicBezTo>
                <a:cubicBezTo>
                  <a:pt x="1339266" y="1855709"/>
                  <a:pt x="1338444" y="1861871"/>
                  <a:pt x="1338444" y="1865979"/>
                </a:cubicBezTo>
                <a:cubicBezTo>
                  <a:pt x="1338444" y="1870909"/>
                  <a:pt x="1339266" y="1873785"/>
                  <a:pt x="1340909" y="1874607"/>
                </a:cubicBezTo>
                <a:cubicBezTo>
                  <a:pt x="1362272" y="1786689"/>
                  <a:pt x="1388976" y="1708632"/>
                  <a:pt x="1421020" y="1640435"/>
                </a:cubicBezTo>
                <a:close/>
                <a:moveTo>
                  <a:pt x="4155309" y="1639202"/>
                </a:moveTo>
                <a:lnTo>
                  <a:pt x="4155309" y="1644132"/>
                </a:lnTo>
                <a:lnTo>
                  <a:pt x="4154076" y="1650295"/>
                </a:lnTo>
                <a:lnTo>
                  <a:pt x="4154076" y="1655225"/>
                </a:lnTo>
                <a:cubicBezTo>
                  <a:pt x="4154076" y="1657690"/>
                  <a:pt x="4154488" y="1658922"/>
                  <a:pt x="4155309" y="1658922"/>
                </a:cubicBezTo>
                <a:lnTo>
                  <a:pt x="4155309" y="1657690"/>
                </a:lnTo>
                <a:cubicBezTo>
                  <a:pt x="4155309" y="1656047"/>
                  <a:pt x="4155720" y="1654403"/>
                  <a:pt x="4156542" y="1652760"/>
                </a:cubicBezTo>
                <a:lnTo>
                  <a:pt x="4160239" y="1646597"/>
                </a:lnTo>
                <a:cubicBezTo>
                  <a:pt x="4161060" y="1645776"/>
                  <a:pt x="4161472" y="1644543"/>
                  <a:pt x="4161472" y="1642900"/>
                </a:cubicBezTo>
                <a:cubicBezTo>
                  <a:pt x="4161472" y="1641257"/>
                  <a:pt x="4159418" y="1640024"/>
                  <a:pt x="4155309" y="1639202"/>
                </a:cubicBezTo>
                <a:close/>
                <a:moveTo>
                  <a:pt x="1103072" y="1633040"/>
                </a:moveTo>
                <a:cubicBezTo>
                  <a:pt x="1102251" y="1633040"/>
                  <a:pt x="1101429" y="1633451"/>
                  <a:pt x="1100608" y="1634273"/>
                </a:cubicBezTo>
                <a:cubicBezTo>
                  <a:pt x="1100608" y="1636738"/>
                  <a:pt x="1100197" y="1639202"/>
                  <a:pt x="1099375" y="1641667"/>
                </a:cubicBezTo>
                <a:lnTo>
                  <a:pt x="1096910" y="1644132"/>
                </a:lnTo>
                <a:lnTo>
                  <a:pt x="1095678" y="1647830"/>
                </a:lnTo>
                <a:lnTo>
                  <a:pt x="1099375" y="1647830"/>
                </a:lnTo>
                <a:lnTo>
                  <a:pt x="1106770" y="1646597"/>
                </a:lnTo>
                <a:lnTo>
                  <a:pt x="1105537" y="1641667"/>
                </a:lnTo>
                <a:lnTo>
                  <a:pt x="1105537" y="1636738"/>
                </a:lnTo>
                <a:cubicBezTo>
                  <a:pt x="1104716" y="1634273"/>
                  <a:pt x="1103894" y="1633040"/>
                  <a:pt x="1103072" y="1633040"/>
                </a:cubicBezTo>
                <a:close/>
                <a:moveTo>
                  <a:pt x="492993" y="1620715"/>
                </a:moveTo>
                <a:cubicBezTo>
                  <a:pt x="492993" y="1627289"/>
                  <a:pt x="491761" y="1634683"/>
                  <a:pt x="489296" y="1642900"/>
                </a:cubicBezTo>
                <a:lnTo>
                  <a:pt x="485599" y="1652760"/>
                </a:lnTo>
                <a:lnTo>
                  <a:pt x="480669" y="1662620"/>
                </a:lnTo>
                <a:cubicBezTo>
                  <a:pt x="475739" y="1674944"/>
                  <a:pt x="473274" y="1685215"/>
                  <a:pt x="473274" y="1693432"/>
                </a:cubicBezTo>
                <a:cubicBezTo>
                  <a:pt x="473274" y="1696718"/>
                  <a:pt x="473685" y="1699594"/>
                  <a:pt x="474506" y="1702059"/>
                </a:cubicBezTo>
                <a:cubicBezTo>
                  <a:pt x="476149" y="1697129"/>
                  <a:pt x="478614" y="1690556"/>
                  <a:pt x="481901" y="1682339"/>
                </a:cubicBezTo>
                <a:lnTo>
                  <a:pt x="485599" y="1671247"/>
                </a:lnTo>
                <a:lnTo>
                  <a:pt x="490528" y="1658922"/>
                </a:lnTo>
                <a:cubicBezTo>
                  <a:pt x="494637" y="1648241"/>
                  <a:pt x="496691" y="1639613"/>
                  <a:pt x="496691" y="1633040"/>
                </a:cubicBezTo>
                <a:cubicBezTo>
                  <a:pt x="496691" y="1628110"/>
                  <a:pt x="495458" y="1624002"/>
                  <a:pt x="492993" y="1620715"/>
                </a:cubicBezTo>
                <a:close/>
                <a:moveTo>
                  <a:pt x="1116630" y="1617018"/>
                </a:moveTo>
                <a:cubicBezTo>
                  <a:pt x="1115808" y="1617840"/>
                  <a:pt x="1114986" y="1619483"/>
                  <a:pt x="1114165" y="1621948"/>
                </a:cubicBezTo>
                <a:lnTo>
                  <a:pt x="1114165" y="1630575"/>
                </a:lnTo>
                <a:cubicBezTo>
                  <a:pt x="1114165" y="1636327"/>
                  <a:pt x="1115397" y="1639202"/>
                  <a:pt x="1117862" y="1639202"/>
                </a:cubicBezTo>
                <a:lnTo>
                  <a:pt x="1119095" y="1639202"/>
                </a:lnTo>
                <a:lnTo>
                  <a:pt x="1117862" y="1633040"/>
                </a:lnTo>
                <a:lnTo>
                  <a:pt x="1119095" y="1626878"/>
                </a:lnTo>
                <a:cubicBezTo>
                  <a:pt x="1119916" y="1625234"/>
                  <a:pt x="1120327" y="1623591"/>
                  <a:pt x="1120327" y="1621948"/>
                </a:cubicBezTo>
                <a:cubicBezTo>
                  <a:pt x="1120327" y="1619483"/>
                  <a:pt x="1119095" y="1617840"/>
                  <a:pt x="1116630" y="1617018"/>
                </a:cubicBezTo>
                <a:close/>
                <a:moveTo>
                  <a:pt x="3348377" y="1613320"/>
                </a:moveTo>
                <a:cubicBezTo>
                  <a:pt x="3347555" y="1620715"/>
                  <a:pt x="3345501" y="1630575"/>
                  <a:pt x="3342215" y="1642900"/>
                </a:cubicBezTo>
                <a:lnTo>
                  <a:pt x="3338517" y="1657690"/>
                </a:lnTo>
                <a:lnTo>
                  <a:pt x="3334820" y="1673712"/>
                </a:lnTo>
                <a:cubicBezTo>
                  <a:pt x="3329890" y="1694253"/>
                  <a:pt x="3327424" y="1709454"/>
                  <a:pt x="3327425" y="1719314"/>
                </a:cubicBezTo>
                <a:lnTo>
                  <a:pt x="3327425" y="1726709"/>
                </a:lnTo>
                <a:cubicBezTo>
                  <a:pt x="3329068" y="1717671"/>
                  <a:pt x="3331122" y="1707400"/>
                  <a:pt x="3333587" y="1695897"/>
                </a:cubicBezTo>
                <a:lnTo>
                  <a:pt x="3339750" y="1667550"/>
                </a:lnTo>
                <a:cubicBezTo>
                  <a:pt x="3345502" y="1647830"/>
                  <a:pt x="3348377" y="1631397"/>
                  <a:pt x="3348377" y="1618250"/>
                </a:cubicBezTo>
                <a:close/>
                <a:moveTo>
                  <a:pt x="1459228" y="1610855"/>
                </a:moveTo>
                <a:cubicBezTo>
                  <a:pt x="1458406" y="1614964"/>
                  <a:pt x="1456762" y="1618661"/>
                  <a:pt x="1454298" y="1621948"/>
                </a:cubicBezTo>
                <a:lnTo>
                  <a:pt x="1448135" y="1630575"/>
                </a:lnTo>
                <a:cubicBezTo>
                  <a:pt x="1442383" y="1637970"/>
                  <a:pt x="1439097" y="1646187"/>
                  <a:pt x="1438275" y="1655225"/>
                </a:cubicBezTo>
                <a:lnTo>
                  <a:pt x="1435810" y="1653992"/>
                </a:lnTo>
                <a:cubicBezTo>
                  <a:pt x="1435810" y="1656457"/>
                  <a:pt x="1434989" y="1657690"/>
                  <a:pt x="1433345" y="1657690"/>
                </a:cubicBezTo>
                <a:lnTo>
                  <a:pt x="1432113" y="1666317"/>
                </a:lnTo>
                <a:cubicBezTo>
                  <a:pt x="1433756" y="1666317"/>
                  <a:pt x="1434989" y="1665085"/>
                  <a:pt x="1435810" y="1662620"/>
                </a:cubicBezTo>
                <a:lnTo>
                  <a:pt x="1437043" y="1658922"/>
                </a:lnTo>
                <a:lnTo>
                  <a:pt x="1438275" y="1655225"/>
                </a:lnTo>
                <a:lnTo>
                  <a:pt x="1445670" y="1645365"/>
                </a:lnTo>
                <a:lnTo>
                  <a:pt x="1454298" y="1634273"/>
                </a:lnTo>
                <a:cubicBezTo>
                  <a:pt x="1458406" y="1627699"/>
                  <a:pt x="1460460" y="1621948"/>
                  <a:pt x="1460460" y="1617018"/>
                </a:cubicBezTo>
                <a:cubicBezTo>
                  <a:pt x="1460460" y="1614553"/>
                  <a:pt x="1460049" y="1612499"/>
                  <a:pt x="1459228" y="1610855"/>
                </a:cubicBezTo>
                <a:close/>
                <a:moveTo>
                  <a:pt x="1084585" y="1610855"/>
                </a:moveTo>
                <a:cubicBezTo>
                  <a:pt x="1082942" y="1613320"/>
                  <a:pt x="1082120" y="1617018"/>
                  <a:pt x="1082120" y="1621948"/>
                </a:cubicBezTo>
                <a:cubicBezTo>
                  <a:pt x="1082120" y="1626056"/>
                  <a:pt x="1082531" y="1630164"/>
                  <a:pt x="1083353" y="1634273"/>
                </a:cubicBezTo>
                <a:cubicBezTo>
                  <a:pt x="1084174" y="1637559"/>
                  <a:pt x="1084996" y="1639202"/>
                  <a:pt x="1085818" y="1639202"/>
                </a:cubicBezTo>
                <a:cubicBezTo>
                  <a:pt x="1086639" y="1638381"/>
                  <a:pt x="1087050" y="1634273"/>
                  <a:pt x="1087050" y="1626878"/>
                </a:cubicBezTo>
                <a:cubicBezTo>
                  <a:pt x="1089515" y="1623591"/>
                  <a:pt x="1090748" y="1620715"/>
                  <a:pt x="1090748" y="1618250"/>
                </a:cubicBezTo>
                <a:cubicBezTo>
                  <a:pt x="1090748" y="1614964"/>
                  <a:pt x="1088693" y="1612499"/>
                  <a:pt x="1084585" y="1610855"/>
                </a:cubicBezTo>
                <a:close/>
                <a:moveTo>
                  <a:pt x="1069795" y="1610855"/>
                </a:moveTo>
                <a:cubicBezTo>
                  <a:pt x="1068152" y="1610855"/>
                  <a:pt x="1067330" y="1611266"/>
                  <a:pt x="1067330" y="1612088"/>
                </a:cubicBezTo>
                <a:lnTo>
                  <a:pt x="1067330" y="1613320"/>
                </a:lnTo>
                <a:lnTo>
                  <a:pt x="1068563" y="1613320"/>
                </a:lnTo>
                <a:lnTo>
                  <a:pt x="1069795" y="1614553"/>
                </a:lnTo>
                <a:lnTo>
                  <a:pt x="1071028" y="1614553"/>
                </a:lnTo>
                <a:lnTo>
                  <a:pt x="1072260" y="1612088"/>
                </a:lnTo>
                <a:cubicBezTo>
                  <a:pt x="1072260" y="1611266"/>
                  <a:pt x="1071439" y="1610855"/>
                  <a:pt x="1069795" y="1610855"/>
                </a:cubicBezTo>
                <a:close/>
                <a:moveTo>
                  <a:pt x="4363682" y="1604693"/>
                </a:moveTo>
                <a:cubicBezTo>
                  <a:pt x="4362861" y="1607158"/>
                  <a:pt x="4361218" y="1609623"/>
                  <a:pt x="4358752" y="1612088"/>
                </a:cubicBezTo>
                <a:lnTo>
                  <a:pt x="4352590" y="1617018"/>
                </a:lnTo>
                <a:cubicBezTo>
                  <a:pt x="4348482" y="1621948"/>
                  <a:pt x="4346017" y="1628110"/>
                  <a:pt x="4345196" y="1635505"/>
                </a:cubicBezTo>
                <a:lnTo>
                  <a:pt x="4342730" y="1634273"/>
                </a:lnTo>
                <a:cubicBezTo>
                  <a:pt x="4342730" y="1635094"/>
                  <a:pt x="4342320" y="1635505"/>
                  <a:pt x="4341498" y="1635505"/>
                </a:cubicBezTo>
                <a:lnTo>
                  <a:pt x="4340266" y="1635505"/>
                </a:lnTo>
                <a:lnTo>
                  <a:pt x="4339033" y="1642900"/>
                </a:lnTo>
                <a:lnTo>
                  <a:pt x="4340266" y="1642900"/>
                </a:lnTo>
                <a:cubicBezTo>
                  <a:pt x="4341908" y="1642900"/>
                  <a:pt x="4343552" y="1640435"/>
                  <a:pt x="4345196" y="1635505"/>
                </a:cubicBezTo>
                <a:lnTo>
                  <a:pt x="4351358" y="1629343"/>
                </a:lnTo>
                <a:lnTo>
                  <a:pt x="4358752" y="1621948"/>
                </a:lnTo>
                <a:cubicBezTo>
                  <a:pt x="4362861" y="1617018"/>
                  <a:pt x="4364914" y="1612499"/>
                  <a:pt x="4364915" y="1608390"/>
                </a:cubicBezTo>
                <a:cubicBezTo>
                  <a:pt x="4364914" y="1606747"/>
                  <a:pt x="4364504" y="1605515"/>
                  <a:pt x="4363682" y="1604693"/>
                </a:cubicBezTo>
                <a:close/>
                <a:moveTo>
                  <a:pt x="4379705" y="1588671"/>
                </a:moveTo>
                <a:cubicBezTo>
                  <a:pt x="4379704" y="1589492"/>
                  <a:pt x="4378883" y="1590314"/>
                  <a:pt x="4377240" y="1591136"/>
                </a:cubicBezTo>
                <a:lnTo>
                  <a:pt x="4373542" y="1594833"/>
                </a:lnTo>
                <a:cubicBezTo>
                  <a:pt x="4372720" y="1595655"/>
                  <a:pt x="4372310" y="1596887"/>
                  <a:pt x="4372310" y="1598531"/>
                </a:cubicBezTo>
                <a:cubicBezTo>
                  <a:pt x="4372310" y="1599352"/>
                  <a:pt x="4373542" y="1600174"/>
                  <a:pt x="4376008" y="1600996"/>
                </a:cubicBezTo>
                <a:lnTo>
                  <a:pt x="4377240" y="1598531"/>
                </a:lnTo>
                <a:lnTo>
                  <a:pt x="4379705" y="1594833"/>
                </a:lnTo>
                <a:cubicBezTo>
                  <a:pt x="4380526" y="1593190"/>
                  <a:pt x="4380937" y="1591957"/>
                  <a:pt x="4380938" y="1591136"/>
                </a:cubicBezTo>
                <a:cubicBezTo>
                  <a:pt x="4380937" y="1590314"/>
                  <a:pt x="4380526" y="1589492"/>
                  <a:pt x="4379705" y="1588671"/>
                </a:cubicBezTo>
                <a:close/>
                <a:moveTo>
                  <a:pt x="1477715" y="1587438"/>
                </a:moveTo>
                <a:cubicBezTo>
                  <a:pt x="1477715" y="1588260"/>
                  <a:pt x="1476893" y="1589492"/>
                  <a:pt x="1475250" y="1591136"/>
                </a:cubicBezTo>
                <a:lnTo>
                  <a:pt x="1471552" y="1596066"/>
                </a:lnTo>
                <a:cubicBezTo>
                  <a:pt x="1469909" y="1597709"/>
                  <a:pt x="1469087" y="1599352"/>
                  <a:pt x="1469087" y="1600996"/>
                </a:cubicBezTo>
                <a:cubicBezTo>
                  <a:pt x="1469087" y="1602639"/>
                  <a:pt x="1470731" y="1603871"/>
                  <a:pt x="1474017" y="1604693"/>
                </a:cubicBezTo>
                <a:lnTo>
                  <a:pt x="1475250" y="1599763"/>
                </a:lnTo>
                <a:lnTo>
                  <a:pt x="1477715" y="1596066"/>
                </a:lnTo>
                <a:cubicBezTo>
                  <a:pt x="1479358" y="1593601"/>
                  <a:pt x="1480180" y="1591957"/>
                  <a:pt x="1480180" y="1591136"/>
                </a:cubicBezTo>
                <a:cubicBezTo>
                  <a:pt x="1480180" y="1589492"/>
                  <a:pt x="1479358" y="1588260"/>
                  <a:pt x="1477715" y="1587438"/>
                </a:cubicBezTo>
                <a:close/>
                <a:moveTo>
                  <a:pt x="3339750" y="1584973"/>
                </a:moveTo>
                <a:lnTo>
                  <a:pt x="3329890" y="1636738"/>
                </a:lnTo>
                <a:lnTo>
                  <a:pt x="3318798" y="1688502"/>
                </a:lnTo>
                <a:cubicBezTo>
                  <a:pt x="3309759" y="1731228"/>
                  <a:pt x="3302775" y="1769846"/>
                  <a:pt x="3297845" y="1804355"/>
                </a:cubicBezTo>
                <a:lnTo>
                  <a:pt x="3296613" y="1814215"/>
                </a:lnTo>
                <a:lnTo>
                  <a:pt x="3294148" y="1826540"/>
                </a:lnTo>
                <a:cubicBezTo>
                  <a:pt x="3291682" y="1837221"/>
                  <a:pt x="3290039" y="1846260"/>
                  <a:pt x="3289218" y="1853654"/>
                </a:cubicBezTo>
                <a:cubicBezTo>
                  <a:pt x="3286753" y="1866801"/>
                  <a:pt x="3285520" y="1875839"/>
                  <a:pt x="3285520" y="1880769"/>
                </a:cubicBezTo>
                <a:cubicBezTo>
                  <a:pt x="3285520" y="1884056"/>
                  <a:pt x="3285931" y="1886110"/>
                  <a:pt x="3286753" y="1886931"/>
                </a:cubicBezTo>
                <a:cubicBezTo>
                  <a:pt x="3289218" y="1868855"/>
                  <a:pt x="3293326" y="1845849"/>
                  <a:pt x="3299078" y="1817912"/>
                </a:cubicBezTo>
                <a:lnTo>
                  <a:pt x="3305240" y="1782170"/>
                </a:lnTo>
                <a:lnTo>
                  <a:pt x="3312635" y="1743963"/>
                </a:lnTo>
                <a:cubicBezTo>
                  <a:pt x="3324960" y="1679053"/>
                  <a:pt x="3333998" y="1626056"/>
                  <a:pt x="3339750" y="1584973"/>
                </a:cubicBezTo>
                <a:close/>
                <a:moveTo>
                  <a:pt x="1128955" y="1584973"/>
                </a:moveTo>
                <a:cubicBezTo>
                  <a:pt x="1128133" y="1584973"/>
                  <a:pt x="1126900" y="1585384"/>
                  <a:pt x="1125257" y="1586206"/>
                </a:cubicBezTo>
                <a:lnTo>
                  <a:pt x="1125257" y="1591136"/>
                </a:lnTo>
                <a:cubicBezTo>
                  <a:pt x="1126079" y="1591957"/>
                  <a:pt x="1127311" y="1592368"/>
                  <a:pt x="1128955" y="1592368"/>
                </a:cubicBezTo>
                <a:lnTo>
                  <a:pt x="1130187" y="1592368"/>
                </a:lnTo>
                <a:cubicBezTo>
                  <a:pt x="1131009" y="1592368"/>
                  <a:pt x="1131830" y="1591957"/>
                  <a:pt x="1132652" y="1591136"/>
                </a:cubicBezTo>
                <a:cubicBezTo>
                  <a:pt x="1133474" y="1590314"/>
                  <a:pt x="1133885" y="1589492"/>
                  <a:pt x="1133885" y="1588671"/>
                </a:cubicBezTo>
                <a:lnTo>
                  <a:pt x="1133885" y="1587438"/>
                </a:lnTo>
                <a:lnTo>
                  <a:pt x="1131420" y="1587438"/>
                </a:lnTo>
                <a:lnTo>
                  <a:pt x="1130187" y="1586206"/>
                </a:lnTo>
                <a:cubicBezTo>
                  <a:pt x="1130187" y="1585384"/>
                  <a:pt x="1129776" y="1584973"/>
                  <a:pt x="1128955" y="1584973"/>
                </a:cubicBezTo>
                <a:close/>
                <a:moveTo>
                  <a:pt x="1893062" y="1582508"/>
                </a:moveTo>
                <a:cubicBezTo>
                  <a:pt x="1886488" y="1597298"/>
                  <a:pt x="1881558" y="1611266"/>
                  <a:pt x="1878272" y="1624413"/>
                </a:cubicBezTo>
                <a:lnTo>
                  <a:pt x="1875807" y="1628110"/>
                </a:lnTo>
                <a:cubicBezTo>
                  <a:pt x="1838832" y="1688913"/>
                  <a:pt x="1809663" y="1735336"/>
                  <a:pt x="1788300" y="1767381"/>
                </a:cubicBezTo>
                <a:cubicBezTo>
                  <a:pt x="1751326" y="1823253"/>
                  <a:pt x="1718049" y="1868444"/>
                  <a:pt x="1688469" y="1902954"/>
                </a:cubicBezTo>
                <a:cubicBezTo>
                  <a:pt x="1646565" y="1951431"/>
                  <a:pt x="1603839" y="1991282"/>
                  <a:pt x="1560291" y="2022504"/>
                </a:cubicBezTo>
                <a:cubicBezTo>
                  <a:pt x="1529068" y="2043046"/>
                  <a:pt x="1498667" y="2057014"/>
                  <a:pt x="1469087" y="2064409"/>
                </a:cubicBezTo>
                <a:lnTo>
                  <a:pt x="1454298" y="2066874"/>
                </a:lnTo>
                <a:lnTo>
                  <a:pt x="1438275" y="2068106"/>
                </a:lnTo>
                <a:lnTo>
                  <a:pt x="1421020" y="2068106"/>
                </a:lnTo>
                <a:lnTo>
                  <a:pt x="1403766" y="2065641"/>
                </a:lnTo>
                <a:cubicBezTo>
                  <a:pt x="1379938" y="2060711"/>
                  <a:pt x="1358986" y="2049619"/>
                  <a:pt x="1340909" y="2032364"/>
                </a:cubicBezTo>
                <a:cubicBezTo>
                  <a:pt x="1332693" y="2023326"/>
                  <a:pt x="1326530" y="2015110"/>
                  <a:pt x="1322422" y="2007715"/>
                </a:cubicBezTo>
                <a:lnTo>
                  <a:pt x="1318725" y="2002785"/>
                </a:lnTo>
                <a:cubicBezTo>
                  <a:pt x="1308043" y="1985530"/>
                  <a:pt x="1300648" y="1966632"/>
                  <a:pt x="1296540" y="1946091"/>
                </a:cubicBezTo>
                <a:cubicBezTo>
                  <a:pt x="1294075" y="1935409"/>
                  <a:pt x="1292842" y="1924317"/>
                  <a:pt x="1292842" y="1912814"/>
                </a:cubicBezTo>
                <a:cubicBezTo>
                  <a:pt x="1292842" y="1907062"/>
                  <a:pt x="1293253" y="1901310"/>
                  <a:pt x="1294075" y="1895559"/>
                </a:cubicBezTo>
                <a:lnTo>
                  <a:pt x="1295307" y="1872142"/>
                </a:lnTo>
                <a:lnTo>
                  <a:pt x="1296540" y="1862282"/>
                </a:lnTo>
                <a:lnTo>
                  <a:pt x="1299005" y="1852422"/>
                </a:lnTo>
                <a:lnTo>
                  <a:pt x="1302702" y="1831470"/>
                </a:lnTo>
                <a:lnTo>
                  <a:pt x="1306400" y="1811750"/>
                </a:lnTo>
                <a:cubicBezTo>
                  <a:pt x="1308865" y="1802096"/>
                  <a:pt x="1311817" y="1791542"/>
                  <a:pt x="1315258" y="1780091"/>
                </a:cubicBezTo>
                <a:lnTo>
                  <a:pt x="1318381" y="1770274"/>
                </a:lnTo>
                <a:lnTo>
                  <a:pt x="1312595" y="1767381"/>
                </a:lnTo>
                <a:cubicBezTo>
                  <a:pt x="1300270" y="1759986"/>
                  <a:pt x="1290821" y="1755877"/>
                  <a:pt x="1284248" y="1755056"/>
                </a:cubicBezTo>
                <a:lnTo>
                  <a:pt x="1280550" y="1755056"/>
                </a:lnTo>
                <a:lnTo>
                  <a:pt x="1270690" y="1752591"/>
                </a:lnTo>
                <a:lnTo>
                  <a:pt x="1269458" y="1752591"/>
                </a:lnTo>
                <a:lnTo>
                  <a:pt x="1252203" y="1748893"/>
                </a:lnTo>
                <a:cubicBezTo>
                  <a:pt x="1248095" y="1753002"/>
                  <a:pt x="1243575" y="1755056"/>
                  <a:pt x="1238646" y="1755056"/>
                </a:cubicBezTo>
                <a:cubicBezTo>
                  <a:pt x="1236181" y="1755056"/>
                  <a:pt x="1233716" y="1754645"/>
                  <a:pt x="1231251" y="1753823"/>
                </a:cubicBezTo>
                <a:lnTo>
                  <a:pt x="1220158" y="1750126"/>
                </a:lnTo>
                <a:lnTo>
                  <a:pt x="1209066" y="1746428"/>
                </a:lnTo>
                <a:cubicBezTo>
                  <a:pt x="1208244" y="1745607"/>
                  <a:pt x="1207012" y="1745196"/>
                  <a:pt x="1205369" y="1745196"/>
                </a:cubicBezTo>
                <a:cubicBezTo>
                  <a:pt x="1203725" y="1745196"/>
                  <a:pt x="1202082" y="1745607"/>
                  <a:pt x="1200439" y="1746428"/>
                </a:cubicBezTo>
                <a:lnTo>
                  <a:pt x="1196741" y="1747661"/>
                </a:lnTo>
                <a:lnTo>
                  <a:pt x="1190579" y="1747661"/>
                </a:lnTo>
                <a:cubicBezTo>
                  <a:pt x="1187292" y="1747661"/>
                  <a:pt x="1184827" y="1745196"/>
                  <a:pt x="1183184" y="1740266"/>
                </a:cubicBezTo>
                <a:lnTo>
                  <a:pt x="1175789" y="1747661"/>
                </a:lnTo>
                <a:cubicBezTo>
                  <a:pt x="1170859" y="1746018"/>
                  <a:pt x="1166751" y="1743142"/>
                  <a:pt x="1163464" y="1739034"/>
                </a:cubicBezTo>
                <a:lnTo>
                  <a:pt x="1140047" y="1740266"/>
                </a:lnTo>
                <a:cubicBezTo>
                  <a:pt x="1140869" y="1750126"/>
                  <a:pt x="1141279" y="1759575"/>
                  <a:pt x="1141279" y="1768613"/>
                </a:cubicBezTo>
                <a:cubicBezTo>
                  <a:pt x="1141279" y="1786689"/>
                  <a:pt x="1140047" y="1803534"/>
                  <a:pt x="1137582" y="1819145"/>
                </a:cubicBezTo>
                <a:lnTo>
                  <a:pt x="1143744" y="1886931"/>
                </a:lnTo>
                <a:lnTo>
                  <a:pt x="1149907" y="1954718"/>
                </a:lnTo>
                <a:lnTo>
                  <a:pt x="1160999" y="2090291"/>
                </a:lnTo>
                <a:cubicBezTo>
                  <a:pt x="1170859" y="2193820"/>
                  <a:pt x="1183184" y="2286256"/>
                  <a:pt x="1197974" y="2367600"/>
                </a:cubicBezTo>
                <a:lnTo>
                  <a:pt x="1211531" y="2418132"/>
                </a:lnTo>
                <a:lnTo>
                  <a:pt x="1226321" y="2471128"/>
                </a:lnTo>
                <a:cubicBezTo>
                  <a:pt x="1235564" y="2504405"/>
                  <a:pt x="1243884" y="2532598"/>
                  <a:pt x="1251279" y="2555707"/>
                </a:cubicBezTo>
                <a:lnTo>
                  <a:pt x="1256874" y="2572615"/>
                </a:lnTo>
                <a:lnTo>
                  <a:pt x="1264495" y="2563565"/>
                </a:lnTo>
                <a:lnTo>
                  <a:pt x="1284215" y="2540147"/>
                </a:lnTo>
                <a:cubicBezTo>
                  <a:pt x="1299005" y="2522071"/>
                  <a:pt x="1311330" y="2505638"/>
                  <a:pt x="1321189" y="2490848"/>
                </a:cubicBezTo>
                <a:cubicBezTo>
                  <a:pt x="1323654" y="2490026"/>
                  <a:pt x="1326530" y="2488383"/>
                  <a:pt x="1329817" y="2485918"/>
                </a:cubicBezTo>
                <a:lnTo>
                  <a:pt x="1337212" y="2479756"/>
                </a:lnTo>
                <a:cubicBezTo>
                  <a:pt x="1343785" y="2474004"/>
                  <a:pt x="1347893" y="2471128"/>
                  <a:pt x="1349536" y="2471128"/>
                </a:cubicBezTo>
                <a:cubicBezTo>
                  <a:pt x="1380759" y="2430867"/>
                  <a:pt x="1424718" y="2382389"/>
                  <a:pt x="1481412" y="2325695"/>
                </a:cubicBezTo>
                <a:lnTo>
                  <a:pt x="1550431" y="2259141"/>
                </a:lnTo>
                <a:cubicBezTo>
                  <a:pt x="1576724" y="2232848"/>
                  <a:pt x="1598909" y="2209431"/>
                  <a:pt x="1616985" y="2188890"/>
                </a:cubicBezTo>
                <a:cubicBezTo>
                  <a:pt x="1633418" y="2176565"/>
                  <a:pt x="1652317" y="2160954"/>
                  <a:pt x="1673680" y="2142055"/>
                </a:cubicBezTo>
                <a:lnTo>
                  <a:pt x="1702027" y="2116173"/>
                </a:lnTo>
                <a:lnTo>
                  <a:pt x="1730374" y="2089059"/>
                </a:lnTo>
                <a:cubicBezTo>
                  <a:pt x="1778030" y="2043868"/>
                  <a:pt x="1815415" y="2012234"/>
                  <a:pt x="1842530" y="1994157"/>
                </a:cubicBezTo>
                <a:cubicBezTo>
                  <a:pt x="1843351" y="1993336"/>
                  <a:pt x="1843762" y="1992514"/>
                  <a:pt x="1843762" y="1991693"/>
                </a:cubicBezTo>
                <a:lnTo>
                  <a:pt x="1841297" y="1991693"/>
                </a:lnTo>
                <a:cubicBezTo>
                  <a:pt x="1840476" y="1992514"/>
                  <a:pt x="1839654" y="1992925"/>
                  <a:pt x="1838832" y="1992925"/>
                </a:cubicBezTo>
                <a:lnTo>
                  <a:pt x="1838832" y="1991693"/>
                </a:lnTo>
                <a:lnTo>
                  <a:pt x="1840065" y="1989228"/>
                </a:lnTo>
                <a:lnTo>
                  <a:pt x="1854854" y="1975670"/>
                </a:lnTo>
                <a:lnTo>
                  <a:pt x="1858552" y="1948556"/>
                </a:lnTo>
                <a:cubicBezTo>
                  <a:pt x="1867590" y="1868855"/>
                  <a:pt x="1876217" y="1789976"/>
                  <a:pt x="1884434" y="1711919"/>
                </a:cubicBezTo>
                <a:lnTo>
                  <a:pt x="1881969" y="1660155"/>
                </a:lnTo>
                <a:cubicBezTo>
                  <a:pt x="1886077" y="1637148"/>
                  <a:pt x="1889775" y="1611266"/>
                  <a:pt x="1893062" y="1582508"/>
                </a:cubicBezTo>
                <a:close/>
                <a:moveTo>
                  <a:pt x="4385867" y="1576346"/>
                </a:moveTo>
                <a:cubicBezTo>
                  <a:pt x="4385046" y="1577989"/>
                  <a:pt x="4383813" y="1578811"/>
                  <a:pt x="4382170" y="1578811"/>
                </a:cubicBezTo>
                <a:lnTo>
                  <a:pt x="4382170" y="1581276"/>
                </a:lnTo>
                <a:lnTo>
                  <a:pt x="4380938" y="1582508"/>
                </a:lnTo>
                <a:cubicBezTo>
                  <a:pt x="4382580" y="1583330"/>
                  <a:pt x="4384224" y="1583741"/>
                  <a:pt x="4385867" y="1583741"/>
                </a:cubicBezTo>
                <a:cubicBezTo>
                  <a:pt x="4385867" y="1582919"/>
                  <a:pt x="4386689" y="1582508"/>
                  <a:pt x="4388332" y="1582508"/>
                </a:cubicBezTo>
                <a:cubicBezTo>
                  <a:pt x="4388332" y="1580865"/>
                  <a:pt x="4388743" y="1579633"/>
                  <a:pt x="4389564" y="1578811"/>
                </a:cubicBezTo>
                <a:cubicBezTo>
                  <a:pt x="4387921" y="1577989"/>
                  <a:pt x="4386688" y="1577168"/>
                  <a:pt x="4385867" y="1576346"/>
                </a:cubicBezTo>
                <a:close/>
                <a:moveTo>
                  <a:pt x="1485110" y="1571416"/>
                </a:moveTo>
                <a:cubicBezTo>
                  <a:pt x="1484288" y="1573059"/>
                  <a:pt x="1483055" y="1573881"/>
                  <a:pt x="1481412" y="1573881"/>
                </a:cubicBezTo>
                <a:cubicBezTo>
                  <a:pt x="1480591" y="1575524"/>
                  <a:pt x="1480180" y="1577578"/>
                  <a:pt x="1480180" y="1580043"/>
                </a:cubicBezTo>
                <a:lnTo>
                  <a:pt x="1485110" y="1580043"/>
                </a:lnTo>
                <a:cubicBezTo>
                  <a:pt x="1485110" y="1578400"/>
                  <a:pt x="1485931" y="1577578"/>
                  <a:pt x="1487575" y="1577578"/>
                </a:cubicBezTo>
                <a:cubicBezTo>
                  <a:pt x="1488396" y="1575935"/>
                  <a:pt x="1488807" y="1574292"/>
                  <a:pt x="1488807" y="1572648"/>
                </a:cubicBezTo>
                <a:cubicBezTo>
                  <a:pt x="1487164" y="1572648"/>
                  <a:pt x="1485931" y="1572238"/>
                  <a:pt x="1485110" y="1571416"/>
                </a:cubicBezTo>
                <a:close/>
                <a:moveTo>
                  <a:pt x="1064865" y="1571416"/>
                </a:moveTo>
                <a:cubicBezTo>
                  <a:pt x="1065687" y="1577168"/>
                  <a:pt x="1066920" y="1580043"/>
                  <a:pt x="1068563" y="1580043"/>
                </a:cubicBezTo>
                <a:cubicBezTo>
                  <a:pt x="1069385" y="1580043"/>
                  <a:pt x="1070206" y="1579633"/>
                  <a:pt x="1071028" y="1578811"/>
                </a:cubicBezTo>
                <a:cubicBezTo>
                  <a:pt x="1070206" y="1573881"/>
                  <a:pt x="1068152" y="1571416"/>
                  <a:pt x="1064865" y="1571416"/>
                </a:cubicBezTo>
                <a:close/>
                <a:moveTo>
                  <a:pt x="4489396" y="1568951"/>
                </a:moveTo>
                <a:lnTo>
                  <a:pt x="4488164" y="1570183"/>
                </a:lnTo>
                <a:cubicBezTo>
                  <a:pt x="4487342" y="1575113"/>
                  <a:pt x="4486520" y="1577578"/>
                  <a:pt x="4485698" y="1577578"/>
                </a:cubicBezTo>
                <a:lnTo>
                  <a:pt x="4484466" y="1577578"/>
                </a:lnTo>
                <a:lnTo>
                  <a:pt x="4482001" y="1580043"/>
                </a:lnTo>
                <a:lnTo>
                  <a:pt x="4479536" y="1581276"/>
                </a:lnTo>
                <a:cubicBezTo>
                  <a:pt x="4475428" y="1582919"/>
                  <a:pt x="4471320" y="1583741"/>
                  <a:pt x="4467211" y="1583741"/>
                </a:cubicBezTo>
                <a:cubicBezTo>
                  <a:pt x="4463102" y="1584562"/>
                  <a:pt x="4460227" y="1586617"/>
                  <a:pt x="4458584" y="1589903"/>
                </a:cubicBezTo>
                <a:cubicBezTo>
                  <a:pt x="4455297" y="1598120"/>
                  <a:pt x="4450367" y="1605925"/>
                  <a:pt x="4443794" y="1613320"/>
                </a:cubicBezTo>
                <a:lnTo>
                  <a:pt x="4435166" y="1621948"/>
                </a:lnTo>
                <a:lnTo>
                  <a:pt x="4425306" y="1630575"/>
                </a:lnTo>
                <a:cubicBezTo>
                  <a:pt x="4417090" y="1637148"/>
                  <a:pt x="4411338" y="1642489"/>
                  <a:pt x="4408052" y="1646597"/>
                </a:cubicBezTo>
                <a:cubicBezTo>
                  <a:pt x="4401478" y="1653992"/>
                  <a:pt x="4397370" y="1661387"/>
                  <a:pt x="4395727" y="1668782"/>
                </a:cubicBezTo>
                <a:cubicBezTo>
                  <a:pt x="4394906" y="1672069"/>
                  <a:pt x="4393262" y="1674534"/>
                  <a:pt x="4390797" y="1676177"/>
                </a:cubicBezTo>
                <a:cubicBezTo>
                  <a:pt x="4384224" y="1679464"/>
                  <a:pt x="4377650" y="1686448"/>
                  <a:pt x="4371078" y="1697129"/>
                </a:cubicBezTo>
                <a:lnTo>
                  <a:pt x="4363682" y="1710686"/>
                </a:lnTo>
                <a:cubicBezTo>
                  <a:pt x="4360396" y="1715616"/>
                  <a:pt x="4357520" y="1719725"/>
                  <a:pt x="4355055" y="1723011"/>
                </a:cubicBezTo>
                <a:cubicBezTo>
                  <a:pt x="4355055" y="1726298"/>
                  <a:pt x="4357520" y="1728763"/>
                  <a:pt x="4362450" y="1730406"/>
                </a:cubicBezTo>
                <a:lnTo>
                  <a:pt x="4358752" y="1731639"/>
                </a:lnTo>
                <a:lnTo>
                  <a:pt x="4355055" y="1732871"/>
                </a:lnTo>
                <a:cubicBezTo>
                  <a:pt x="4349304" y="1734514"/>
                  <a:pt x="4346017" y="1737390"/>
                  <a:pt x="4345196" y="1741498"/>
                </a:cubicBezTo>
                <a:cubicBezTo>
                  <a:pt x="4344374" y="1749715"/>
                  <a:pt x="4340676" y="1758342"/>
                  <a:pt x="4334103" y="1767381"/>
                </a:cubicBezTo>
                <a:lnTo>
                  <a:pt x="4326708" y="1777240"/>
                </a:lnTo>
                <a:lnTo>
                  <a:pt x="4320546" y="1787100"/>
                </a:lnTo>
                <a:lnTo>
                  <a:pt x="4319313" y="1790798"/>
                </a:lnTo>
                <a:cubicBezTo>
                  <a:pt x="4316848" y="1800658"/>
                  <a:pt x="4313562" y="1811750"/>
                  <a:pt x="4309454" y="1824075"/>
                </a:cubicBezTo>
                <a:lnTo>
                  <a:pt x="4302058" y="1840097"/>
                </a:lnTo>
                <a:lnTo>
                  <a:pt x="4295896" y="1856119"/>
                </a:lnTo>
                <a:cubicBezTo>
                  <a:pt x="4290966" y="1866801"/>
                  <a:pt x="4287680" y="1875839"/>
                  <a:pt x="4286036" y="1883234"/>
                </a:cubicBezTo>
                <a:lnTo>
                  <a:pt x="4284804" y="1889396"/>
                </a:lnTo>
                <a:lnTo>
                  <a:pt x="4284804" y="1893094"/>
                </a:lnTo>
                <a:cubicBezTo>
                  <a:pt x="4284804" y="1895559"/>
                  <a:pt x="4285214" y="1897613"/>
                  <a:pt x="4286036" y="1899256"/>
                </a:cubicBezTo>
                <a:lnTo>
                  <a:pt x="4287268" y="1899256"/>
                </a:lnTo>
                <a:lnTo>
                  <a:pt x="4286036" y="1900489"/>
                </a:lnTo>
                <a:lnTo>
                  <a:pt x="4282338" y="1906651"/>
                </a:lnTo>
                <a:lnTo>
                  <a:pt x="4281106" y="1912814"/>
                </a:lnTo>
                <a:cubicBezTo>
                  <a:pt x="4281106" y="1915279"/>
                  <a:pt x="4281517" y="1917333"/>
                  <a:pt x="4282338" y="1918976"/>
                </a:cubicBezTo>
                <a:cubicBezTo>
                  <a:pt x="4283982" y="1919798"/>
                  <a:pt x="4286036" y="1920209"/>
                  <a:pt x="4288501" y="1920209"/>
                </a:cubicBezTo>
                <a:lnTo>
                  <a:pt x="4290966" y="1920209"/>
                </a:lnTo>
                <a:lnTo>
                  <a:pt x="4290966" y="1922673"/>
                </a:lnTo>
                <a:cubicBezTo>
                  <a:pt x="4290966" y="1929247"/>
                  <a:pt x="4292610" y="1932944"/>
                  <a:pt x="4295896" y="1933766"/>
                </a:cubicBezTo>
                <a:cubicBezTo>
                  <a:pt x="4297539" y="1934587"/>
                  <a:pt x="4298772" y="1934998"/>
                  <a:pt x="4299594" y="1934998"/>
                </a:cubicBezTo>
                <a:cubicBezTo>
                  <a:pt x="4302058" y="1934998"/>
                  <a:pt x="4304523" y="1934177"/>
                  <a:pt x="4306988" y="1932533"/>
                </a:cubicBezTo>
                <a:cubicBezTo>
                  <a:pt x="4315205" y="1928425"/>
                  <a:pt x="4321368" y="1926371"/>
                  <a:pt x="4325476" y="1926371"/>
                </a:cubicBezTo>
                <a:lnTo>
                  <a:pt x="4326708" y="1926371"/>
                </a:lnTo>
                <a:cubicBezTo>
                  <a:pt x="4327530" y="1925549"/>
                  <a:pt x="4327940" y="1924728"/>
                  <a:pt x="4327940" y="1923906"/>
                </a:cubicBezTo>
                <a:cubicBezTo>
                  <a:pt x="4327940" y="1923084"/>
                  <a:pt x="4327530" y="1922263"/>
                  <a:pt x="4326708" y="1921441"/>
                </a:cubicBezTo>
                <a:lnTo>
                  <a:pt x="4325476" y="1918976"/>
                </a:lnTo>
                <a:lnTo>
                  <a:pt x="4326708" y="1916511"/>
                </a:lnTo>
                <a:lnTo>
                  <a:pt x="4330406" y="1915279"/>
                </a:lnTo>
                <a:lnTo>
                  <a:pt x="4332870" y="1914046"/>
                </a:lnTo>
                <a:lnTo>
                  <a:pt x="4335336" y="1912814"/>
                </a:lnTo>
                <a:lnTo>
                  <a:pt x="4347660" y="1904186"/>
                </a:lnTo>
                <a:cubicBezTo>
                  <a:pt x="4353412" y="1900078"/>
                  <a:pt x="4360807" y="1893915"/>
                  <a:pt x="4369845" y="1885699"/>
                </a:cubicBezTo>
                <a:lnTo>
                  <a:pt x="4393262" y="1864747"/>
                </a:lnTo>
                <a:cubicBezTo>
                  <a:pt x="4401478" y="1856530"/>
                  <a:pt x="4409284" y="1849957"/>
                  <a:pt x="4416680" y="1845027"/>
                </a:cubicBezTo>
                <a:cubicBezTo>
                  <a:pt x="4418322" y="1844205"/>
                  <a:pt x="4419555" y="1842151"/>
                  <a:pt x="4420377" y="1838865"/>
                </a:cubicBezTo>
                <a:cubicBezTo>
                  <a:pt x="4422020" y="1834756"/>
                  <a:pt x="4424485" y="1830237"/>
                  <a:pt x="4427772" y="1825307"/>
                </a:cubicBezTo>
                <a:lnTo>
                  <a:pt x="4438864" y="1814215"/>
                </a:lnTo>
                <a:cubicBezTo>
                  <a:pt x="4448724" y="1804355"/>
                  <a:pt x="4454886" y="1795317"/>
                  <a:pt x="4457351" y="1787100"/>
                </a:cubicBezTo>
                <a:lnTo>
                  <a:pt x="4461048" y="1787100"/>
                </a:lnTo>
                <a:lnTo>
                  <a:pt x="4464746" y="1785868"/>
                </a:lnTo>
                <a:cubicBezTo>
                  <a:pt x="4466390" y="1785046"/>
                  <a:pt x="4467622" y="1784635"/>
                  <a:pt x="4468444" y="1784635"/>
                </a:cubicBezTo>
                <a:cubicBezTo>
                  <a:pt x="4469265" y="1784635"/>
                  <a:pt x="4469676" y="1785046"/>
                  <a:pt x="4469676" y="1785868"/>
                </a:cubicBezTo>
                <a:cubicBezTo>
                  <a:pt x="4475428" y="1773543"/>
                  <a:pt x="4486520" y="1758753"/>
                  <a:pt x="4502953" y="1741498"/>
                </a:cubicBezTo>
                <a:lnTo>
                  <a:pt x="4520208" y="1720546"/>
                </a:lnTo>
                <a:cubicBezTo>
                  <a:pt x="4525960" y="1713151"/>
                  <a:pt x="4530889" y="1705756"/>
                  <a:pt x="4534998" y="1698362"/>
                </a:cubicBezTo>
                <a:cubicBezTo>
                  <a:pt x="4535819" y="1696718"/>
                  <a:pt x="4537052" y="1695486"/>
                  <a:pt x="4538695" y="1694664"/>
                </a:cubicBezTo>
                <a:cubicBezTo>
                  <a:pt x="4546090" y="1689734"/>
                  <a:pt x="4554306" y="1681107"/>
                  <a:pt x="4563345" y="1668782"/>
                </a:cubicBezTo>
                <a:cubicBezTo>
                  <a:pt x="4559236" y="1665495"/>
                  <a:pt x="4555950" y="1661798"/>
                  <a:pt x="4553485" y="1657690"/>
                </a:cubicBezTo>
                <a:cubicBezTo>
                  <a:pt x="4550198" y="1650295"/>
                  <a:pt x="4544447" y="1642489"/>
                  <a:pt x="4536230" y="1634273"/>
                </a:cubicBezTo>
                <a:lnTo>
                  <a:pt x="4525138" y="1623180"/>
                </a:lnTo>
                <a:lnTo>
                  <a:pt x="4514046" y="1612088"/>
                </a:lnTo>
                <a:cubicBezTo>
                  <a:pt x="4510758" y="1607980"/>
                  <a:pt x="4509115" y="1604282"/>
                  <a:pt x="4509116" y="1600996"/>
                </a:cubicBezTo>
                <a:lnTo>
                  <a:pt x="4509116" y="1597298"/>
                </a:lnTo>
                <a:lnTo>
                  <a:pt x="4507883" y="1596066"/>
                </a:lnTo>
                <a:lnTo>
                  <a:pt x="4505418" y="1593601"/>
                </a:lnTo>
                <a:lnTo>
                  <a:pt x="4502953" y="1591136"/>
                </a:lnTo>
                <a:lnTo>
                  <a:pt x="4502953" y="1588671"/>
                </a:lnTo>
                <a:cubicBezTo>
                  <a:pt x="4502953" y="1587849"/>
                  <a:pt x="4504186" y="1586617"/>
                  <a:pt x="4506650" y="1584973"/>
                </a:cubicBezTo>
                <a:lnTo>
                  <a:pt x="4506650" y="1583741"/>
                </a:lnTo>
                <a:lnTo>
                  <a:pt x="4505418" y="1584973"/>
                </a:lnTo>
                <a:lnTo>
                  <a:pt x="4504186" y="1584973"/>
                </a:lnTo>
                <a:lnTo>
                  <a:pt x="4504186" y="1583741"/>
                </a:lnTo>
                <a:lnTo>
                  <a:pt x="4499256" y="1586206"/>
                </a:lnTo>
                <a:cubicBezTo>
                  <a:pt x="4502542" y="1583741"/>
                  <a:pt x="4504186" y="1581276"/>
                  <a:pt x="4504186" y="1578811"/>
                </a:cubicBezTo>
                <a:cubicBezTo>
                  <a:pt x="4504186" y="1576346"/>
                  <a:pt x="4502953" y="1575113"/>
                  <a:pt x="4500488" y="1575113"/>
                </a:cubicBezTo>
                <a:cubicBezTo>
                  <a:pt x="4497202" y="1574292"/>
                  <a:pt x="4493504" y="1572238"/>
                  <a:pt x="4489396" y="1568951"/>
                </a:cubicBezTo>
                <a:close/>
                <a:moveTo>
                  <a:pt x="4119567" y="1566486"/>
                </a:moveTo>
                <a:cubicBezTo>
                  <a:pt x="4118746" y="1566486"/>
                  <a:pt x="4118334" y="1566897"/>
                  <a:pt x="4118334" y="1567718"/>
                </a:cubicBezTo>
                <a:lnTo>
                  <a:pt x="4120800" y="1568951"/>
                </a:lnTo>
                <a:lnTo>
                  <a:pt x="4123264" y="1568951"/>
                </a:lnTo>
                <a:cubicBezTo>
                  <a:pt x="4124908" y="1568129"/>
                  <a:pt x="4125730" y="1567308"/>
                  <a:pt x="4125730" y="1566486"/>
                </a:cubicBezTo>
                <a:lnTo>
                  <a:pt x="4123264" y="1567718"/>
                </a:lnTo>
                <a:lnTo>
                  <a:pt x="4120800" y="1567718"/>
                </a:lnTo>
                <a:close/>
                <a:moveTo>
                  <a:pt x="4693988" y="1559091"/>
                </a:moveTo>
                <a:cubicBezTo>
                  <a:pt x="4664408" y="1603460"/>
                  <a:pt x="4638526" y="1668371"/>
                  <a:pt x="4616342" y="1753823"/>
                </a:cubicBezTo>
                <a:cubicBezTo>
                  <a:pt x="4633596" y="1708632"/>
                  <a:pt x="4651262" y="1660976"/>
                  <a:pt x="4669338" y="1610855"/>
                </a:cubicBezTo>
                <a:cubicBezTo>
                  <a:pt x="4670982" y="1608390"/>
                  <a:pt x="4673446" y="1603871"/>
                  <a:pt x="4676733" y="1597298"/>
                </a:cubicBezTo>
                <a:lnTo>
                  <a:pt x="4680430" y="1589903"/>
                </a:lnTo>
                <a:lnTo>
                  <a:pt x="4685360" y="1581276"/>
                </a:lnTo>
                <a:cubicBezTo>
                  <a:pt x="4691112" y="1570594"/>
                  <a:pt x="4693988" y="1563610"/>
                  <a:pt x="4693988" y="1560324"/>
                </a:cubicBezTo>
                <a:close/>
                <a:moveTo>
                  <a:pt x="4410517" y="1554161"/>
                </a:moveTo>
                <a:lnTo>
                  <a:pt x="4406820" y="1556626"/>
                </a:lnTo>
                <a:lnTo>
                  <a:pt x="4405587" y="1557859"/>
                </a:lnTo>
                <a:lnTo>
                  <a:pt x="4403122" y="1559091"/>
                </a:lnTo>
                <a:cubicBezTo>
                  <a:pt x="4400656" y="1561556"/>
                  <a:pt x="4398603" y="1564432"/>
                  <a:pt x="4396960" y="1567718"/>
                </a:cubicBezTo>
                <a:lnTo>
                  <a:pt x="4403122" y="1570183"/>
                </a:lnTo>
                <a:cubicBezTo>
                  <a:pt x="4403122" y="1568540"/>
                  <a:pt x="4403944" y="1566897"/>
                  <a:pt x="4405587" y="1565254"/>
                </a:cubicBezTo>
                <a:lnTo>
                  <a:pt x="4409284" y="1561556"/>
                </a:lnTo>
                <a:cubicBezTo>
                  <a:pt x="4410928" y="1559913"/>
                  <a:pt x="4411750" y="1558269"/>
                  <a:pt x="4411750" y="1556626"/>
                </a:cubicBezTo>
                <a:cubicBezTo>
                  <a:pt x="4411750" y="1555805"/>
                  <a:pt x="4411338" y="1554983"/>
                  <a:pt x="4410517" y="1554161"/>
                </a:cubicBezTo>
                <a:close/>
                <a:moveTo>
                  <a:pt x="4640991" y="1544301"/>
                </a:moveTo>
                <a:lnTo>
                  <a:pt x="4638526" y="1545534"/>
                </a:lnTo>
                <a:lnTo>
                  <a:pt x="4638526" y="1555394"/>
                </a:lnTo>
                <a:lnTo>
                  <a:pt x="4640991" y="1552929"/>
                </a:lnTo>
                <a:lnTo>
                  <a:pt x="4642224" y="1551696"/>
                </a:lnTo>
                <a:cubicBezTo>
                  <a:pt x="4643045" y="1550875"/>
                  <a:pt x="4643456" y="1550053"/>
                  <a:pt x="4643456" y="1549231"/>
                </a:cubicBezTo>
                <a:cubicBezTo>
                  <a:pt x="4643456" y="1547588"/>
                  <a:pt x="4642634" y="1545945"/>
                  <a:pt x="4640991" y="1544301"/>
                </a:cubicBezTo>
                <a:close/>
                <a:moveTo>
                  <a:pt x="1476482" y="1544301"/>
                </a:moveTo>
                <a:cubicBezTo>
                  <a:pt x="1473196" y="1549231"/>
                  <a:pt x="1468266" y="1555805"/>
                  <a:pt x="1461692" y="1564021"/>
                </a:cubicBezTo>
                <a:lnTo>
                  <a:pt x="1454298" y="1575113"/>
                </a:lnTo>
                <a:lnTo>
                  <a:pt x="1445670" y="1584973"/>
                </a:lnTo>
                <a:cubicBezTo>
                  <a:pt x="1435810" y="1598941"/>
                  <a:pt x="1430880" y="1610855"/>
                  <a:pt x="1430880" y="1620715"/>
                </a:cubicBezTo>
                <a:lnTo>
                  <a:pt x="1430880" y="1625645"/>
                </a:lnTo>
                <a:cubicBezTo>
                  <a:pt x="1432524" y="1618250"/>
                  <a:pt x="1435810" y="1610855"/>
                  <a:pt x="1440740" y="1603460"/>
                </a:cubicBezTo>
                <a:lnTo>
                  <a:pt x="1448135" y="1593601"/>
                </a:lnTo>
                <a:lnTo>
                  <a:pt x="1455530" y="1584973"/>
                </a:lnTo>
                <a:cubicBezTo>
                  <a:pt x="1467855" y="1569362"/>
                  <a:pt x="1474839" y="1555805"/>
                  <a:pt x="1476482" y="1544301"/>
                </a:cubicBezTo>
                <a:close/>
                <a:moveTo>
                  <a:pt x="1510992" y="1539371"/>
                </a:moveTo>
                <a:lnTo>
                  <a:pt x="1508527" y="1541836"/>
                </a:lnTo>
                <a:lnTo>
                  <a:pt x="1504829" y="1545534"/>
                </a:lnTo>
                <a:cubicBezTo>
                  <a:pt x="1502365" y="1548820"/>
                  <a:pt x="1500310" y="1552518"/>
                  <a:pt x="1498667" y="1556626"/>
                </a:cubicBezTo>
                <a:lnTo>
                  <a:pt x="1506062" y="1557859"/>
                </a:lnTo>
                <a:cubicBezTo>
                  <a:pt x="1506062" y="1556215"/>
                  <a:pt x="1506473" y="1554161"/>
                  <a:pt x="1507294" y="1551696"/>
                </a:cubicBezTo>
                <a:lnTo>
                  <a:pt x="1512224" y="1546766"/>
                </a:lnTo>
                <a:cubicBezTo>
                  <a:pt x="1513046" y="1545123"/>
                  <a:pt x="1513457" y="1543891"/>
                  <a:pt x="1513457" y="1543069"/>
                </a:cubicBezTo>
                <a:cubicBezTo>
                  <a:pt x="1513457" y="1541426"/>
                  <a:pt x="1512635" y="1540193"/>
                  <a:pt x="1510992" y="1539371"/>
                </a:cubicBezTo>
                <a:close/>
                <a:moveTo>
                  <a:pt x="3358237" y="1531976"/>
                </a:moveTo>
                <a:cubicBezTo>
                  <a:pt x="3358237" y="1536906"/>
                  <a:pt x="3357826" y="1542247"/>
                  <a:pt x="3357004" y="1547999"/>
                </a:cubicBezTo>
                <a:lnTo>
                  <a:pt x="3354540" y="1561556"/>
                </a:lnTo>
                <a:cubicBezTo>
                  <a:pt x="3352074" y="1573059"/>
                  <a:pt x="3350842" y="1583741"/>
                  <a:pt x="3350842" y="1593601"/>
                </a:cubicBezTo>
                <a:lnTo>
                  <a:pt x="3349610" y="1593601"/>
                </a:lnTo>
                <a:cubicBezTo>
                  <a:pt x="3349609" y="1596066"/>
                  <a:pt x="3349198" y="1597709"/>
                  <a:pt x="3348377" y="1598531"/>
                </a:cubicBezTo>
                <a:lnTo>
                  <a:pt x="3348377" y="1608390"/>
                </a:lnTo>
                <a:cubicBezTo>
                  <a:pt x="3350020" y="1607569"/>
                  <a:pt x="3350842" y="1602639"/>
                  <a:pt x="3350842" y="1593601"/>
                </a:cubicBezTo>
                <a:cubicBezTo>
                  <a:pt x="3352485" y="1588671"/>
                  <a:pt x="3353718" y="1583741"/>
                  <a:pt x="3354540" y="1578811"/>
                </a:cubicBezTo>
                <a:lnTo>
                  <a:pt x="3358237" y="1561556"/>
                </a:lnTo>
                <a:cubicBezTo>
                  <a:pt x="3359880" y="1554983"/>
                  <a:pt x="3360702" y="1549231"/>
                  <a:pt x="3360702" y="1544301"/>
                </a:cubicBezTo>
                <a:cubicBezTo>
                  <a:pt x="3360702" y="1539371"/>
                  <a:pt x="3359880" y="1535263"/>
                  <a:pt x="3358237" y="1531976"/>
                </a:cubicBezTo>
                <a:close/>
                <a:moveTo>
                  <a:pt x="4155309" y="1528279"/>
                </a:moveTo>
                <a:lnTo>
                  <a:pt x="4155309" y="1533209"/>
                </a:lnTo>
                <a:cubicBezTo>
                  <a:pt x="4155309" y="1537317"/>
                  <a:pt x="4156952" y="1539782"/>
                  <a:pt x="4160239" y="1540604"/>
                </a:cubicBezTo>
                <a:lnTo>
                  <a:pt x="4162704" y="1536906"/>
                </a:lnTo>
                <a:lnTo>
                  <a:pt x="4162704" y="1531976"/>
                </a:lnTo>
                <a:cubicBezTo>
                  <a:pt x="4161882" y="1529511"/>
                  <a:pt x="4160239" y="1528279"/>
                  <a:pt x="4157774" y="1528279"/>
                </a:cubicBezTo>
                <a:close/>
                <a:moveTo>
                  <a:pt x="3221431" y="1518419"/>
                </a:moveTo>
                <a:lnTo>
                  <a:pt x="3217734" y="1525814"/>
                </a:lnTo>
                <a:lnTo>
                  <a:pt x="3212804" y="1531976"/>
                </a:lnTo>
                <a:cubicBezTo>
                  <a:pt x="3210339" y="1534441"/>
                  <a:pt x="3209106" y="1536496"/>
                  <a:pt x="3209106" y="1538139"/>
                </a:cubicBezTo>
                <a:cubicBezTo>
                  <a:pt x="3209106" y="1538961"/>
                  <a:pt x="3209517" y="1539371"/>
                  <a:pt x="3210339" y="1539371"/>
                </a:cubicBezTo>
                <a:lnTo>
                  <a:pt x="3214036" y="1535674"/>
                </a:lnTo>
                <a:lnTo>
                  <a:pt x="3217734" y="1530744"/>
                </a:lnTo>
                <a:cubicBezTo>
                  <a:pt x="3221020" y="1527457"/>
                  <a:pt x="3224307" y="1523349"/>
                  <a:pt x="3227594" y="1518419"/>
                </a:cubicBezTo>
                <a:close/>
                <a:moveTo>
                  <a:pt x="2547970" y="1506094"/>
                </a:moveTo>
                <a:cubicBezTo>
                  <a:pt x="2543862" y="1506094"/>
                  <a:pt x="2540575" y="1508149"/>
                  <a:pt x="2538110" y="1512257"/>
                </a:cubicBezTo>
                <a:lnTo>
                  <a:pt x="2536878" y="1513489"/>
                </a:lnTo>
                <a:lnTo>
                  <a:pt x="2535645" y="1513489"/>
                </a:lnTo>
                <a:cubicBezTo>
                  <a:pt x="2534002" y="1511846"/>
                  <a:pt x="2531948" y="1511024"/>
                  <a:pt x="2529483" y="1511024"/>
                </a:cubicBezTo>
                <a:cubicBezTo>
                  <a:pt x="2527839" y="1511846"/>
                  <a:pt x="2525786" y="1513078"/>
                  <a:pt x="2523320" y="1514722"/>
                </a:cubicBezTo>
                <a:lnTo>
                  <a:pt x="2520856" y="1515954"/>
                </a:lnTo>
                <a:lnTo>
                  <a:pt x="2517158" y="1518419"/>
                </a:lnTo>
                <a:lnTo>
                  <a:pt x="2509763" y="1523349"/>
                </a:lnTo>
                <a:lnTo>
                  <a:pt x="2496206" y="1533209"/>
                </a:lnTo>
                <a:cubicBezTo>
                  <a:pt x="2495384" y="1534852"/>
                  <a:pt x="2494973" y="1536085"/>
                  <a:pt x="2494973" y="1536906"/>
                </a:cubicBezTo>
                <a:cubicBezTo>
                  <a:pt x="2494973" y="1539371"/>
                  <a:pt x="2496616" y="1541426"/>
                  <a:pt x="2499903" y="1543069"/>
                </a:cubicBezTo>
                <a:lnTo>
                  <a:pt x="2494973" y="1544301"/>
                </a:lnTo>
                <a:lnTo>
                  <a:pt x="2490044" y="1544301"/>
                </a:lnTo>
                <a:cubicBezTo>
                  <a:pt x="2484292" y="1544301"/>
                  <a:pt x="2480183" y="1546766"/>
                  <a:pt x="2477718" y="1551696"/>
                </a:cubicBezTo>
                <a:cubicBezTo>
                  <a:pt x="2473610" y="1559091"/>
                  <a:pt x="2466626" y="1567308"/>
                  <a:pt x="2456766" y="1576346"/>
                </a:cubicBezTo>
                <a:lnTo>
                  <a:pt x="2444442" y="1587438"/>
                </a:lnTo>
                <a:lnTo>
                  <a:pt x="2434582" y="1597298"/>
                </a:lnTo>
                <a:lnTo>
                  <a:pt x="2433349" y="1600996"/>
                </a:lnTo>
                <a:cubicBezTo>
                  <a:pt x="2428419" y="1610855"/>
                  <a:pt x="2422256" y="1623180"/>
                  <a:pt x="2414862" y="1637970"/>
                </a:cubicBezTo>
                <a:lnTo>
                  <a:pt x="2395142" y="1674944"/>
                </a:lnTo>
                <a:cubicBezTo>
                  <a:pt x="2389390" y="1686448"/>
                  <a:pt x="2384871" y="1697129"/>
                  <a:pt x="2381585" y="1706989"/>
                </a:cubicBezTo>
                <a:cubicBezTo>
                  <a:pt x="2386515" y="1703702"/>
                  <a:pt x="2393910" y="1700416"/>
                  <a:pt x="2403770" y="1697129"/>
                </a:cubicBezTo>
                <a:cubicBezTo>
                  <a:pt x="2405413" y="1696308"/>
                  <a:pt x="2407467" y="1694253"/>
                  <a:pt x="2409932" y="1690967"/>
                </a:cubicBezTo>
                <a:lnTo>
                  <a:pt x="2412397" y="1687269"/>
                </a:lnTo>
                <a:lnTo>
                  <a:pt x="2416094" y="1686037"/>
                </a:lnTo>
                <a:cubicBezTo>
                  <a:pt x="2417738" y="1685215"/>
                  <a:pt x="2418560" y="1683983"/>
                  <a:pt x="2418560" y="1682339"/>
                </a:cubicBezTo>
                <a:cubicBezTo>
                  <a:pt x="2418560" y="1681518"/>
                  <a:pt x="2418148" y="1680696"/>
                  <a:pt x="2417327" y="1679874"/>
                </a:cubicBezTo>
                <a:cubicBezTo>
                  <a:pt x="2440333" y="1670014"/>
                  <a:pt x="2461285" y="1654814"/>
                  <a:pt x="2480184" y="1634273"/>
                </a:cubicBezTo>
                <a:lnTo>
                  <a:pt x="2504833" y="1607158"/>
                </a:lnTo>
                <a:cubicBezTo>
                  <a:pt x="2515514" y="1595655"/>
                  <a:pt x="2524553" y="1586206"/>
                  <a:pt x="2531948" y="1578811"/>
                </a:cubicBezTo>
                <a:cubicBezTo>
                  <a:pt x="2533591" y="1577168"/>
                  <a:pt x="2534824" y="1575524"/>
                  <a:pt x="2535645" y="1573881"/>
                </a:cubicBezTo>
                <a:cubicBezTo>
                  <a:pt x="2537288" y="1564843"/>
                  <a:pt x="2540575" y="1555394"/>
                  <a:pt x="2545505" y="1545534"/>
                </a:cubicBezTo>
                <a:lnTo>
                  <a:pt x="2546738" y="1543069"/>
                </a:lnTo>
                <a:lnTo>
                  <a:pt x="2549202" y="1539371"/>
                </a:lnTo>
                <a:lnTo>
                  <a:pt x="2550435" y="1538139"/>
                </a:lnTo>
                <a:cubicBezTo>
                  <a:pt x="2551256" y="1538139"/>
                  <a:pt x="2553722" y="1537317"/>
                  <a:pt x="2557830" y="1535674"/>
                </a:cubicBezTo>
                <a:cubicBezTo>
                  <a:pt x="2560295" y="1534852"/>
                  <a:pt x="2561528" y="1533620"/>
                  <a:pt x="2561528" y="1531976"/>
                </a:cubicBezTo>
                <a:lnTo>
                  <a:pt x="2560295" y="1530744"/>
                </a:lnTo>
                <a:cubicBezTo>
                  <a:pt x="2557008" y="1528279"/>
                  <a:pt x="2555365" y="1525814"/>
                  <a:pt x="2555365" y="1523349"/>
                </a:cubicBezTo>
                <a:lnTo>
                  <a:pt x="2555365" y="1513489"/>
                </a:lnTo>
                <a:cubicBezTo>
                  <a:pt x="2555365" y="1508559"/>
                  <a:pt x="2553311" y="1506094"/>
                  <a:pt x="2549202" y="1506094"/>
                </a:cubicBezTo>
                <a:close/>
                <a:moveTo>
                  <a:pt x="1105537" y="1501164"/>
                </a:moveTo>
                <a:cubicBezTo>
                  <a:pt x="1104716" y="1501164"/>
                  <a:pt x="1103894" y="1501575"/>
                  <a:pt x="1103072" y="1502397"/>
                </a:cubicBezTo>
                <a:lnTo>
                  <a:pt x="1103072" y="1504862"/>
                </a:lnTo>
                <a:cubicBezTo>
                  <a:pt x="1103072" y="1509792"/>
                  <a:pt x="1105537" y="1513078"/>
                  <a:pt x="1110467" y="1514722"/>
                </a:cubicBezTo>
                <a:lnTo>
                  <a:pt x="1110467" y="1509792"/>
                </a:lnTo>
                <a:lnTo>
                  <a:pt x="1109235" y="1504862"/>
                </a:lnTo>
                <a:cubicBezTo>
                  <a:pt x="1108413" y="1502397"/>
                  <a:pt x="1107181" y="1501164"/>
                  <a:pt x="1105537" y="1501164"/>
                </a:cubicBezTo>
                <a:close/>
                <a:moveTo>
                  <a:pt x="3921138" y="1499932"/>
                </a:moveTo>
                <a:lnTo>
                  <a:pt x="3921138" y="1502397"/>
                </a:lnTo>
                <a:cubicBezTo>
                  <a:pt x="3918672" y="1511435"/>
                  <a:pt x="3911277" y="1518419"/>
                  <a:pt x="3898953" y="1523349"/>
                </a:cubicBezTo>
                <a:lnTo>
                  <a:pt x="3891558" y="1527047"/>
                </a:lnTo>
                <a:lnTo>
                  <a:pt x="3885396" y="1530744"/>
                </a:lnTo>
                <a:cubicBezTo>
                  <a:pt x="3881287" y="1534031"/>
                  <a:pt x="3878411" y="1538550"/>
                  <a:pt x="3876768" y="1544301"/>
                </a:cubicBezTo>
                <a:cubicBezTo>
                  <a:pt x="3875946" y="1545945"/>
                  <a:pt x="3874714" y="1546766"/>
                  <a:pt x="3873071" y="1546766"/>
                </a:cubicBezTo>
                <a:cubicBezTo>
                  <a:pt x="3868140" y="1547588"/>
                  <a:pt x="3862800" y="1550875"/>
                  <a:pt x="3857048" y="1556626"/>
                </a:cubicBezTo>
                <a:lnTo>
                  <a:pt x="3850886" y="1562789"/>
                </a:lnTo>
                <a:cubicBezTo>
                  <a:pt x="3848421" y="1565254"/>
                  <a:pt x="3845956" y="1567308"/>
                  <a:pt x="3843491" y="1568951"/>
                </a:cubicBezTo>
                <a:cubicBezTo>
                  <a:pt x="3843491" y="1571416"/>
                  <a:pt x="3845545" y="1573881"/>
                  <a:pt x="3849654" y="1576346"/>
                </a:cubicBezTo>
                <a:lnTo>
                  <a:pt x="3843491" y="1576346"/>
                </a:lnTo>
                <a:cubicBezTo>
                  <a:pt x="3841848" y="1575524"/>
                  <a:pt x="3840615" y="1575113"/>
                  <a:pt x="3839794" y="1575113"/>
                </a:cubicBezTo>
                <a:cubicBezTo>
                  <a:pt x="3837328" y="1575113"/>
                  <a:pt x="3835685" y="1576346"/>
                  <a:pt x="3834864" y="1578811"/>
                </a:cubicBezTo>
                <a:cubicBezTo>
                  <a:pt x="3834042" y="1583741"/>
                  <a:pt x="3831166" y="1588260"/>
                  <a:pt x="3826236" y="1592368"/>
                </a:cubicBezTo>
                <a:lnTo>
                  <a:pt x="3818842" y="1597298"/>
                </a:lnTo>
                <a:lnTo>
                  <a:pt x="3812679" y="1600996"/>
                </a:lnTo>
                <a:lnTo>
                  <a:pt x="3811446" y="1602228"/>
                </a:lnTo>
                <a:cubicBezTo>
                  <a:pt x="3809803" y="1608801"/>
                  <a:pt x="3806927" y="1615375"/>
                  <a:pt x="3802819" y="1621948"/>
                </a:cubicBezTo>
                <a:lnTo>
                  <a:pt x="3796657" y="1629343"/>
                </a:lnTo>
                <a:lnTo>
                  <a:pt x="3789262" y="1637970"/>
                </a:lnTo>
                <a:cubicBezTo>
                  <a:pt x="3777759" y="1651117"/>
                  <a:pt x="3771185" y="1661798"/>
                  <a:pt x="3769542" y="1670014"/>
                </a:cubicBezTo>
                <a:cubicBezTo>
                  <a:pt x="3769542" y="1670836"/>
                  <a:pt x="3768720" y="1671658"/>
                  <a:pt x="3767077" y="1672479"/>
                </a:cubicBezTo>
                <a:cubicBezTo>
                  <a:pt x="3762969" y="1674944"/>
                  <a:pt x="3759271" y="1677820"/>
                  <a:pt x="3755985" y="1681107"/>
                </a:cubicBezTo>
                <a:cubicBezTo>
                  <a:pt x="3752698" y="1684394"/>
                  <a:pt x="3751054" y="1688091"/>
                  <a:pt x="3751055" y="1692199"/>
                </a:cubicBezTo>
                <a:cubicBezTo>
                  <a:pt x="3751054" y="1693021"/>
                  <a:pt x="3751466" y="1694253"/>
                  <a:pt x="3752287" y="1695897"/>
                </a:cubicBezTo>
                <a:cubicBezTo>
                  <a:pt x="3753109" y="1697540"/>
                  <a:pt x="3753520" y="1698772"/>
                  <a:pt x="3753520" y="1699594"/>
                </a:cubicBezTo>
                <a:cubicBezTo>
                  <a:pt x="3753520" y="1700416"/>
                  <a:pt x="3752698" y="1701237"/>
                  <a:pt x="3751055" y="1702059"/>
                </a:cubicBezTo>
                <a:cubicBezTo>
                  <a:pt x="3746947" y="1704524"/>
                  <a:pt x="3743660" y="1708221"/>
                  <a:pt x="3741195" y="1713151"/>
                </a:cubicBezTo>
                <a:lnTo>
                  <a:pt x="3737498" y="1719314"/>
                </a:lnTo>
                <a:lnTo>
                  <a:pt x="3735032" y="1726709"/>
                </a:lnTo>
                <a:cubicBezTo>
                  <a:pt x="3730924" y="1739034"/>
                  <a:pt x="3725994" y="1747250"/>
                  <a:pt x="3720243" y="1751358"/>
                </a:cubicBezTo>
                <a:cubicBezTo>
                  <a:pt x="3720242" y="1752180"/>
                  <a:pt x="3721064" y="1753412"/>
                  <a:pt x="3722708" y="1755056"/>
                </a:cubicBezTo>
                <a:lnTo>
                  <a:pt x="3725173" y="1756288"/>
                </a:lnTo>
                <a:lnTo>
                  <a:pt x="3725173" y="1759986"/>
                </a:lnTo>
                <a:cubicBezTo>
                  <a:pt x="3717778" y="1767381"/>
                  <a:pt x="3712026" y="1777651"/>
                  <a:pt x="3707918" y="1790798"/>
                </a:cubicBezTo>
                <a:lnTo>
                  <a:pt x="3702988" y="1808053"/>
                </a:lnTo>
                <a:cubicBezTo>
                  <a:pt x="3700523" y="1814626"/>
                  <a:pt x="3697647" y="1820377"/>
                  <a:pt x="3694360" y="1825307"/>
                </a:cubicBezTo>
                <a:lnTo>
                  <a:pt x="3694360" y="1829005"/>
                </a:lnTo>
                <a:cubicBezTo>
                  <a:pt x="3696004" y="1832291"/>
                  <a:pt x="3696826" y="1835989"/>
                  <a:pt x="3696826" y="1840097"/>
                </a:cubicBezTo>
                <a:lnTo>
                  <a:pt x="3694360" y="1848725"/>
                </a:lnTo>
                <a:cubicBezTo>
                  <a:pt x="3693539" y="1852011"/>
                  <a:pt x="3693128" y="1855298"/>
                  <a:pt x="3693128" y="1858584"/>
                </a:cubicBezTo>
                <a:cubicBezTo>
                  <a:pt x="3693128" y="1862693"/>
                  <a:pt x="3693950" y="1865979"/>
                  <a:pt x="3695593" y="1868444"/>
                </a:cubicBezTo>
                <a:lnTo>
                  <a:pt x="3691896" y="1869677"/>
                </a:lnTo>
                <a:lnTo>
                  <a:pt x="3689431" y="1870909"/>
                </a:lnTo>
                <a:cubicBezTo>
                  <a:pt x="3688609" y="1871731"/>
                  <a:pt x="3687376" y="1872142"/>
                  <a:pt x="3685733" y="1872142"/>
                </a:cubicBezTo>
                <a:cubicBezTo>
                  <a:pt x="3687376" y="1875428"/>
                  <a:pt x="3688609" y="1879537"/>
                  <a:pt x="3689431" y="1884467"/>
                </a:cubicBezTo>
                <a:lnTo>
                  <a:pt x="3689431" y="1896791"/>
                </a:lnTo>
                <a:cubicBezTo>
                  <a:pt x="3690252" y="1908294"/>
                  <a:pt x="3693128" y="1917333"/>
                  <a:pt x="3698058" y="1923906"/>
                </a:cubicBezTo>
                <a:lnTo>
                  <a:pt x="3698058" y="1937463"/>
                </a:lnTo>
                <a:lnTo>
                  <a:pt x="3700523" y="1942393"/>
                </a:lnTo>
                <a:lnTo>
                  <a:pt x="3702988" y="1946091"/>
                </a:lnTo>
                <a:cubicBezTo>
                  <a:pt x="3704631" y="1949377"/>
                  <a:pt x="3705453" y="1952253"/>
                  <a:pt x="3705453" y="1954718"/>
                </a:cubicBezTo>
                <a:lnTo>
                  <a:pt x="3705453" y="1958415"/>
                </a:lnTo>
                <a:lnTo>
                  <a:pt x="3706686" y="1957183"/>
                </a:lnTo>
                <a:lnTo>
                  <a:pt x="3709150" y="1954718"/>
                </a:lnTo>
                <a:lnTo>
                  <a:pt x="3714080" y="1957183"/>
                </a:lnTo>
                <a:lnTo>
                  <a:pt x="3717778" y="1958415"/>
                </a:lnTo>
                <a:cubicBezTo>
                  <a:pt x="3721064" y="1958415"/>
                  <a:pt x="3723940" y="1956772"/>
                  <a:pt x="3726405" y="1953486"/>
                </a:cubicBezTo>
                <a:lnTo>
                  <a:pt x="3726405" y="1951021"/>
                </a:lnTo>
                <a:lnTo>
                  <a:pt x="3727638" y="1949788"/>
                </a:lnTo>
                <a:lnTo>
                  <a:pt x="3728870" y="1948556"/>
                </a:lnTo>
                <a:lnTo>
                  <a:pt x="3727638" y="1952253"/>
                </a:lnTo>
                <a:lnTo>
                  <a:pt x="3728870" y="1953486"/>
                </a:lnTo>
                <a:cubicBezTo>
                  <a:pt x="3730513" y="1953486"/>
                  <a:pt x="3731335" y="1951431"/>
                  <a:pt x="3731335" y="1947323"/>
                </a:cubicBezTo>
                <a:lnTo>
                  <a:pt x="3728870" y="1947323"/>
                </a:lnTo>
                <a:lnTo>
                  <a:pt x="3728870" y="1946091"/>
                </a:lnTo>
                <a:lnTo>
                  <a:pt x="3730102" y="1946091"/>
                </a:lnTo>
                <a:cubicBezTo>
                  <a:pt x="3735854" y="1943626"/>
                  <a:pt x="3739962" y="1940750"/>
                  <a:pt x="3742428" y="1937463"/>
                </a:cubicBezTo>
                <a:lnTo>
                  <a:pt x="3744892" y="1934998"/>
                </a:lnTo>
                <a:lnTo>
                  <a:pt x="3748590" y="1937463"/>
                </a:lnTo>
                <a:cubicBezTo>
                  <a:pt x="3767488" y="1912814"/>
                  <a:pt x="3786386" y="1893505"/>
                  <a:pt x="3805284" y="1879537"/>
                </a:cubicBezTo>
                <a:cubicBezTo>
                  <a:pt x="3805284" y="1877072"/>
                  <a:pt x="3805695" y="1874607"/>
                  <a:pt x="3806516" y="1872142"/>
                </a:cubicBezTo>
                <a:lnTo>
                  <a:pt x="3810214" y="1867212"/>
                </a:lnTo>
                <a:cubicBezTo>
                  <a:pt x="3811857" y="1865568"/>
                  <a:pt x="3812679" y="1863925"/>
                  <a:pt x="3812679" y="1862282"/>
                </a:cubicBezTo>
                <a:cubicBezTo>
                  <a:pt x="3812679" y="1861460"/>
                  <a:pt x="3812268" y="1860638"/>
                  <a:pt x="3811446" y="1859817"/>
                </a:cubicBezTo>
                <a:cubicBezTo>
                  <a:pt x="3828701" y="1843384"/>
                  <a:pt x="3848010" y="1818323"/>
                  <a:pt x="3869373" y="1784635"/>
                </a:cubicBezTo>
                <a:lnTo>
                  <a:pt x="3892790" y="1745196"/>
                </a:lnTo>
                <a:cubicBezTo>
                  <a:pt x="3902650" y="1730406"/>
                  <a:pt x="3912510" y="1716849"/>
                  <a:pt x="3922370" y="1704524"/>
                </a:cubicBezTo>
                <a:cubicBezTo>
                  <a:pt x="3926478" y="1689734"/>
                  <a:pt x="3931408" y="1676588"/>
                  <a:pt x="3937160" y="1665085"/>
                </a:cubicBezTo>
                <a:cubicBezTo>
                  <a:pt x="3945376" y="1649473"/>
                  <a:pt x="3954825" y="1638381"/>
                  <a:pt x="3965507" y="1631808"/>
                </a:cubicBezTo>
                <a:cubicBezTo>
                  <a:pt x="3967972" y="1608801"/>
                  <a:pt x="3977010" y="1583330"/>
                  <a:pt x="3992622" y="1555394"/>
                </a:cubicBezTo>
                <a:lnTo>
                  <a:pt x="3980297" y="1552929"/>
                </a:lnTo>
                <a:lnTo>
                  <a:pt x="3966739" y="1550464"/>
                </a:lnTo>
                <a:cubicBezTo>
                  <a:pt x="3961810" y="1548820"/>
                  <a:pt x="3958523" y="1547177"/>
                  <a:pt x="3956880" y="1545534"/>
                </a:cubicBezTo>
                <a:cubicBezTo>
                  <a:pt x="3947841" y="1537317"/>
                  <a:pt x="3943322" y="1529922"/>
                  <a:pt x="3943322" y="1523349"/>
                </a:cubicBezTo>
                <a:cubicBezTo>
                  <a:pt x="3943322" y="1522527"/>
                  <a:pt x="3943733" y="1521295"/>
                  <a:pt x="3944555" y="1519652"/>
                </a:cubicBezTo>
                <a:lnTo>
                  <a:pt x="3944555" y="1518419"/>
                </a:lnTo>
                <a:lnTo>
                  <a:pt x="3938392" y="1518419"/>
                </a:lnTo>
                <a:cubicBezTo>
                  <a:pt x="3940036" y="1516776"/>
                  <a:pt x="3940857" y="1515543"/>
                  <a:pt x="3940857" y="1514722"/>
                </a:cubicBezTo>
                <a:lnTo>
                  <a:pt x="3940857" y="1512257"/>
                </a:lnTo>
                <a:lnTo>
                  <a:pt x="3939625" y="1511024"/>
                </a:lnTo>
                <a:cubicBezTo>
                  <a:pt x="3938803" y="1510203"/>
                  <a:pt x="3936749" y="1506916"/>
                  <a:pt x="3933462" y="1501164"/>
                </a:cubicBezTo>
                <a:cubicBezTo>
                  <a:pt x="3933462" y="1500343"/>
                  <a:pt x="3933052" y="1499932"/>
                  <a:pt x="3932230" y="1499932"/>
                </a:cubicBezTo>
                <a:lnTo>
                  <a:pt x="3932230" y="1501164"/>
                </a:lnTo>
                <a:cubicBezTo>
                  <a:pt x="3931408" y="1503629"/>
                  <a:pt x="3930176" y="1504862"/>
                  <a:pt x="3928532" y="1504862"/>
                </a:cubicBezTo>
                <a:cubicBezTo>
                  <a:pt x="3926889" y="1504862"/>
                  <a:pt x="3924835" y="1504040"/>
                  <a:pt x="3922370" y="1502397"/>
                </a:cubicBezTo>
                <a:close/>
                <a:moveTo>
                  <a:pt x="585430" y="1498699"/>
                </a:moveTo>
                <a:lnTo>
                  <a:pt x="585430" y="1507327"/>
                </a:lnTo>
                <a:cubicBezTo>
                  <a:pt x="586251" y="1509792"/>
                  <a:pt x="587484" y="1511024"/>
                  <a:pt x="589127" y="1511024"/>
                </a:cubicBezTo>
                <a:cubicBezTo>
                  <a:pt x="589949" y="1508559"/>
                  <a:pt x="590360" y="1506505"/>
                  <a:pt x="590360" y="1504862"/>
                </a:cubicBezTo>
                <a:cubicBezTo>
                  <a:pt x="590360" y="1501575"/>
                  <a:pt x="588716" y="1499521"/>
                  <a:pt x="585430" y="1498699"/>
                </a:cubicBezTo>
                <a:close/>
                <a:moveTo>
                  <a:pt x="3363167" y="1495002"/>
                </a:moveTo>
                <a:cubicBezTo>
                  <a:pt x="3363167" y="1495824"/>
                  <a:pt x="3362756" y="1497878"/>
                  <a:pt x="3361934" y="1501164"/>
                </a:cubicBezTo>
                <a:lnTo>
                  <a:pt x="3361934" y="1513489"/>
                </a:lnTo>
                <a:cubicBezTo>
                  <a:pt x="3361934" y="1515954"/>
                  <a:pt x="3362345" y="1517187"/>
                  <a:pt x="3363167" y="1517187"/>
                </a:cubicBezTo>
                <a:lnTo>
                  <a:pt x="3364399" y="1517187"/>
                </a:lnTo>
                <a:lnTo>
                  <a:pt x="3364399" y="1498699"/>
                </a:lnTo>
                <a:cubicBezTo>
                  <a:pt x="3364399" y="1496234"/>
                  <a:pt x="3363988" y="1495002"/>
                  <a:pt x="3363167" y="1495002"/>
                </a:cubicBezTo>
                <a:close/>
                <a:moveTo>
                  <a:pt x="3248546" y="1491305"/>
                </a:moveTo>
                <a:cubicBezTo>
                  <a:pt x="3246902" y="1493769"/>
                  <a:pt x="3245670" y="1495002"/>
                  <a:pt x="3244848" y="1495002"/>
                </a:cubicBezTo>
                <a:cubicBezTo>
                  <a:pt x="3243205" y="1497467"/>
                  <a:pt x="3241972" y="1499110"/>
                  <a:pt x="3241151" y="1499932"/>
                </a:cubicBezTo>
                <a:lnTo>
                  <a:pt x="3244848" y="1499932"/>
                </a:lnTo>
                <a:cubicBezTo>
                  <a:pt x="3245670" y="1498289"/>
                  <a:pt x="3246492" y="1497467"/>
                  <a:pt x="3247314" y="1497467"/>
                </a:cubicBezTo>
                <a:cubicBezTo>
                  <a:pt x="3248957" y="1495824"/>
                  <a:pt x="3250600" y="1493769"/>
                  <a:pt x="3252244" y="1491305"/>
                </a:cubicBezTo>
                <a:close/>
                <a:moveTo>
                  <a:pt x="1513457" y="1490072"/>
                </a:moveTo>
                <a:cubicBezTo>
                  <a:pt x="1511813" y="1493359"/>
                  <a:pt x="1509759" y="1496645"/>
                  <a:pt x="1507294" y="1499932"/>
                </a:cubicBezTo>
                <a:lnTo>
                  <a:pt x="1498667" y="1508559"/>
                </a:lnTo>
                <a:cubicBezTo>
                  <a:pt x="1492915" y="1515954"/>
                  <a:pt x="1489218" y="1523760"/>
                  <a:pt x="1487575" y="1531976"/>
                </a:cubicBezTo>
                <a:lnTo>
                  <a:pt x="1485110" y="1531976"/>
                </a:lnTo>
                <a:cubicBezTo>
                  <a:pt x="1484288" y="1533620"/>
                  <a:pt x="1483055" y="1534441"/>
                  <a:pt x="1481412" y="1534441"/>
                </a:cubicBezTo>
                <a:lnTo>
                  <a:pt x="1478947" y="1543069"/>
                </a:lnTo>
                <a:cubicBezTo>
                  <a:pt x="1482234" y="1543069"/>
                  <a:pt x="1485110" y="1539371"/>
                  <a:pt x="1487575" y="1531976"/>
                </a:cubicBezTo>
                <a:lnTo>
                  <a:pt x="1496202" y="1523349"/>
                </a:lnTo>
                <a:lnTo>
                  <a:pt x="1504829" y="1513489"/>
                </a:lnTo>
                <a:cubicBezTo>
                  <a:pt x="1510581" y="1506094"/>
                  <a:pt x="1513457" y="1499110"/>
                  <a:pt x="1513457" y="1492537"/>
                </a:cubicBezTo>
                <a:close/>
                <a:moveTo>
                  <a:pt x="1125257" y="1481445"/>
                </a:moveTo>
                <a:cubicBezTo>
                  <a:pt x="1124435" y="1481445"/>
                  <a:pt x="1123614" y="1481856"/>
                  <a:pt x="1122792" y="1482677"/>
                </a:cubicBezTo>
                <a:lnTo>
                  <a:pt x="1122792" y="1487607"/>
                </a:lnTo>
                <a:lnTo>
                  <a:pt x="1126490" y="1490072"/>
                </a:lnTo>
                <a:cubicBezTo>
                  <a:pt x="1128133" y="1490894"/>
                  <a:pt x="1129365" y="1491305"/>
                  <a:pt x="1130187" y="1491305"/>
                </a:cubicBezTo>
                <a:cubicBezTo>
                  <a:pt x="1131830" y="1490483"/>
                  <a:pt x="1132652" y="1488840"/>
                  <a:pt x="1132652" y="1486375"/>
                </a:cubicBezTo>
                <a:lnTo>
                  <a:pt x="1130187" y="1486375"/>
                </a:lnTo>
                <a:lnTo>
                  <a:pt x="1128955" y="1483910"/>
                </a:lnTo>
                <a:cubicBezTo>
                  <a:pt x="1128133" y="1482266"/>
                  <a:pt x="1126900" y="1481445"/>
                  <a:pt x="1125257" y="1481445"/>
                </a:cubicBezTo>
                <a:close/>
                <a:moveTo>
                  <a:pt x="2450604" y="1477747"/>
                </a:moveTo>
                <a:cubicBezTo>
                  <a:pt x="2436636" y="1490894"/>
                  <a:pt x="2423284" y="1505273"/>
                  <a:pt x="2410548" y="1520884"/>
                </a:cubicBezTo>
                <a:lnTo>
                  <a:pt x="2392254" y="1544773"/>
                </a:lnTo>
                <a:lnTo>
                  <a:pt x="2395084" y="1549490"/>
                </a:lnTo>
                <a:lnTo>
                  <a:pt x="2406234" y="1531976"/>
                </a:lnTo>
                <a:cubicBezTo>
                  <a:pt x="2409521" y="1527868"/>
                  <a:pt x="2413630" y="1522938"/>
                  <a:pt x="2418560" y="1517187"/>
                </a:cubicBezTo>
                <a:lnTo>
                  <a:pt x="2425954" y="1508559"/>
                </a:lnTo>
                <a:lnTo>
                  <a:pt x="2433349" y="1499932"/>
                </a:lnTo>
                <a:cubicBezTo>
                  <a:pt x="2444852" y="1488429"/>
                  <a:pt x="2450604" y="1481034"/>
                  <a:pt x="2450604" y="1477747"/>
                </a:cubicBezTo>
                <a:close/>
                <a:moveTo>
                  <a:pt x="3361934" y="1470352"/>
                </a:moveTo>
                <a:cubicBezTo>
                  <a:pt x="3361113" y="1471174"/>
                  <a:pt x="3360291" y="1471996"/>
                  <a:pt x="3359470" y="1472817"/>
                </a:cubicBezTo>
                <a:cubicBezTo>
                  <a:pt x="3360291" y="1473639"/>
                  <a:pt x="3360702" y="1474461"/>
                  <a:pt x="3360702" y="1475282"/>
                </a:cubicBezTo>
                <a:cubicBezTo>
                  <a:pt x="3360702" y="1476104"/>
                  <a:pt x="3360291" y="1476926"/>
                  <a:pt x="3359470" y="1477747"/>
                </a:cubicBezTo>
                <a:cubicBezTo>
                  <a:pt x="3360291" y="1480212"/>
                  <a:pt x="3360702" y="1482677"/>
                  <a:pt x="3360702" y="1485142"/>
                </a:cubicBezTo>
                <a:cubicBezTo>
                  <a:pt x="3361523" y="1484321"/>
                  <a:pt x="3362345" y="1483499"/>
                  <a:pt x="3363167" y="1482677"/>
                </a:cubicBezTo>
                <a:lnTo>
                  <a:pt x="3363167" y="1477747"/>
                </a:lnTo>
                <a:close/>
                <a:moveTo>
                  <a:pt x="1534409" y="1469120"/>
                </a:moveTo>
                <a:lnTo>
                  <a:pt x="1531944" y="1472817"/>
                </a:lnTo>
                <a:lnTo>
                  <a:pt x="1527014" y="1476515"/>
                </a:lnTo>
                <a:cubicBezTo>
                  <a:pt x="1525371" y="1478980"/>
                  <a:pt x="1524549" y="1481034"/>
                  <a:pt x="1524549" y="1482677"/>
                </a:cubicBezTo>
                <a:cubicBezTo>
                  <a:pt x="1524549" y="1483499"/>
                  <a:pt x="1525782" y="1484321"/>
                  <a:pt x="1528246" y="1485142"/>
                </a:cubicBezTo>
                <a:lnTo>
                  <a:pt x="1530712" y="1481445"/>
                </a:lnTo>
                <a:lnTo>
                  <a:pt x="1534409" y="1476515"/>
                </a:lnTo>
                <a:cubicBezTo>
                  <a:pt x="1536052" y="1474872"/>
                  <a:pt x="1536874" y="1473228"/>
                  <a:pt x="1536874" y="1471585"/>
                </a:cubicBezTo>
                <a:cubicBezTo>
                  <a:pt x="1536874" y="1470763"/>
                  <a:pt x="1536052" y="1469942"/>
                  <a:pt x="1534409" y="1469120"/>
                </a:cubicBezTo>
                <a:close/>
                <a:moveTo>
                  <a:pt x="3270731" y="1467887"/>
                </a:moveTo>
                <a:lnTo>
                  <a:pt x="3267033" y="1471585"/>
                </a:lnTo>
                <a:lnTo>
                  <a:pt x="3262103" y="1476515"/>
                </a:lnTo>
                <a:cubicBezTo>
                  <a:pt x="3258816" y="1478980"/>
                  <a:pt x="3257173" y="1481034"/>
                  <a:pt x="3257173" y="1482677"/>
                </a:cubicBezTo>
                <a:lnTo>
                  <a:pt x="3257173" y="1483910"/>
                </a:lnTo>
                <a:cubicBezTo>
                  <a:pt x="3257995" y="1483088"/>
                  <a:pt x="3259227" y="1481856"/>
                  <a:pt x="3260871" y="1480212"/>
                </a:cubicBezTo>
                <a:lnTo>
                  <a:pt x="3268266" y="1475282"/>
                </a:lnTo>
                <a:cubicBezTo>
                  <a:pt x="3271552" y="1471996"/>
                  <a:pt x="3273195" y="1469942"/>
                  <a:pt x="3273196" y="1469120"/>
                </a:cubicBezTo>
                <a:cubicBezTo>
                  <a:pt x="3273195" y="1468298"/>
                  <a:pt x="3272374" y="1467887"/>
                  <a:pt x="3270731" y="1467887"/>
                </a:cubicBezTo>
                <a:close/>
                <a:moveTo>
                  <a:pt x="4177494" y="1466655"/>
                </a:moveTo>
                <a:cubicBezTo>
                  <a:pt x="4176672" y="1466655"/>
                  <a:pt x="4175440" y="1467066"/>
                  <a:pt x="4173796" y="1467887"/>
                </a:cubicBezTo>
                <a:lnTo>
                  <a:pt x="4170099" y="1469120"/>
                </a:lnTo>
                <a:lnTo>
                  <a:pt x="4168866" y="1470352"/>
                </a:lnTo>
                <a:lnTo>
                  <a:pt x="4168866" y="1471585"/>
                </a:lnTo>
                <a:cubicBezTo>
                  <a:pt x="4168866" y="1472407"/>
                  <a:pt x="4170098" y="1472817"/>
                  <a:pt x="4172564" y="1472817"/>
                </a:cubicBezTo>
                <a:lnTo>
                  <a:pt x="4175029" y="1471585"/>
                </a:lnTo>
                <a:lnTo>
                  <a:pt x="4177494" y="1471585"/>
                </a:lnTo>
                <a:lnTo>
                  <a:pt x="4178726" y="1467887"/>
                </a:lnTo>
                <a:cubicBezTo>
                  <a:pt x="4179548" y="1467887"/>
                  <a:pt x="4180370" y="1467477"/>
                  <a:pt x="4181192" y="1466655"/>
                </a:cubicBezTo>
                <a:lnTo>
                  <a:pt x="4179959" y="1466655"/>
                </a:lnTo>
                <a:lnTo>
                  <a:pt x="4178726" y="1467887"/>
                </a:lnTo>
                <a:cubicBezTo>
                  <a:pt x="4178726" y="1467066"/>
                  <a:pt x="4178316" y="1466655"/>
                  <a:pt x="4177494" y="1466655"/>
                </a:cubicBezTo>
                <a:close/>
                <a:moveTo>
                  <a:pt x="1071028" y="1459260"/>
                </a:moveTo>
                <a:lnTo>
                  <a:pt x="1069795" y="1472817"/>
                </a:lnTo>
                <a:lnTo>
                  <a:pt x="1068563" y="1486375"/>
                </a:lnTo>
                <a:cubicBezTo>
                  <a:pt x="1066920" y="1498699"/>
                  <a:pt x="1066098" y="1508149"/>
                  <a:pt x="1066098" y="1514722"/>
                </a:cubicBezTo>
                <a:cubicBezTo>
                  <a:pt x="1070206" y="1507327"/>
                  <a:pt x="1073493" y="1498289"/>
                  <a:pt x="1075958" y="1487607"/>
                </a:cubicBezTo>
                <a:cubicBezTo>
                  <a:pt x="1076779" y="1484321"/>
                  <a:pt x="1077190" y="1481034"/>
                  <a:pt x="1077190" y="1477747"/>
                </a:cubicBezTo>
                <a:cubicBezTo>
                  <a:pt x="1077190" y="1468709"/>
                  <a:pt x="1075136" y="1462547"/>
                  <a:pt x="1071028" y="1459260"/>
                </a:cubicBezTo>
                <a:close/>
                <a:moveTo>
                  <a:pt x="4193516" y="1456795"/>
                </a:moveTo>
                <a:lnTo>
                  <a:pt x="4184889" y="1493769"/>
                </a:lnTo>
                <a:lnTo>
                  <a:pt x="4175029" y="1531976"/>
                </a:lnTo>
                <a:cubicBezTo>
                  <a:pt x="4170098" y="1555805"/>
                  <a:pt x="4167634" y="1576346"/>
                  <a:pt x="4167634" y="1593601"/>
                </a:cubicBezTo>
                <a:lnTo>
                  <a:pt x="4167634" y="1605925"/>
                </a:lnTo>
                <a:cubicBezTo>
                  <a:pt x="4168456" y="1605104"/>
                  <a:pt x="4168866" y="1603871"/>
                  <a:pt x="4168866" y="1602228"/>
                </a:cubicBezTo>
                <a:lnTo>
                  <a:pt x="4168866" y="1593601"/>
                </a:lnTo>
                <a:cubicBezTo>
                  <a:pt x="4168866" y="1591136"/>
                  <a:pt x="4169278" y="1589082"/>
                  <a:pt x="4170099" y="1587438"/>
                </a:cubicBezTo>
                <a:lnTo>
                  <a:pt x="4177494" y="1551696"/>
                </a:lnTo>
                <a:lnTo>
                  <a:pt x="4184889" y="1518419"/>
                </a:lnTo>
                <a:cubicBezTo>
                  <a:pt x="4190640" y="1492948"/>
                  <a:pt x="4193516" y="1472407"/>
                  <a:pt x="4193516" y="1456795"/>
                </a:cubicBezTo>
                <a:close/>
                <a:moveTo>
                  <a:pt x="3343447" y="1455563"/>
                </a:moveTo>
                <a:cubicBezTo>
                  <a:pt x="3345912" y="1462136"/>
                  <a:pt x="3347144" y="1470763"/>
                  <a:pt x="3347144" y="1481445"/>
                </a:cubicBezTo>
                <a:lnTo>
                  <a:pt x="3347144" y="1490072"/>
                </a:lnTo>
                <a:cubicBezTo>
                  <a:pt x="3347144" y="1496645"/>
                  <a:pt x="3346734" y="1504040"/>
                  <a:pt x="3345912" y="1512257"/>
                </a:cubicBezTo>
                <a:lnTo>
                  <a:pt x="3344680" y="1528279"/>
                </a:lnTo>
                <a:lnTo>
                  <a:pt x="3343447" y="1541836"/>
                </a:lnTo>
                <a:lnTo>
                  <a:pt x="3343447" y="1551696"/>
                </a:lnTo>
                <a:cubicBezTo>
                  <a:pt x="3343447" y="1557448"/>
                  <a:pt x="3343858" y="1561967"/>
                  <a:pt x="3344680" y="1565254"/>
                </a:cubicBezTo>
                <a:cubicBezTo>
                  <a:pt x="3344680" y="1557037"/>
                  <a:pt x="3345502" y="1546766"/>
                  <a:pt x="3347144" y="1534441"/>
                </a:cubicBezTo>
                <a:lnTo>
                  <a:pt x="3350842" y="1506094"/>
                </a:lnTo>
                <a:cubicBezTo>
                  <a:pt x="3351664" y="1500343"/>
                  <a:pt x="3352074" y="1495413"/>
                  <a:pt x="3352074" y="1491305"/>
                </a:cubicBezTo>
                <a:cubicBezTo>
                  <a:pt x="3352074" y="1486375"/>
                  <a:pt x="3351664" y="1482266"/>
                  <a:pt x="3350842" y="1478980"/>
                </a:cubicBezTo>
                <a:cubicBezTo>
                  <a:pt x="3350020" y="1469120"/>
                  <a:pt x="3347555" y="1461314"/>
                  <a:pt x="3343447" y="1455563"/>
                </a:cubicBezTo>
                <a:close/>
                <a:moveTo>
                  <a:pt x="1544269" y="1453098"/>
                </a:moveTo>
                <a:cubicBezTo>
                  <a:pt x="1543447" y="1454741"/>
                  <a:pt x="1542215" y="1455563"/>
                  <a:pt x="1540571" y="1455563"/>
                </a:cubicBezTo>
                <a:lnTo>
                  <a:pt x="1538107" y="1460492"/>
                </a:lnTo>
                <a:cubicBezTo>
                  <a:pt x="1539750" y="1461314"/>
                  <a:pt x="1541393" y="1461725"/>
                  <a:pt x="1543036" y="1461725"/>
                </a:cubicBezTo>
                <a:cubicBezTo>
                  <a:pt x="1543858" y="1460903"/>
                  <a:pt x="1544680" y="1460492"/>
                  <a:pt x="1545501" y="1460492"/>
                </a:cubicBezTo>
                <a:lnTo>
                  <a:pt x="1546734" y="1460492"/>
                </a:lnTo>
                <a:cubicBezTo>
                  <a:pt x="1547555" y="1458849"/>
                  <a:pt x="1548377" y="1456795"/>
                  <a:pt x="1549199" y="1454330"/>
                </a:cubicBezTo>
                <a:cubicBezTo>
                  <a:pt x="1547555" y="1454330"/>
                  <a:pt x="1545912" y="1453919"/>
                  <a:pt x="1544269" y="1453098"/>
                </a:cubicBezTo>
                <a:close/>
                <a:moveTo>
                  <a:pt x="1126490" y="1451865"/>
                </a:moveTo>
                <a:lnTo>
                  <a:pt x="1119095" y="1453098"/>
                </a:lnTo>
                <a:cubicBezTo>
                  <a:pt x="1117451" y="1453098"/>
                  <a:pt x="1116630" y="1453919"/>
                  <a:pt x="1116630" y="1455563"/>
                </a:cubicBezTo>
                <a:cubicBezTo>
                  <a:pt x="1117451" y="1455563"/>
                  <a:pt x="1118273" y="1455973"/>
                  <a:pt x="1119095" y="1456795"/>
                </a:cubicBezTo>
                <a:lnTo>
                  <a:pt x="1121560" y="1459260"/>
                </a:lnTo>
                <a:cubicBezTo>
                  <a:pt x="1123203" y="1461725"/>
                  <a:pt x="1125257" y="1462958"/>
                  <a:pt x="1127722" y="1462957"/>
                </a:cubicBezTo>
                <a:close/>
                <a:moveTo>
                  <a:pt x="3322495" y="1440773"/>
                </a:moveTo>
                <a:cubicBezTo>
                  <a:pt x="3318386" y="1440773"/>
                  <a:pt x="3313456" y="1442005"/>
                  <a:pt x="3307705" y="1444470"/>
                </a:cubicBezTo>
                <a:cubicBezTo>
                  <a:pt x="3297024" y="1448579"/>
                  <a:pt x="3289628" y="1454330"/>
                  <a:pt x="3285520" y="1461725"/>
                </a:cubicBezTo>
                <a:cubicBezTo>
                  <a:pt x="3291272" y="1455973"/>
                  <a:pt x="3299078" y="1451454"/>
                  <a:pt x="3308938" y="1448168"/>
                </a:cubicBezTo>
                <a:lnTo>
                  <a:pt x="3320030" y="1445703"/>
                </a:lnTo>
                <a:cubicBezTo>
                  <a:pt x="3323316" y="1444881"/>
                  <a:pt x="3326603" y="1444470"/>
                  <a:pt x="3329890" y="1444470"/>
                </a:cubicBezTo>
                <a:lnTo>
                  <a:pt x="3333587" y="1444470"/>
                </a:lnTo>
                <a:lnTo>
                  <a:pt x="3333587" y="1445703"/>
                </a:lnTo>
                <a:cubicBezTo>
                  <a:pt x="3335230" y="1445703"/>
                  <a:pt x="3336052" y="1446524"/>
                  <a:pt x="3336052" y="1448168"/>
                </a:cubicBezTo>
                <a:lnTo>
                  <a:pt x="3337285" y="1448168"/>
                </a:lnTo>
                <a:lnTo>
                  <a:pt x="3338517" y="1449400"/>
                </a:lnTo>
                <a:cubicBezTo>
                  <a:pt x="3340160" y="1450222"/>
                  <a:pt x="3341393" y="1451043"/>
                  <a:pt x="3342215" y="1451865"/>
                </a:cubicBezTo>
                <a:cubicBezTo>
                  <a:pt x="3342214" y="1451043"/>
                  <a:pt x="3341393" y="1449400"/>
                  <a:pt x="3339750" y="1446935"/>
                </a:cubicBezTo>
                <a:cubicBezTo>
                  <a:pt x="3338106" y="1445292"/>
                  <a:pt x="3336052" y="1444470"/>
                  <a:pt x="3333587" y="1444470"/>
                </a:cubicBezTo>
                <a:cubicBezTo>
                  <a:pt x="3331122" y="1442005"/>
                  <a:pt x="3327425" y="1440773"/>
                  <a:pt x="3322495" y="1440773"/>
                </a:cubicBezTo>
                <a:close/>
                <a:moveTo>
                  <a:pt x="1057471" y="1434610"/>
                </a:moveTo>
                <a:cubicBezTo>
                  <a:pt x="1055827" y="1434610"/>
                  <a:pt x="1053773" y="1435432"/>
                  <a:pt x="1051308" y="1437075"/>
                </a:cubicBezTo>
                <a:lnTo>
                  <a:pt x="1046378" y="1440773"/>
                </a:lnTo>
                <a:lnTo>
                  <a:pt x="1037751" y="1440773"/>
                </a:lnTo>
                <a:lnTo>
                  <a:pt x="1037751" y="1541836"/>
                </a:lnTo>
                <a:cubicBezTo>
                  <a:pt x="1035286" y="1571416"/>
                  <a:pt x="1034053" y="1606336"/>
                  <a:pt x="1034053" y="1646597"/>
                </a:cubicBezTo>
                <a:cubicBezTo>
                  <a:pt x="1040627" y="1644954"/>
                  <a:pt x="1048843" y="1644132"/>
                  <a:pt x="1058703" y="1644132"/>
                </a:cubicBezTo>
                <a:lnTo>
                  <a:pt x="1058703" y="1628110"/>
                </a:lnTo>
                <a:lnTo>
                  <a:pt x="1062401" y="1628110"/>
                </a:lnTo>
                <a:cubicBezTo>
                  <a:pt x="1065687" y="1628110"/>
                  <a:pt x="1067330" y="1629343"/>
                  <a:pt x="1067330" y="1631808"/>
                </a:cubicBezTo>
                <a:lnTo>
                  <a:pt x="1066098" y="1637970"/>
                </a:lnTo>
                <a:lnTo>
                  <a:pt x="1066098" y="1645365"/>
                </a:lnTo>
                <a:lnTo>
                  <a:pt x="1069795" y="1645365"/>
                </a:lnTo>
                <a:cubicBezTo>
                  <a:pt x="1070617" y="1644543"/>
                  <a:pt x="1071028" y="1642900"/>
                  <a:pt x="1071028" y="1640435"/>
                </a:cubicBezTo>
                <a:lnTo>
                  <a:pt x="1071028" y="1634273"/>
                </a:lnTo>
                <a:cubicBezTo>
                  <a:pt x="1071028" y="1628521"/>
                  <a:pt x="1071850" y="1624824"/>
                  <a:pt x="1073493" y="1623180"/>
                </a:cubicBezTo>
                <a:cubicBezTo>
                  <a:pt x="1072671" y="1622359"/>
                  <a:pt x="1071850" y="1621948"/>
                  <a:pt x="1071028" y="1621948"/>
                </a:cubicBezTo>
                <a:cubicBezTo>
                  <a:pt x="1070206" y="1621948"/>
                  <a:pt x="1068974" y="1622359"/>
                  <a:pt x="1067330" y="1623180"/>
                </a:cubicBezTo>
                <a:lnTo>
                  <a:pt x="1063633" y="1625645"/>
                </a:lnTo>
                <a:lnTo>
                  <a:pt x="1057471" y="1625645"/>
                </a:lnTo>
                <a:lnTo>
                  <a:pt x="1058703" y="1607158"/>
                </a:lnTo>
                <a:lnTo>
                  <a:pt x="1058703" y="1587438"/>
                </a:lnTo>
                <a:cubicBezTo>
                  <a:pt x="1058703" y="1571005"/>
                  <a:pt x="1059114" y="1558269"/>
                  <a:pt x="1059936" y="1549231"/>
                </a:cubicBezTo>
                <a:cubicBezTo>
                  <a:pt x="1060757" y="1547588"/>
                  <a:pt x="1061990" y="1546766"/>
                  <a:pt x="1063633" y="1546766"/>
                </a:cubicBezTo>
                <a:lnTo>
                  <a:pt x="1069795" y="1546766"/>
                </a:lnTo>
                <a:cubicBezTo>
                  <a:pt x="1071439" y="1547588"/>
                  <a:pt x="1072671" y="1547999"/>
                  <a:pt x="1073493" y="1547999"/>
                </a:cubicBezTo>
                <a:cubicBezTo>
                  <a:pt x="1075136" y="1547999"/>
                  <a:pt x="1076369" y="1546766"/>
                  <a:pt x="1077190" y="1544301"/>
                </a:cubicBezTo>
                <a:cubicBezTo>
                  <a:pt x="1076369" y="1541015"/>
                  <a:pt x="1075136" y="1539371"/>
                  <a:pt x="1073493" y="1539371"/>
                </a:cubicBezTo>
                <a:cubicBezTo>
                  <a:pt x="1071850" y="1539371"/>
                  <a:pt x="1070206" y="1539782"/>
                  <a:pt x="1068563" y="1540604"/>
                </a:cubicBezTo>
                <a:lnTo>
                  <a:pt x="1066098" y="1543069"/>
                </a:lnTo>
                <a:lnTo>
                  <a:pt x="1063633" y="1544301"/>
                </a:lnTo>
                <a:lnTo>
                  <a:pt x="1062401" y="1544301"/>
                </a:lnTo>
                <a:cubicBezTo>
                  <a:pt x="1060757" y="1544301"/>
                  <a:pt x="1059525" y="1543480"/>
                  <a:pt x="1058703" y="1541836"/>
                </a:cubicBezTo>
                <a:lnTo>
                  <a:pt x="1061168" y="1488840"/>
                </a:lnTo>
                <a:lnTo>
                  <a:pt x="1063633" y="1437075"/>
                </a:lnTo>
                <a:cubicBezTo>
                  <a:pt x="1061990" y="1435432"/>
                  <a:pt x="1059935" y="1434610"/>
                  <a:pt x="1057471" y="1434610"/>
                </a:cubicBezTo>
                <a:close/>
                <a:moveTo>
                  <a:pt x="4533765" y="1432145"/>
                </a:moveTo>
                <a:cubicBezTo>
                  <a:pt x="4540338" y="1432145"/>
                  <a:pt x="4546912" y="1432967"/>
                  <a:pt x="4553485" y="1434610"/>
                </a:cubicBezTo>
                <a:cubicBezTo>
                  <a:pt x="4570740" y="1437897"/>
                  <a:pt x="4585529" y="1445292"/>
                  <a:pt x="4597854" y="1456795"/>
                </a:cubicBezTo>
                <a:cubicBezTo>
                  <a:pt x="4610179" y="1467477"/>
                  <a:pt x="4619628" y="1481034"/>
                  <a:pt x="4626202" y="1497467"/>
                </a:cubicBezTo>
                <a:lnTo>
                  <a:pt x="4629899" y="1503629"/>
                </a:lnTo>
                <a:cubicBezTo>
                  <a:pt x="4631542" y="1505273"/>
                  <a:pt x="4632774" y="1506916"/>
                  <a:pt x="4633596" y="1508559"/>
                </a:cubicBezTo>
                <a:cubicBezTo>
                  <a:pt x="4634418" y="1510203"/>
                  <a:pt x="4635650" y="1511846"/>
                  <a:pt x="4637294" y="1513489"/>
                </a:cubicBezTo>
                <a:cubicBezTo>
                  <a:pt x="4638937" y="1516776"/>
                  <a:pt x="4639758" y="1520473"/>
                  <a:pt x="4639758" y="1524582"/>
                </a:cubicBezTo>
                <a:lnTo>
                  <a:pt x="4639758" y="1540604"/>
                </a:lnTo>
                <a:cubicBezTo>
                  <a:pt x="4646332" y="1529101"/>
                  <a:pt x="4651262" y="1519652"/>
                  <a:pt x="4654548" y="1512257"/>
                </a:cubicBezTo>
                <a:lnTo>
                  <a:pt x="4655781" y="1506094"/>
                </a:lnTo>
                <a:cubicBezTo>
                  <a:pt x="4668106" y="1497878"/>
                  <a:pt x="4676733" y="1486785"/>
                  <a:pt x="4681663" y="1472817"/>
                </a:cubicBezTo>
                <a:lnTo>
                  <a:pt x="4685360" y="1472817"/>
                </a:lnTo>
                <a:lnTo>
                  <a:pt x="4685360" y="1470352"/>
                </a:lnTo>
                <a:cubicBezTo>
                  <a:pt x="4687004" y="1464601"/>
                  <a:pt x="4691112" y="1461725"/>
                  <a:pt x="4697686" y="1461725"/>
                </a:cubicBezTo>
                <a:lnTo>
                  <a:pt x="4700150" y="1461725"/>
                </a:lnTo>
                <a:cubicBezTo>
                  <a:pt x="4705902" y="1461725"/>
                  <a:pt x="4711242" y="1463779"/>
                  <a:pt x="4716172" y="1467887"/>
                </a:cubicBezTo>
                <a:lnTo>
                  <a:pt x="4719870" y="1472817"/>
                </a:lnTo>
                <a:lnTo>
                  <a:pt x="4728498" y="1472817"/>
                </a:lnTo>
                <a:cubicBezTo>
                  <a:pt x="4740000" y="1481034"/>
                  <a:pt x="4753968" y="1488429"/>
                  <a:pt x="4770402" y="1495002"/>
                </a:cubicBezTo>
                <a:cubicBezTo>
                  <a:pt x="4781083" y="1499110"/>
                  <a:pt x="4786424" y="1504862"/>
                  <a:pt x="4786424" y="1512257"/>
                </a:cubicBezTo>
                <a:cubicBezTo>
                  <a:pt x="4786424" y="1513900"/>
                  <a:pt x="4786013" y="1515954"/>
                  <a:pt x="4785192" y="1518419"/>
                </a:cubicBezTo>
                <a:lnTo>
                  <a:pt x="4781494" y="1523349"/>
                </a:lnTo>
                <a:cubicBezTo>
                  <a:pt x="4784780" y="1526636"/>
                  <a:pt x="4786835" y="1529922"/>
                  <a:pt x="4787656" y="1533209"/>
                </a:cubicBezTo>
                <a:cubicBezTo>
                  <a:pt x="4788478" y="1536496"/>
                  <a:pt x="4788889" y="1540193"/>
                  <a:pt x="4788889" y="1544301"/>
                </a:cubicBezTo>
                <a:cubicBezTo>
                  <a:pt x="4788889" y="1559091"/>
                  <a:pt x="4784370" y="1571827"/>
                  <a:pt x="4775332" y="1582508"/>
                </a:cubicBezTo>
                <a:cubicBezTo>
                  <a:pt x="4774510" y="1583330"/>
                  <a:pt x="4774100" y="1584562"/>
                  <a:pt x="4774100" y="1586206"/>
                </a:cubicBezTo>
                <a:lnTo>
                  <a:pt x="4774100" y="1592368"/>
                </a:lnTo>
                <a:lnTo>
                  <a:pt x="4772867" y="1594833"/>
                </a:lnTo>
                <a:lnTo>
                  <a:pt x="4772867" y="1596066"/>
                </a:lnTo>
                <a:cubicBezTo>
                  <a:pt x="4772866" y="1596887"/>
                  <a:pt x="4773688" y="1597709"/>
                  <a:pt x="4775332" y="1598531"/>
                </a:cubicBezTo>
                <a:cubicBezTo>
                  <a:pt x="4769580" y="1605104"/>
                  <a:pt x="4764240" y="1612910"/>
                  <a:pt x="4759310" y="1621948"/>
                </a:cubicBezTo>
                <a:lnTo>
                  <a:pt x="4748217" y="1644132"/>
                </a:lnTo>
                <a:cubicBezTo>
                  <a:pt x="4740000" y="1663031"/>
                  <a:pt x="4731373" y="1677409"/>
                  <a:pt x="4722335" y="1687269"/>
                </a:cubicBezTo>
                <a:cubicBezTo>
                  <a:pt x="4721514" y="1688091"/>
                  <a:pt x="4721102" y="1689323"/>
                  <a:pt x="4721102" y="1690967"/>
                </a:cubicBezTo>
                <a:cubicBezTo>
                  <a:pt x="4721102" y="1698362"/>
                  <a:pt x="4719870" y="1704935"/>
                  <a:pt x="4717405" y="1710686"/>
                </a:cubicBezTo>
                <a:cubicBezTo>
                  <a:pt x="4714118" y="1717260"/>
                  <a:pt x="4709599" y="1722190"/>
                  <a:pt x="4703848" y="1725476"/>
                </a:cubicBezTo>
                <a:cubicBezTo>
                  <a:pt x="4700561" y="1727120"/>
                  <a:pt x="4698918" y="1729585"/>
                  <a:pt x="4698918" y="1732871"/>
                </a:cubicBezTo>
                <a:cubicBezTo>
                  <a:pt x="4699740" y="1736158"/>
                  <a:pt x="4700150" y="1739034"/>
                  <a:pt x="4700150" y="1741498"/>
                </a:cubicBezTo>
                <a:cubicBezTo>
                  <a:pt x="4700150" y="1746428"/>
                  <a:pt x="4699328" y="1750947"/>
                  <a:pt x="4697686" y="1755056"/>
                </a:cubicBezTo>
                <a:cubicBezTo>
                  <a:pt x="4696864" y="1759164"/>
                  <a:pt x="4693988" y="1764916"/>
                  <a:pt x="4689058" y="1772311"/>
                </a:cubicBezTo>
                <a:cubicBezTo>
                  <a:pt x="4682484" y="1784635"/>
                  <a:pt x="4679198" y="1794906"/>
                  <a:pt x="4679198" y="1803123"/>
                </a:cubicBezTo>
                <a:lnTo>
                  <a:pt x="4679198" y="1809285"/>
                </a:lnTo>
                <a:cubicBezTo>
                  <a:pt x="4679198" y="1810928"/>
                  <a:pt x="4678376" y="1812572"/>
                  <a:pt x="4676733" y="1814215"/>
                </a:cubicBezTo>
                <a:cubicBezTo>
                  <a:pt x="4672625" y="1818323"/>
                  <a:pt x="4669749" y="1824896"/>
                  <a:pt x="4668106" y="1833935"/>
                </a:cubicBezTo>
                <a:lnTo>
                  <a:pt x="4665641" y="1845027"/>
                </a:lnTo>
                <a:cubicBezTo>
                  <a:pt x="4664819" y="1849135"/>
                  <a:pt x="4663586" y="1852422"/>
                  <a:pt x="4661944" y="1854887"/>
                </a:cubicBezTo>
                <a:cubicBezTo>
                  <a:pt x="4663586" y="1857352"/>
                  <a:pt x="4666462" y="1858584"/>
                  <a:pt x="4670571" y="1858584"/>
                </a:cubicBezTo>
                <a:lnTo>
                  <a:pt x="4668106" y="1861049"/>
                </a:lnTo>
                <a:lnTo>
                  <a:pt x="4665641" y="1862282"/>
                </a:lnTo>
                <a:cubicBezTo>
                  <a:pt x="4662354" y="1863925"/>
                  <a:pt x="4660710" y="1865568"/>
                  <a:pt x="4660711" y="1867212"/>
                </a:cubicBezTo>
                <a:lnTo>
                  <a:pt x="4660711" y="1869677"/>
                </a:lnTo>
                <a:cubicBezTo>
                  <a:pt x="4661532" y="1872963"/>
                  <a:pt x="4661943" y="1876250"/>
                  <a:pt x="4661944" y="1879537"/>
                </a:cubicBezTo>
                <a:lnTo>
                  <a:pt x="4660711" y="1884467"/>
                </a:lnTo>
                <a:lnTo>
                  <a:pt x="4660711" y="1886931"/>
                </a:lnTo>
                <a:lnTo>
                  <a:pt x="4657014" y="1890629"/>
                </a:lnTo>
                <a:lnTo>
                  <a:pt x="4655781" y="1894326"/>
                </a:lnTo>
                <a:lnTo>
                  <a:pt x="4655781" y="1895559"/>
                </a:lnTo>
                <a:cubicBezTo>
                  <a:pt x="4658246" y="1898024"/>
                  <a:pt x="4659889" y="1904186"/>
                  <a:pt x="4660711" y="1914046"/>
                </a:cubicBezTo>
                <a:cubicBezTo>
                  <a:pt x="4660710" y="1918976"/>
                  <a:pt x="4661943" y="1922673"/>
                  <a:pt x="4664408" y="1925138"/>
                </a:cubicBezTo>
                <a:cubicBezTo>
                  <a:pt x="4666052" y="1925960"/>
                  <a:pt x="4667695" y="1926371"/>
                  <a:pt x="4669338" y="1926371"/>
                </a:cubicBezTo>
                <a:cubicBezTo>
                  <a:pt x="4670982" y="1926371"/>
                  <a:pt x="4672624" y="1925960"/>
                  <a:pt x="4674268" y="1925138"/>
                </a:cubicBezTo>
                <a:lnTo>
                  <a:pt x="4674268" y="1923906"/>
                </a:lnTo>
                <a:cubicBezTo>
                  <a:pt x="4675090" y="1923906"/>
                  <a:pt x="4675500" y="1924317"/>
                  <a:pt x="4675500" y="1925138"/>
                </a:cubicBezTo>
                <a:lnTo>
                  <a:pt x="4677966" y="1930068"/>
                </a:lnTo>
                <a:cubicBezTo>
                  <a:pt x="4678787" y="1931712"/>
                  <a:pt x="4680020" y="1932533"/>
                  <a:pt x="4681663" y="1932533"/>
                </a:cubicBezTo>
                <a:lnTo>
                  <a:pt x="4682896" y="1932533"/>
                </a:lnTo>
                <a:cubicBezTo>
                  <a:pt x="4685360" y="1932533"/>
                  <a:pt x="4687004" y="1929658"/>
                  <a:pt x="4687826" y="1923906"/>
                </a:cubicBezTo>
                <a:cubicBezTo>
                  <a:pt x="4687826" y="1920619"/>
                  <a:pt x="4688236" y="1918976"/>
                  <a:pt x="4689058" y="1918976"/>
                </a:cubicBezTo>
                <a:cubicBezTo>
                  <a:pt x="4690701" y="1919798"/>
                  <a:pt x="4691934" y="1920209"/>
                  <a:pt x="4692756" y="1920209"/>
                </a:cubicBezTo>
                <a:cubicBezTo>
                  <a:pt x="4693577" y="1920209"/>
                  <a:pt x="4694398" y="1919798"/>
                  <a:pt x="4695220" y="1918976"/>
                </a:cubicBezTo>
                <a:lnTo>
                  <a:pt x="4698918" y="1915279"/>
                </a:lnTo>
                <a:lnTo>
                  <a:pt x="4701383" y="1911581"/>
                </a:lnTo>
                <a:cubicBezTo>
                  <a:pt x="4703026" y="1908294"/>
                  <a:pt x="4704670" y="1906240"/>
                  <a:pt x="4706313" y="1905419"/>
                </a:cubicBezTo>
                <a:cubicBezTo>
                  <a:pt x="4711242" y="1900489"/>
                  <a:pt x="4715762" y="1896791"/>
                  <a:pt x="4719870" y="1894326"/>
                </a:cubicBezTo>
                <a:lnTo>
                  <a:pt x="4721102" y="1893094"/>
                </a:lnTo>
                <a:cubicBezTo>
                  <a:pt x="4721102" y="1892272"/>
                  <a:pt x="4720692" y="1891451"/>
                  <a:pt x="4719870" y="1890629"/>
                </a:cubicBezTo>
                <a:lnTo>
                  <a:pt x="4718638" y="1888164"/>
                </a:lnTo>
                <a:lnTo>
                  <a:pt x="4718638" y="1884467"/>
                </a:lnTo>
                <a:cubicBezTo>
                  <a:pt x="4727676" y="1878715"/>
                  <a:pt x="4738768" y="1868033"/>
                  <a:pt x="4751914" y="1852422"/>
                </a:cubicBezTo>
                <a:lnTo>
                  <a:pt x="4766704" y="1835167"/>
                </a:lnTo>
                <a:cubicBezTo>
                  <a:pt x="4773278" y="1828594"/>
                  <a:pt x="4779029" y="1823253"/>
                  <a:pt x="4783959" y="1819145"/>
                </a:cubicBezTo>
                <a:cubicBezTo>
                  <a:pt x="4785602" y="1817502"/>
                  <a:pt x="4786424" y="1815858"/>
                  <a:pt x="4786424" y="1814215"/>
                </a:cubicBezTo>
                <a:cubicBezTo>
                  <a:pt x="4787246" y="1810107"/>
                  <a:pt x="4788478" y="1805998"/>
                  <a:pt x="4790122" y="1801890"/>
                </a:cubicBezTo>
                <a:lnTo>
                  <a:pt x="4798748" y="1793263"/>
                </a:lnTo>
                <a:cubicBezTo>
                  <a:pt x="4806144" y="1785046"/>
                  <a:pt x="4809841" y="1777651"/>
                  <a:pt x="4809841" y="1771078"/>
                </a:cubicBezTo>
                <a:lnTo>
                  <a:pt x="4813538" y="1771078"/>
                </a:lnTo>
                <a:lnTo>
                  <a:pt x="4816004" y="1769846"/>
                </a:lnTo>
                <a:cubicBezTo>
                  <a:pt x="4817647" y="1769024"/>
                  <a:pt x="4818880" y="1768613"/>
                  <a:pt x="4819701" y="1768613"/>
                </a:cubicBezTo>
                <a:cubicBezTo>
                  <a:pt x="4820522" y="1768613"/>
                  <a:pt x="4820934" y="1769024"/>
                  <a:pt x="4820934" y="1769846"/>
                </a:cubicBezTo>
                <a:cubicBezTo>
                  <a:pt x="4824220" y="1759986"/>
                  <a:pt x="4831616" y="1748483"/>
                  <a:pt x="4843118" y="1735336"/>
                </a:cubicBezTo>
                <a:lnTo>
                  <a:pt x="4856676" y="1719314"/>
                </a:lnTo>
                <a:cubicBezTo>
                  <a:pt x="4861606" y="1713562"/>
                  <a:pt x="4864892" y="1707811"/>
                  <a:pt x="4866536" y="1702059"/>
                </a:cubicBezTo>
                <a:cubicBezTo>
                  <a:pt x="4867356" y="1700416"/>
                  <a:pt x="4868589" y="1699183"/>
                  <a:pt x="4870232" y="1698362"/>
                </a:cubicBezTo>
                <a:cubicBezTo>
                  <a:pt x="4874341" y="1696718"/>
                  <a:pt x="4878449" y="1693432"/>
                  <a:pt x="4882558" y="1688502"/>
                </a:cubicBezTo>
                <a:lnTo>
                  <a:pt x="4892418" y="1676177"/>
                </a:lnTo>
                <a:cubicBezTo>
                  <a:pt x="4900634" y="1664674"/>
                  <a:pt x="4908439" y="1657690"/>
                  <a:pt x="4915834" y="1655225"/>
                </a:cubicBezTo>
                <a:lnTo>
                  <a:pt x="4914602" y="1653992"/>
                </a:lnTo>
                <a:lnTo>
                  <a:pt x="4913370" y="1652760"/>
                </a:lnTo>
                <a:cubicBezTo>
                  <a:pt x="4911726" y="1652760"/>
                  <a:pt x="4910904" y="1652349"/>
                  <a:pt x="4910904" y="1651527"/>
                </a:cubicBezTo>
                <a:cubicBezTo>
                  <a:pt x="4913370" y="1646597"/>
                  <a:pt x="4916245" y="1642078"/>
                  <a:pt x="4919532" y="1637970"/>
                </a:cubicBezTo>
                <a:lnTo>
                  <a:pt x="4928160" y="1626878"/>
                </a:lnTo>
                <a:cubicBezTo>
                  <a:pt x="4934732" y="1618661"/>
                  <a:pt x="4939662" y="1610034"/>
                  <a:pt x="4942949" y="1600996"/>
                </a:cubicBezTo>
                <a:lnTo>
                  <a:pt x="4939252" y="1600996"/>
                </a:lnTo>
                <a:cubicBezTo>
                  <a:pt x="4941716" y="1598531"/>
                  <a:pt x="4943360" y="1595655"/>
                  <a:pt x="4944182" y="1592368"/>
                </a:cubicBezTo>
                <a:lnTo>
                  <a:pt x="4946646" y="1594833"/>
                </a:lnTo>
                <a:cubicBezTo>
                  <a:pt x="4946646" y="1594011"/>
                  <a:pt x="4947468" y="1593601"/>
                  <a:pt x="4949112" y="1593601"/>
                </a:cubicBezTo>
                <a:lnTo>
                  <a:pt x="4951576" y="1592368"/>
                </a:lnTo>
                <a:cubicBezTo>
                  <a:pt x="4953220" y="1591547"/>
                  <a:pt x="4954041" y="1590314"/>
                  <a:pt x="4954042" y="1588671"/>
                </a:cubicBezTo>
                <a:cubicBezTo>
                  <a:pt x="4954041" y="1587027"/>
                  <a:pt x="4953220" y="1585384"/>
                  <a:pt x="4951576" y="1583741"/>
                </a:cubicBezTo>
                <a:lnTo>
                  <a:pt x="4949112" y="1586206"/>
                </a:lnTo>
                <a:lnTo>
                  <a:pt x="4946646" y="1588671"/>
                </a:lnTo>
                <a:lnTo>
                  <a:pt x="4946646" y="1586206"/>
                </a:lnTo>
                <a:lnTo>
                  <a:pt x="4955274" y="1572648"/>
                </a:lnTo>
                <a:lnTo>
                  <a:pt x="4963902" y="1557859"/>
                </a:lnTo>
                <a:lnTo>
                  <a:pt x="4966366" y="1552929"/>
                </a:lnTo>
                <a:cubicBezTo>
                  <a:pt x="4977048" y="1548820"/>
                  <a:pt x="4986086" y="1541015"/>
                  <a:pt x="4993481" y="1529511"/>
                </a:cubicBezTo>
                <a:lnTo>
                  <a:pt x="4997178" y="1529511"/>
                </a:lnTo>
                <a:lnTo>
                  <a:pt x="4998411" y="1528279"/>
                </a:lnTo>
                <a:cubicBezTo>
                  <a:pt x="5000876" y="1523349"/>
                  <a:pt x="5004984" y="1520884"/>
                  <a:pt x="5010736" y="1520884"/>
                </a:cubicBezTo>
                <a:lnTo>
                  <a:pt x="5013200" y="1520884"/>
                </a:lnTo>
                <a:cubicBezTo>
                  <a:pt x="5019774" y="1522527"/>
                  <a:pt x="5024704" y="1526636"/>
                  <a:pt x="5027990" y="1533209"/>
                </a:cubicBezTo>
                <a:lnTo>
                  <a:pt x="5030456" y="1539371"/>
                </a:lnTo>
                <a:lnTo>
                  <a:pt x="5034153" y="1540604"/>
                </a:lnTo>
                <a:lnTo>
                  <a:pt x="5039083" y="1543069"/>
                </a:lnTo>
                <a:cubicBezTo>
                  <a:pt x="5049764" y="1566897"/>
                  <a:pt x="5055105" y="1587027"/>
                  <a:pt x="5055105" y="1603460"/>
                </a:cubicBezTo>
                <a:cubicBezTo>
                  <a:pt x="5055105" y="1607569"/>
                  <a:pt x="5054694" y="1611677"/>
                  <a:pt x="5053872" y="1615785"/>
                </a:cubicBezTo>
                <a:cubicBezTo>
                  <a:pt x="5054694" y="1619072"/>
                  <a:pt x="5055105" y="1621537"/>
                  <a:pt x="5055105" y="1623180"/>
                </a:cubicBezTo>
                <a:lnTo>
                  <a:pt x="5055105" y="1625645"/>
                </a:lnTo>
                <a:lnTo>
                  <a:pt x="5051408" y="1628110"/>
                </a:lnTo>
                <a:lnTo>
                  <a:pt x="5048942" y="1630575"/>
                </a:lnTo>
                <a:cubicBezTo>
                  <a:pt x="5044012" y="1640435"/>
                  <a:pt x="5037850" y="1649884"/>
                  <a:pt x="5030456" y="1658922"/>
                </a:cubicBezTo>
                <a:lnTo>
                  <a:pt x="5011968" y="1684804"/>
                </a:lnTo>
                <a:cubicBezTo>
                  <a:pt x="4995535" y="1705346"/>
                  <a:pt x="4985264" y="1722601"/>
                  <a:pt x="4981156" y="1736569"/>
                </a:cubicBezTo>
                <a:lnTo>
                  <a:pt x="4979924" y="1739034"/>
                </a:lnTo>
                <a:cubicBezTo>
                  <a:pt x="4961026" y="1757932"/>
                  <a:pt x="4940484" y="1781349"/>
                  <a:pt x="4918300" y="1809285"/>
                </a:cubicBezTo>
                <a:lnTo>
                  <a:pt x="4888720" y="1846260"/>
                </a:lnTo>
                <a:lnTo>
                  <a:pt x="4859140" y="1884467"/>
                </a:lnTo>
                <a:cubicBezTo>
                  <a:pt x="4835312" y="1915689"/>
                  <a:pt x="4815182" y="1940339"/>
                  <a:pt x="4798748" y="1958415"/>
                </a:cubicBezTo>
                <a:lnTo>
                  <a:pt x="4780262" y="1978135"/>
                </a:lnTo>
                <a:lnTo>
                  <a:pt x="4765472" y="1995390"/>
                </a:lnTo>
                <a:lnTo>
                  <a:pt x="4750682" y="2011412"/>
                </a:lnTo>
                <a:lnTo>
                  <a:pt x="4743288" y="2018807"/>
                </a:lnTo>
                <a:lnTo>
                  <a:pt x="4735892" y="2024969"/>
                </a:lnTo>
                <a:lnTo>
                  <a:pt x="4728498" y="2029899"/>
                </a:lnTo>
                <a:lnTo>
                  <a:pt x="4721102" y="2034829"/>
                </a:lnTo>
                <a:cubicBezTo>
                  <a:pt x="4707956" y="2041403"/>
                  <a:pt x="4698096" y="2044689"/>
                  <a:pt x="4691523" y="2044689"/>
                </a:cubicBezTo>
                <a:lnTo>
                  <a:pt x="4687826" y="2045922"/>
                </a:lnTo>
                <a:cubicBezTo>
                  <a:pt x="4675500" y="2050030"/>
                  <a:pt x="4663998" y="2052084"/>
                  <a:pt x="4653316" y="2052084"/>
                </a:cubicBezTo>
                <a:cubicBezTo>
                  <a:pt x="4641812" y="2052084"/>
                  <a:pt x="4631131" y="2050030"/>
                  <a:pt x="4621272" y="2045922"/>
                </a:cubicBezTo>
                <a:cubicBezTo>
                  <a:pt x="4599908" y="2036884"/>
                  <a:pt x="4583475" y="2021683"/>
                  <a:pt x="4571972" y="2000320"/>
                </a:cubicBezTo>
                <a:cubicBezTo>
                  <a:pt x="4561290" y="1981422"/>
                  <a:pt x="4555128" y="1956772"/>
                  <a:pt x="4553485" y="1926371"/>
                </a:cubicBezTo>
                <a:lnTo>
                  <a:pt x="4552252" y="1905419"/>
                </a:lnTo>
                <a:lnTo>
                  <a:pt x="4553485" y="1884467"/>
                </a:lnTo>
                <a:lnTo>
                  <a:pt x="4554718" y="1854887"/>
                </a:lnTo>
                <a:lnTo>
                  <a:pt x="4555950" y="1852422"/>
                </a:lnTo>
                <a:cubicBezTo>
                  <a:pt x="4558415" y="1845849"/>
                  <a:pt x="4560469" y="1838865"/>
                  <a:pt x="4562112" y="1831470"/>
                </a:cubicBezTo>
                <a:cubicBezTo>
                  <a:pt x="4535820" y="1862693"/>
                  <a:pt x="4512813" y="1888575"/>
                  <a:pt x="4493093" y="1909116"/>
                </a:cubicBezTo>
                <a:cubicBezTo>
                  <a:pt x="4457762" y="1946091"/>
                  <a:pt x="4426539" y="1975670"/>
                  <a:pt x="4399424" y="1997855"/>
                </a:cubicBezTo>
                <a:lnTo>
                  <a:pt x="4389564" y="2005250"/>
                </a:lnTo>
                <a:lnTo>
                  <a:pt x="4378472" y="2012645"/>
                </a:lnTo>
                <a:lnTo>
                  <a:pt x="4355055" y="2028667"/>
                </a:lnTo>
                <a:cubicBezTo>
                  <a:pt x="4337800" y="2038527"/>
                  <a:pt x="4321367" y="2044689"/>
                  <a:pt x="4305756" y="2047154"/>
                </a:cubicBezTo>
                <a:cubicBezTo>
                  <a:pt x="4298360" y="2048798"/>
                  <a:pt x="4291377" y="2049619"/>
                  <a:pt x="4284804" y="2049619"/>
                </a:cubicBezTo>
                <a:cubicBezTo>
                  <a:pt x="4275766" y="2049619"/>
                  <a:pt x="4267549" y="2048387"/>
                  <a:pt x="4260154" y="2045922"/>
                </a:cubicBezTo>
                <a:cubicBezTo>
                  <a:pt x="4251938" y="2043457"/>
                  <a:pt x="4244953" y="2040170"/>
                  <a:pt x="4239202" y="2036062"/>
                </a:cubicBezTo>
                <a:lnTo>
                  <a:pt x="4234272" y="2032364"/>
                </a:lnTo>
                <a:lnTo>
                  <a:pt x="4230574" y="2028667"/>
                </a:lnTo>
                <a:lnTo>
                  <a:pt x="4221947" y="2020039"/>
                </a:lnTo>
                <a:cubicBezTo>
                  <a:pt x="4212909" y="2008536"/>
                  <a:pt x="4205924" y="1997444"/>
                  <a:pt x="4200995" y="1986763"/>
                </a:cubicBezTo>
                <a:lnTo>
                  <a:pt x="4198530" y="1983065"/>
                </a:lnTo>
                <a:cubicBezTo>
                  <a:pt x="4185383" y="1961702"/>
                  <a:pt x="4178810" y="1936642"/>
                  <a:pt x="4178810" y="1907884"/>
                </a:cubicBezTo>
                <a:cubicBezTo>
                  <a:pt x="4178810" y="1899667"/>
                  <a:pt x="4179221" y="1891040"/>
                  <a:pt x="4180042" y="1882002"/>
                </a:cubicBezTo>
                <a:lnTo>
                  <a:pt x="4181275" y="1874607"/>
                </a:lnTo>
                <a:lnTo>
                  <a:pt x="4182508" y="1869677"/>
                </a:lnTo>
                <a:lnTo>
                  <a:pt x="4183740" y="1861049"/>
                </a:lnTo>
                <a:lnTo>
                  <a:pt x="4188670" y="1842562"/>
                </a:lnTo>
                <a:lnTo>
                  <a:pt x="4193600" y="1825307"/>
                </a:lnTo>
                <a:cubicBezTo>
                  <a:pt x="4196065" y="1818734"/>
                  <a:pt x="4198119" y="1813393"/>
                  <a:pt x="4199762" y="1809285"/>
                </a:cubicBezTo>
                <a:lnTo>
                  <a:pt x="4224412" y="1751358"/>
                </a:lnTo>
                <a:lnTo>
                  <a:pt x="4250294" y="1692199"/>
                </a:lnTo>
                <a:lnTo>
                  <a:pt x="4252759" y="1689734"/>
                </a:lnTo>
                <a:cubicBezTo>
                  <a:pt x="4259332" y="1682339"/>
                  <a:pt x="4265084" y="1673712"/>
                  <a:pt x="4270014" y="1663852"/>
                </a:cubicBezTo>
                <a:lnTo>
                  <a:pt x="4277408" y="1651527"/>
                </a:lnTo>
                <a:lnTo>
                  <a:pt x="4283571" y="1637970"/>
                </a:lnTo>
                <a:cubicBezTo>
                  <a:pt x="4295074" y="1615785"/>
                  <a:pt x="4307399" y="1600174"/>
                  <a:pt x="4320546" y="1591136"/>
                </a:cubicBezTo>
                <a:lnTo>
                  <a:pt x="4324243" y="1587438"/>
                </a:lnTo>
                <a:cubicBezTo>
                  <a:pt x="4337390" y="1566075"/>
                  <a:pt x="4353412" y="1545945"/>
                  <a:pt x="4372310" y="1527047"/>
                </a:cubicBezTo>
                <a:cubicBezTo>
                  <a:pt x="4379704" y="1518830"/>
                  <a:pt x="4389154" y="1509381"/>
                  <a:pt x="4400657" y="1498699"/>
                </a:cubicBezTo>
                <a:lnTo>
                  <a:pt x="4404354" y="1496234"/>
                </a:lnTo>
                <a:lnTo>
                  <a:pt x="4409284" y="1492537"/>
                </a:lnTo>
                <a:cubicBezTo>
                  <a:pt x="4412571" y="1489250"/>
                  <a:pt x="4416268" y="1485964"/>
                  <a:pt x="4420377" y="1482677"/>
                </a:cubicBezTo>
                <a:cubicBezTo>
                  <a:pt x="4431058" y="1474461"/>
                  <a:pt x="4440096" y="1468298"/>
                  <a:pt x="4447492" y="1464190"/>
                </a:cubicBezTo>
                <a:lnTo>
                  <a:pt x="4474606" y="1448168"/>
                </a:lnTo>
                <a:cubicBezTo>
                  <a:pt x="4482001" y="1444059"/>
                  <a:pt x="4491039" y="1440362"/>
                  <a:pt x="4501720" y="1437075"/>
                </a:cubicBezTo>
                <a:cubicBezTo>
                  <a:pt x="4512402" y="1433789"/>
                  <a:pt x="4523084" y="1432145"/>
                  <a:pt x="4533765" y="1432145"/>
                </a:cubicBezTo>
                <a:close/>
                <a:moveTo>
                  <a:pt x="1074725" y="1430913"/>
                </a:moveTo>
                <a:cubicBezTo>
                  <a:pt x="1073082" y="1431735"/>
                  <a:pt x="1071850" y="1433378"/>
                  <a:pt x="1071028" y="1435843"/>
                </a:cubicBezTo>
                <a:lnTo>
                  <a:pt x="1073493" y="1435843"/>
                </a:lnTo>
                <a:lnTo>
                  <a:pt x="1075958" y="1437075"/>
                </a:lnTo>
                <a:cubicBezTo>
                  <a:pt x="1076779" y="1437075"/>
                  <a:pt x="1077601" y="1436665"/>
                  <a:pt x="1078423" y="1435843"/>
                </a:cubicBezTo>
                <a:cubicBezTo>
                  <a:pt x="1078423" y="1432556"/>
                  <a:pt x="1077190" y="1430913"/>
                  <a:pt x="1074725" y="1430913"/>
                </a:cubicBezTo>
                <a:close/>
                <a:moveTo>
                  <a:pt x="1119095" y="1429680"/>
                </a:moveTo>
                <a:lnTo>
                  <a:pt x="1120327" y="1433378"/>
                </a:lnTo>
                <a:lnTo>
                  <a:pt x="1121560" y="1435843"/>
                </a:lnTo>
                <a:cubicBezTo>
                  <a:pt x="1122381" y="1439129"/>
                  <a:pt x="1123614" y="1440773"/>
                  <a:pt x="1125257" y="1440773"/>
                </a:cubicBezTo>
                <a:cubicBezTo>
                  <a:pt x="1126079" y="1439129"/>
                  <a:pt x="1126490" y="1437486"/>
                  <a:pt x="1126490" y="1435843"/>
                </a:cubicBezTo>
                <a:lnTo>
                  <a:pt x="1126490" y="1433378"/>
                </a:lnTo>
                <a:cubicBezTo>
                  <a:pt x="1124846" y="1430913"/>
                  <a:pt x="1122381" y="1429681"/>
                  <a:pt x="1119095" y="1429680"/>
                </a:cubicBezTo>
                <a:close/>
                <a:moveTo>
                  <a:pt x="3328657" y="1427215"/>
                </a:moveTo>
                <a:cubicBezTo>
                  <a:pt x="3327014" y="1427215"/>
                  <a:pt x="3326192" y="1428037"/>
                  <a:pt x="3326192" y="1429680"/>
                </a:cubicBezTo>
                <a:cubicBezTo>
                  <a:pt x="3336874" y="1430502"/>
                  <a:pt x="3346323" y="1436254"/>
                  <a:pt x="3354540" y="1446935"/>
                </a:cubicBezTo>
                <a:lnTo>
                  <a:pt x="3354540" y="1443238"/>
                </a:lnTo>
                <a:lnTo>
                  <a:pt x="3355772" y="1440773"/>
                </a:lnTo>
                <a:lnTo>
                  <a:pt x="3352074" y="1437075"/>
                </a:lnTo>
                <a:lnTo>
                  <a:pt x="3347144" y="1433378"/>
                </a:lnTo>
                <a:cubicBezTo>
                  <a:pt x="3343858" y="1430913"/>
                  <a:pt x="3340571" y="1429270"/>
                  <a:pt x="3337285" y="1428448"/>
                </a:cubicBezTo>
                <a:cubicBezTo>
                  <a:pt x="3334820" y="1427626"/>
                  <a:pt x="3332766" y="1427215"/>
                  <a:pt x="3331122" y="1427215"/>
                </a:cubicBezTo>
                <a:close/>
                <a:moveTo>
                  <a:pt x="1578778" y="1424750"/>
                </a:moveTo>
                <a:lnTo>
                  <a:pt x="1573848" y="1427215"/>
                </a:lnTo>
                <a:lnTo>
                  <a:pt x="1570151" y="1430913"/>
                </a:lnTo>
                <a:cubicBezTo>
                  <a:pt x="1566864" y="1432556"/>
                  <a:pt x="1563989" y="1435843"/>
                  <a:pt x="1561524" y="1440773"/>
                </a:cubicBezTo>
                <a:lnTo>
                  <a:pt x="1567686" y="1443238"/>
                </a:lnTo>
                <a:cubicBezTo>
                  <a:pt x="1568508" y="1441594"/>
                  <a:pt x="1569740" y="1439540"/>
                  <a:pt x="1571384" y="1437075"/>
                </a:cubicBezTo>
                <a:lnTo>
                  <a:pt x="1576313" y="1433378"/>
                </a:lnTo>
                <a:cubicBezTo>
                  <a:pt x="1578778" y="1430913"/>
                  <a:pt x="1580011" y="1428859"/>
                  <a:pt x="1580011" y="1427215"/>
                </a:cubicBezTo>
                <a:cubicBezTo>
                  <a:pt x="1580011" y="1426394"/>
                  <a:pt x="1579600" y="1425572"/>
                  <a:pt x="1578778" y="1424750"/>
                </a:cubicBezTo>
                <a:close/>
                <a:moveTo>
                  <a:pt x="4120800" y="1418588"/>
                </a:moveTo>
                <a:cubicBezTo>
                  <a:pt x="4120800" y="1421875"/>
                  <a:pt x="4119978" y="1425983"/>
                  <a:pt x="4118334" y="1430913"/>
                </a:cubicBezTo>
                <a:lnTo>
                  <a:pt x="4115870" y="1435843"/>
                </a:lnTo>
                <a:cubicBezTo>
                  <a:pt x="4115048" y="1438308"/>
                  <a:pt x="4114638" y="1440773"/>
                  <a:pt x="4114638" y="1443238"/>
                </a:cubicBezTo>
                <a:lnTo>
                  <a:pt x="4112172" y="1461725"/>
                </a:lnTo>
                <a:lnTo>
                  <a:pt x="4118334" y="1461725"/>
                </a:lnTo>
                <a:cubicBezTo>
                  <a:pt x="4119156" y="1459260"/>
                  <a:pt x="4119567" y="1457206"/>
                  <a:pt x="4119567" y="1455563"/>
                </a:cubicBezTo>
                <a:cubicBezTo>
                  <a:pt x="4119567" y="1453919"/>
                  <a:pt x="4119156" y="1452276"/>
                  <a:pt x="4118334" y="1450633"/>
                </a:cubicBezTo>
                <a:lnTo>
                  <a:pt x="4117102" y="1446935"/>
                </a:lnTo>
                <a:lnTo>
                  <a:pt x="4114638" y="1443238"/>
                </a:lnTo>
                <a:lnTo>
                  <a:pt x="4115870" y="1443238"/>
                </a:lnTo>
                <a:cubicBezTo>
                  <a:pt x="4117513" y="1443238"/>
                  <a:pt x="4118746" y="1443649"/>
                  <a:pt x="4119567" y="1444470"/>
                </a:cubicBezTo>
                <a:lnTo>
                  <a:pt x="4120800" y="1445703"/>
                </a:lnTo>
                <a:lnTo>
                  <a:pt x="4122032" y="1446935"/>
                </a:lnTo>
                <a:lnTo>
                  <a:pt x="4124497" y="1442005"/>
                </a:lnTo>
                <a:lnTo>
                  <a:pt x="4126962" y="1438308"/>
                </a:lnTo>
                <a:cubicBezTo>
                  <a:pt x="4129427" y="1435021"/>
                  <a:pt x="4131070" y="1432145"/>
                  <a:pt x="4131892" y="1429680"/>
                </a:cubicBezTo>
                <a:lnTo>
                  <a:pt x="4131892" y="1428448"/>
                </a:lnTo>
                <a:cubicBezTo>
                  <a:pt x="4131892" y="1425983"/>
                  <a:pt x="4130660" y="1423929"/>
                  <a:pt x="4128194" y="1422285"/>
                </a:cubicBezTo>
                <a:lnTo>
                  <a:pt x="4124497" y="1421053"/>
                </a:lnTo>
                <a:close/>
                <a:moveTo>
                  <a:pt x="4205841" y="1409961"/>
                </a:moveTo>
                <a:lnTo>
                  <a:pt x="4205841" y="1413658"/>
                </a:lnTo>
                <a:cubicBezTo>
                  <a:pt x="4205840" y="1415301"/>
                  <a:pt x="4205430" y="1417356"/>
                  <a:pt x="4204608" y="1419821"/>
                </a:cubicBezTo>
                <a:lnTo>
                  <a:pt x="4202144" y="1428448"/>
                </a:lnTo>
                <a:cubicBezTo>
                  <a:pt x="4200500" y="1431735"/>
                  <a:pt x="4199678" y="1434610"/>
                  <a:pt x="4199678" y="1437075"/>
                </a:cubicBezTo>
                <a:cubicBezTo>
                  <a:pt x="4199678" y="1438719"/>
                  <a:pt x="4200090" y="1439951"/>
                  <a:pt x="4200911" y="1440773"/>
                </a:cubicBezTo>
                <a:cubicBezTo>
                  <a:pt x="4206662" y="1432556"/>
                  <a:pt x="4209538" y="1425572"/>
                  <a:pt x="4209538" y="1419821"/>
                </a:cubicBezTo>
                <a:cubicBezTo>
                  <a:pt x="4209538" y="1415712"/>
                  <a:pt x="4208306" y="1412426"/>
                  <a:pt x="4205841" y="1409961"/>
                </a:cubicBezTo>
                <a:close/>
                <a:moveTo>
                  <a:pt x="4209538" y="1405031"/>
                </a:moveTo>
                <a:cubicBezTo>
                  <a:pt x="4207073" y="1405031"/>
                  <a:pt x="4205840" y="1405852"/>
                  <a:pt x="4205841" y="1407496"/>
                </a:cubicBezTo>
                <a:lnTo>
                  <a:pt x="4210771" y="1407496"/>
                </a:lnTo>
                <a:cubicBezTo>
                  <a:pt x="4212414" y="1407496"/>
                  <a:pt x="4213646" y="1406674"/>
                  <a:pt x="4214468" y="1405031"/>
                </a:cubicBezTo>
                <a:close/>
                <a:moveTo>
                  <a:pt x="4219398" y="1403798"/>
                </a:moveTo>
                <a:cubicBezTo>
                  <a:pt x="4219398" y="1405442"/>
                  <a:pt x="4218576" y="1406263"/>
                  <a:pt x="4216934" y="1406263"/>
                </a:cubicBezTo>
                <a:cubicBezTo>
                  <a:pt x="4216112" y="1407907"/>
                  <a:pt x="4215700" y="1409550"/>
                  <a:pt x="4215701" y="1411193"/>
                </a:cubicBezTo>
                <a:cubicBezTo>
                  <a:pt x="4216522" y="1412015"/>
                  <a:pt x="4217755" y="1412426"/>
                  <a:pt x="4219398" y="1412426"/>
                </a:cubicBezTo>
                <a:lnTo>
                  <a:pt x="4220631" y="1412426"/>
                </a:lnTo>
                <a:cubicBezTo>
                  <a:pt x="4221452" y="1412426"/>
                  <a:pt x="4222274" y="1411193"/>
                  <a:pt x="4223096" y="1408728"/>
                </a:cubicBezTo>
                <a:cubicBezTo>
                  <a:pt x="4223917" y="1407907"/>
                  <a:pt x="4224328" y="1407085"/>
                  <a:pt x="4224328" y="1406263"/>
                </a:cubicBezTo>
                <a:cubicBezTo>
                  <a:pt x="4224328" y="1405442"/>
                  <a:pt x="4223917" y="1405031"/>
                  <a:pt x="4223096" y="1405031"/>
                </a:cubicBezTo>
                <a:cubicBezTo>
                  <a:pt x="4222274" y="1404209"/>
                  <a:pt x="4221452" y="1403798"/>
                  <a:pt x="4220631" y="1403798"/>
                </a:cubicBezTo>
                <a:close/>
                <a:moveTo>
                  <a:pt x="4138054" y="1395171"/>
                </a:moveTo>
                <a:cubicBezTo>
                  <a:pt x="4133946" y="1395171"/>
                  <a:pt x="4131481" y="1398458"/>
                  <a:pt x="4130660" y="1405031"/>
                </a:cubicBezTo>
                <a:lnTo>
                  <a:pt x="4130660" y="1409961"/>
                </a:lnTo>
                <a:cubicBezTo>
                  <a:pt x="4130660" y="1413247"/>
                  <a:pt x="4132303" y="1415712"/>
                  <a:pt x="4135590" y="1417356"/>
                </a:cubicBezTo>
                <a:cubicBezTo>
                  <a:pt x="4139698" y="1414891"/>
                  <a:pt x="4141752" y="1411193"/>
                  <a:pt x="4141752" y="1406263"/>
                </a:cubicBezTo>
                <a:cubicBezTo>
                  <a:pt x="4141752" y="1402977"/>
                  <a:pt x="4140930" y="1399279"/>
                  <a:pt x="4139287" y="1395171"/>
                </a:cubicBezTo>
                <a:close/>
                <a:moveTo>
                  <a:pt x="606382" y="1393938"/>
                </a:moveTo>
                <a:cubicBezTo>
                  <a:pt x="604739" y="1393938"/>
                  <a:pt x="603506" y="1395171"/>
                  <a:pt x="602684" y="1397636"/>
                </a:cubicBezTo>
                <a:lnTo>
                  <a:pt x="600219" y="1398868"/>
                </a:lnTo>
                <a:cubicBezTo>
                  <a:pt x="600219" y="1399690"/>
                  <a:pt x="601452" y="1400101"/>
                  <a:pt x="603917" y="1400101"/>
                </a:cubicBezTo>
                <a:lnTo>
                  <a:pt x="610079" y="1398868"/>
                </a:lnTo>
                <a:cubicBezTo>
                  <a:pt x="610901" y="1399690"/>
                  <a:pt x="611312" y="1400512"/>
                  <a:pt x="611312" y="1401333"/>
                </a:cubicBezTo>
                <a:cubicBezTo>
                  <a:pt x="606382" y="1405442"/>
                  <a:pt x="601863" y="1407496"/>
                  <a:pt x="597754" y="1407496"/>
                </a:cubicBezTo>
                <a:cubicBezTo>
                  <a:pt x="594468" y="1407496"/>
                  <a:pt x="591181" y="1405442"/>
                  <a:pt x="587895" y="1401333"/>
                </a:cubicBezTo>
                <a:cubicBezTo>
                  <a:pt x="585430" y="1413658"/>
                  <a:pt x="578446" y="1434610"/>
                  <a:pt x="566942" y="1464190"/>
                </a:cubicBezTo>
                <a:cubicBezTo>
                  <a:pt x="554618" y="1496234"/>
                  <a:pt x="545990" y="1514311"/>
                  <a:pt x="541060" y="1518419"/>
                </a:cubicBezTo>
                <a:lnTo>
                  <a:pt x="541060" y="1523349"/>
                </a:lnTo>
                <a:cubicBezTo>
                  <a:pt x="541060" y="1530744"/>
                  <a:pt x="539828" y="1538550"/>
                  <a:pt x="537363" y="1546766"/>
                </a:cubicBezTo>
                <a:lnTo>
                  <a:pt x="532433" y="1560324"/>
                </a:lnTo>
                <a:lnTo>
                  <a:pt x="526271" y="1575113"/>
                </a:lnTo>
                <a:cubicBezTo>
                  <a:pt x="516411" y="1598941"/>
                  <a:pt x="511481" y="1616607"/>
                  <a:pt x="511481" y="1628110"/>
                </a:cubicBezTo>
                <a:lnTo>
                  <a:pt x="511481" y="1630575"/>
                </a:lnTo>
                <a:cubicBezTo>
                  <a:pt x="507372" y="1633040"/>
                  <a:pt x="504497" y="1637148"/>
                  <a:pt x="502853" y="1642900"/>
                </a:cubicBezTo>
                <a:lnTo>
                  <a:pt x="500388" y="1651527"/>
                </a:lnTo>
                <a:lnTo>
                  <a:pt x="499156" y="1658922"/>
                </a:lnTo>
                <a:lnTo>
                  <a:pt x="501621" y="1658922"/>
                </a:lnTo>
                <a:cubicBezTo>
                  <a:pt x="504907" y="1658922"/>
                  <a:pt x="506962" y="1658101"/>
                  <a:pt x="507783" y="1656457"/>
                </a:cubicBezTo>
                <a:lnTo>
                  <a:pt x="509016" y="1652760"/>
                </a:lnTo>
                <a:lnTo>
                  <a:pt x="511481" y="1650295"/>
                </a:lnTo>
                <a:cubicBezTo>
                  <a:pt x="512302" y="1652760"/>
                  <a:pt x="512713" y="1655225"/>
                  <a:pt x="512713" y="1657690"/>
                </a:cubicBezTo>
                <a:lnTo>
                  <a:pt x="511481" y="1662620"/>
                </a:lnTo>
                <a:cubicBezTo>
                  <a:pt x="510659" y="1665085"/>
                  <a:pt x="510248" y="1667550"/>
                  <a:pt x="510248" y="1670014"/>
                </a:cubicBezTo>
                <a:cubicBezTo>
                  <a:pt x="510248" y="1671658"/>
                  <a:pt x="510659" y="1673712"/>
                  <a:pt x="511481" y="1676177"/>
                </a:cubicBezTo>
                <a:cubicBezTo>
                  <a:pt x="521341" y="1663852"/>
                  <a:pt x="528735" y="1648652"/>
                  <a:pt x="533665" y="1630575"/>
                </a:cubicBezTo>
                <a:cubicBezTo>
                  <a:pt x="536952" y="1620715"/>
                  <a:pt x="538595" y="1611677"/>
                  <a:pt x="538595" y="1603460"/>
                </a:cubicBezTo>
                <a:cubicBezTo>
                  <a:pt x="538595" y="1593601"/>
                  <a:pt x="536541" y="1585384"/>
                  <a:pt x="532433" y="1578811"/>
                </a:cubicBezTo>
                <a:cubicBezTo>
                  <a:pt x="543936" y="1569773"/>
                  <a:pt x="558315" y="1543069"/>
                  <a:pt x="575570" y="1498699"/>
                </a:cubicBezTo>
                <a:lnTo>
                  <a:pt x="585430" y="1471585"/>
                </a:lnTo>
                <a:lnTo>
                  <a:pt x="596522" y="1443238"/>
                </a:lnTo>
                <a:cubicBezTo>
                  <a:pt x="604739" y="1421053"/>
                  <a:pt x="610901" y="1405031"/>
                  <a:pt x="615009" y="1395171"/>
                </a:cubicBezTo>
                <a:cubicBezTo>
                  <a:pt x="614188" y="1395993"/>
                  <a:pt x="613366" y="1396403"/>
                  <a:pt x="612544" y="1396403"/>
                </a:cubicBezTo>
                <a:lnTo>
                  <a:pt x="610079" y="1395171"/>
                </a:lnTo>
                <a:cubicBezTo>
                  <a:pt x="609258" y="1394349"/>
                  <a:pt x="608025" y="1393938"/>
                  <a:pt x="606382" y="1393938"/>
                </a:cubicBezTo>
                <a:close/>
                <a:moveTo>
                  <a:pt x="574337" y="1389008"/>
                </a:moveTo>
                <a:cubicBezTo>
                  <a:pt x="557904" y="1416123"/>
                  <a:pt x="542704" y="1451865"/>
                  <a:pt x="528735" y="1496234"/>
                </a:cubicBezTo>
                <a:cubicBezTo>
                  <a:pt x="523805" y="1511846"/>
                  <a:pt x="518465" y="1531155"/>
                  <a:pt x="512713" y="1554161"/>
                </a:cubicBezTo>
                <a:lnTo>
                  <a:pt x="497923" y="1614553"/>
                </a:lnTo>
                <a:cubicBezTo>
                  <a:pt x="525038" y="1564432"/>
                  <a:pt x="543936" y="1509792"/>
                  <a:pt x="554618" y="1450633"/>
                </a:cubicBezTo>
                <a:cubicBezTo>
                  <a:pt x="556261" y="1447346"/>
                  <a:pt x="559137" y="1441594"/>
                  <a:pt x="563245" y="1433378"/>
                </a:cubicBezTo>
                <a:lnTo>
                  <a:pt x="568175" y="1423518"/>
                </a:lnTo>
                <a:lnTo>
                  <a:pt x="573105" y="1413658"/>
                </a:lnTo>
                <a:cubicBezTo>
                  <a:pt x="577213" y="1405442"/>
                  <a:pt x="579267" y="1399279"/>
                  <a:pt x="579267" y="1395171"/>
                </a:cubicBezTo>
                <a:cubicBezTo>
                  <a:pt x="579267" y="1391063"/>
                  <a:pt x="577624" y="1389008"/>
                  <a:pt x="574337" y="1389008"/>
                </a:cubicBezTo>
                <a:close/>
                <a:moveTo>
                  <a:pt x="1121560" y="1379149"/>
                </a:moveTo>
                <a:lnTo>
                  <a:pt x="1121560" y="1381614"/>
                </a:lnTo>
                <a:lnTo>
                  <a:pt x="1122792" y="1385311"/>
                </a:lnTo>
                <a:cubicBezTo>
                  <a:pt x="1124435" y="1384489"/>
                  <a:pt x="1126079" y="1384079"/>
                  <a:pt x="1127722" y="1384079"/>
                </a:cubicBezTo>
                <a:cubicBezTo>
                  <a:pt x="1127722" y="1382435"/>
                  <a:pt x="1127311" y="1380792"/>
                  <a:pt x="1126490" y="1379149"/>
                </a:cubicBezTo>
                <a:close/>
                <a:moveTo>
                  <a:pt x="4183656" y="1377916"/>
                </a:moveTo>
                <a:lnTo>
                  <a:pt x="4181192" y="1382846"/>
                </a:lnTo>
                <a:lnTo>
                  <a:pt x="4186122" y="1384079"/>
                </a:lnTo>
                <a:lnTo>
                  <a:pt x="4186122" y="1377916"/>
                </a:lnTo>
                <a:close/>
                <a:moveTo>
                  <a:pt x="1062401" y="1375451"/>
                </a:moveTo>
                <a:cubicBezTo>
                  <a:pt x="1059936" y="1375451"/>
                  <a:pt x="1057060" y="1376273"/>
                  <a:pt x="1053773" y="1377916"/>
                </a:cubicBezTo>
                <a:lnTo>
                  <a:pt x="1048843" y="1380381"/>
                </a:lnTo>
                <a:cubicBezTo>
                  <a:pt x="1047200" y="1381203"/>
                  <a:pt x="1045146" y="1381614"/>
                  <a:pt x="1042681" y="1381614"/>
                </a:cubicBezTo>
                <a:lnTo>
                  <a:pt x="1042681" y="1386543"/>
                </a:lnTo>
                <a:lnTo>
                  <a:pt x="1041448" y="1392706"/>
                </a:lnTo>
                <a:cubicBezTo>
                  <a:pt x="1041448" y="1397636"/>
                  <a:pt x="1043092" y="1400101"/>
                  <a:pt x="1046378" y="1400101"/>
                </a:cubicBezTo>
                <a:lnTo>
                  <a:pt x="1046378" y="1395171"/>
                </a:lnTo>
                <a:cubicBezTo>
                  <a:pt x="1046378" y="1392706"/>
                  <a:pt x="1047200" y="1391473"/>
                  <a:pt x="1048843" y="1391473"/>
                </a:cubicBezTo>
                <a:lnTo>
                  <a:pt x="1050076" y="1405031"/>
                </a:lnTo>
                <a:lnTo>
                  <a:pt x="1040216" y="1406263"/>
                </a:lnTo>
                <a:lnTo>
                  <a:pt x="1040216" y="1408728"/>
                </a:lnTo>
                <a:cubicBezTo>
                  <a:pt x="1040216" y="1409550"/>
                  <a:pt x="1040627" y="1410372"/>
                  <a:pt x="1041448" y="1411193"/>
                </a:cubicBezTo>
                <a:cubicBezTo>
                  <a:pt x="1043092" y="1412015"/>
                  <a:pt x="1044735" y="1412426"/>
                  <a:pt x="1046378" y="1412426"/>
                </a:cubicBezTo>
                <a:cubicBezTo>
                  <a:pt x="1048022" y="1411604"/>
                  <a:pt x="1049254" y="1410782"/>
                  <a:pt x="1050076" y="1409961"/>
                </a:cubicBezTo>
                <a:cubicBezTo>
                  <a:pt x="1050897" y="1409139"/>
                  <a:pt x="1051308" y="1408317"/>
                  <a:pt x="1051308" y="1407496"/>
                </a:cubicBezTo>
                <a:cubicBezTo>
                  <a:pt x="1051308" y="1406674"/>
                  <a:pt x="1050897" y="1405852"/>
                  <a:pt x="1050076" y="1405031"/>
                </a:cubicBezTo>
                <a:cubicBezTo>
                  <a:pt x="1052541" y="1407496"/>
                  <a:pt x="1055006" y="1408728"/>
                  <a:pt x="1057471" y="1408728"/>
                </a:cubicBezTo>
                <a:cubicBezTo>
                  <a:pt x="1060757" y="1408728"/>
                  <a:pt x="1063222" y="1405031"/>
                  <a:pt x="1064865" y="1397636"/>
                </a:cubicBezTo>
                <a:lnTo>
                  <a:pt x="1063633" y="1397636"/>
                </a:lnTo>
                <a:cubicBezTo>
                  <a:pt x="1061168" y="1397636"/>
                  <a:pt x="1059525" y="1395993"/>
                  <a:pt x="1058703" y="1392706"/>
                </a:cubicBezTo>
                <a:cubicBezTo>
                  <a:pt x="1061990" y="1392706"/>
                  <a:pt x="1065276" y="1388598"/>
                  <a:pt x="1068563" y="1380381"/>
                </a:cubicBezTo>
                <a:cubicBezTo>
                  <a:pt x="1066098" y="1380381"/>
                  <a:pt x="1064865" y="1378738"/>
                  <a:pt x="1064865" y="1375451"/>
                </a:cubicBezTo>
                <a:close/>
                <a:moveTo>
                  <a:pt x="4152844" y="1372986"/>
                </a:moveTo>
                <a:cubicBezTo>
                  <a:pt x="4149558" y="1372986"/>
                  <a:pt x="4147092" y="1373808"/>
                  <a:pt x="4145450" y="1375451"/>
                </a:cubicBezTo>
                <a:lnTo>
                  <a:pt x="4142984" y="1377916"/>
                </a:lnTo>
                <a:lnTo>
                  <a:pt x="4140520" y="1380381"/>
                </a:lnTo>
                <a:lnTo>
                  <a:pt x="4152844" y="1380381"/>
                </a:lnTo>
                <a:close/>
                <a:moveTo>
                  <a:pt x="647054" y="1352034"/>
                </a:moveTo>
                <a:lnTo>
                  <a:pt x="644589" y="1353266"/>
                </a:lnTo>
                <a:lnTo>
                  <a:pt x="642124" y="1354499"/>
                </a:lnTo>
                <a:cubicBezTo>
                  <a:pt x="640481" y="1355321"/>
                  <a:pt x="639659" y="1356553"/>
                  <a:pt x="639659" y="1358196"/>
                </a:cubicBezTo>
                <a:lnTo>
                  <a:pt x="639659" y="1360661"/>
                </a:lnTo>
                <a:cubicBezTo>
                  <a:pt x="644589" y="1359840"/>
                  <a:pt x="647054" y="1357375"/>
                  <a:pt x="647054" y="1353266"/>
                </a:cubicBezTo>
                <a:close/>
                <a:moveTo>
                  <a:pt x="4173796" y="1347104"/>
                </a:moveTo>
                <a:lnTo>
                  <a:pt x="4171332" y="1349569"/>
                </a:lnTo>
                <a:lnTo>
                  <a:pt x="4170099" y="1352034"/>
                </a:lnTo>
                <a:lnTo>
                  <a:pt x="4176262" y="1349569"/>
                </a:lnTo>
                <a:close/>
                <a:moveTo>
                  <a:pt x="4226793" y="1336012"/>
                </a:moveTo>
                <a:cubicBezTo>
                  <a:pt x="4224328" y="1342585"/>
                  <a:pt x="4221042" y="1352856"/>
                  <a:pt x="4216934" y="1366824"/>
                </a:cubicBezTo>
                <a:lnTo>
                  <a:pt x="4213236" y="1382846"/>
                </a:lnTo>
                <a:lnTo>
                  <a:pt x="4207074" y="1398868"/>
                </a:lnTo>
                <a:cubicBezTo>
                  <a:pt x="4214468" y="1394760"/>
                  <a:pt x="4219809" y="1385722"/>
                  <a:pt x="4223096" y="1371754"/>
                </a:cubicBezTo>
                <a:cubicBezTo>
                  <a:pt x="4224739" y="1366002"/>
                  <a:pt x="4225560" y="1359840"/>
                  <a:pt x="4225560" y="1353266"/>
                </a:cubicBezTo>
                <a:cubicBezTo>
                  <a:pt x="4226382" y="1348337"/>
                  <a:pt x="4226793" y="1342585"/>
                  <a:pt x="4226793" y="1336012"/>
                </a:cubicBezTo>
                <a:close/>
                <a:moveTo>
                  <a:pt x="656914" y="1323687"/>
                </a:moveTo>
                <a:cubicBezTo>
                  <a:pt x="656092" y="1323687"/>
                  <a:pt x="654860" y="1324098"/>
                  <a:pt x="653216" y="1324919"/>
                </a:cubicBezTo>
                <a:lnTo>
                  <a:pt x="653216" y="1327384"/>
                </a:lnTo>
                <a:lnTo>
                  <a:pt x="654449" y="1329849"/>
                </a:lnTo>
                <a:cubicBezTo>
                  <a:pt x="654449" y="1331493"/>
                  <a:pt x="654860" y="1332314"/>
                  <a:pt x="655681" y="1332314"/>
                </a:cubicBezTo>
                <a:lnTo>
                  <a:pt x="656914" y="1332314"/>
                </a:lnTo>
                <a:cubicBezTo>
                  <a:pt x="656914" y="1330671"/>
                  <a:pt x="657735" y="1329849"/>
                  <a:pt x="659379" y="1329849"/>
                </a:cubicBezTo>
                <a:lnTo>
                  <a:pt x="658146" y="1327384"/>
                </a:lnTo>
                <a:lnTo>
                  <a:pt x="658146" y="1324919"/>
                </a:lnTo>
                <a:cubicBezTo>
                  <a:pt x="658146" y="1324098"/>
                  <a:pt x="657735" y="1323687"/>
                  <a:pt x="656914" y="1323687"/>
                </a:cubicBezTo>
                <a:close/>
                <a:moveTo>
                  <a:pt x="4165169" y="1313827"/>
                </a:moveTo>
                <a:cubicBezTo>
                  <a:pt x="4163526" y="1317114"/>
                  <a:pt x="4162704" y="1321222"/>
                  <a:pt x="4162704" y="1326152"/>
                </a:cubicBezTo>
                <a:lnTo>
                  <a:pt x="4162704" y="1333547"/>
                </a:lnTo>
                <a:cubicBezTo>
                  <a:pt x="4162704" y="1336833"/>
                  <a:pt x="4162294" y="1340120"/>
                  <a:pt x="4161472" y="1343407"/>
                </a:cubicBezTo>
                <a:lnTo>
                  <a:pt x="4159006" y="1343407"/>
                </a:lnTo>
                <a:cubicBezTo>
                  <a:pt x="4157363" y="1343407"/>
                  <a:pt x="4155309" y="1343817"/>
                  <a:pt x="4152844" y="1344639"/>
                </a:cubicBezTo>
                <a:cubicBezTo>
                  <a:pt x="4150379" y="1346282"/>
                  <a:pt x="4148325" y="1348747"/>
                  <a:pt x="4146682" y="1352034"/>
                </a:cubicBezTo>
                <a:cubicBezTo>
                  <a:pt x="4145038" y="1355321"/>
                  <a:pt x="4144217" y="1358196"/>
                  <a:pt x="4144217" y="1360661"/>
                </a:cubicBezTo>
                <a:cubicBezTo>
                  <a:pt x="4145038" y="1363126"/>
                  <a:pt x="4147092" y="1364770"/>
                  <a:pt x="4150380" y="1365591"/>
                </a:cubicBezTo>
                <a:cubicBezTo>
                  <a:pt x="4152022" y="1361483"/>
                  <a:pt x="4155720" y="1358196"/>
                  <a:pt x="4161472" y="1355731"/>
                </a:cubicBezTo>
                <a:lnTo>
                  <a:pt x="4171332" y="1315059"/>
                </a:lnTo>
                <a:cubicBezTo>
                  <a:pt x="4170510" y="1316703"/>
                  <a:pt x="4169688" y="1317524"/>
                  <a:pt x="4168866" y="1317524"/>
                </a:cubicBezTo>
                <a:cubicBezTo>
                  <a:pt x="4167224" y="1317524"/>
                  <a:pt x="4165991" y="1316292"/>
                  <a:pt x="4165169" y="1313827"/>
                </a:cubicBezTo>
                <a:close/>
                <a:moveTo>
                  <a:pt x="4139287" y="1299037"/>
                </a:moveTo>
                <a:cubicBezTo>
                  <a:pt x="4139286" y="1300681"/>
                  <a:pt x="4138465" y="1301502"/>
                  <a:pt x="4136822" y="1301502"/>
                </a:cubicBezTo>
                <a:cubicBezTo>
                  <a:pt x="4136822" y="1304789"/>
                  <a:pt x="4137232" y="1306843"/>
                  <a:pt x="4138054" y="1307665"/>
                </a:cubicBezTo>
                <a:lnTo>
                  <a:pt x="4140520" y="1299037"/>
                </a:lnTo>
                <a:close/>
                <a:moveTo>
                  <a:pt x="671703" y="1294107"/>
                </a:moveTo>
                <a:cubicBezTo>
                  <a:pt x="670060" y="1294929"/>
                  <a:pt x="668417" y="1295340"/>
                  <a:pt x="666774" y="1295340"/>
                </a:cubicBezTo>
                <a:cubicBezTo>
                  <a:pt x="666774" y="1296983"/>
                  <a:pt x="667184" y="1298626"/>
                  <a:pt x="668006" y="1300270"/>
                </a:cubicBezTo>
                <a:lnTo>
                  <a:pt x="672936" y="1300270"/>
                </a:lnTo>
                <a:close/>
                <a:moveTo>
                  <a:pt x="4173796" y="1291642"/>
                </a:moveTo>
                <a:lnTo>
                  <a:pt x="4173796" y="1294107"/>
                </a:lnTo>
                <a:cubicBezTo>
                  <a:pt x="4173796" y="1295751"/>
                  <a:pt x="4173386" y="1296983"/>
                  <a:pt x="4172564" y="1297805"/>
                </a:cubicBezTo>
                <a:lnTo>
                  <a:pt x="4171332" y="1300270"/>
                </a:lnTo>
                <a:lnTo>
                  <a:pt x="4171332" y="1303967"/>
                </a:lnTo>
                <a:lnTo>
                  <a:pt x="4175029" y="1302735"/>
                </a:lnTo>
                <a:lnTo>
                  <a:pt x="4177494" y="1294107"/>
                </a:lnTo>
                <a:close/>
                <a:moveTo>
                  <a:pt x="1085818" y="1274388"/>
                </a:moveTo>
                <a:cubicBezTo>
                  <a:pt x="1084174" y="1275209"/>
                  <a:pt x="1082531" y="1275620"/>
                  <a:pt x="1080888" y="1275620"/>
                </a:cubicBezTo>
                <a:lnTo>
                  <a:pt x="1082120" y="1284247"/>
                </a:lnTo>
                <a:cubicBezTo>
                  <a:pt x="1083764" y="1283426"/>
                  <a:pt x="1085407" y="1283015"/>
                  <a:pt x="1087050" y="1283015"/>
                </a:cubicBezTo>
                <a:close/>
                <a:moveTo>
                  <a:pt x="4172564" y="1270690"/>
                </a:moveTo>
                <a:cubicBezTo>
                  <a:pt x="4167634" y="1270690"/>
                  <a:pt x="4164758" y="1275620"/>
                  <a:pt x="4163936" y="1285480"/>
                </a:cubicBezTo>
                <a:cubicBezTo>
                  <a:pt x="4164758" y="1286302"/>
                  <a:pt x="4165580" y="1286712"/>
                  <a:pt x="4166402" y="1286712"/>
                </a:cubicBezTo>
                <a:cubicBezTo>
                  <a:pt x="4168866" y="1286712"/>
                  <a:pt x="4170510" y="1285069"/>
                  <a:pt x="4171332" y="1281782"/>
                </a:cubicBezTo>
                <a:lnTo>
                  <a:pt x="4171332" y="1276853"/>
                </a:lnTo>
                <a:close/>
                <a:moveTo>
                  <a:pt x="1121560" y="1248505"/>
                </a:moveTo>
                <a:cubicBezTo>
                  <a:pt x="1119916" y="1248505"/>
                  <a:pt x="1118684" y="1248916"/>
                  <a:pt x="1117862" y="1249738"/>
                </a:cubicBezTo>
                <a:cubicBezTo>
                  <a:pt x="1116219" y="1251381"/>
                  <a:pt x="1115397" y="1253435"/>
                  <a:pt x="1115397" y="1255900"/>
                </a:cubicBezTo>
                <a:cubicBezTo>
                  <a:pt x="1115397" y="1258365"/>
                  <a:pt x="1116219" y="1260419"/>
                  <a:pt x="1117862" y="1262063"/>
                </a:cubicBezTo>
                <a:cubicBezTo>
                  <a:pt x="1119505" y="1263706"/>
                  <a:pt x="1121149" y="1264528"/>
                  <a:pt x="1122792" y="1264528"/>
                </a:cubicBezTo>
                <a:lnTo>
                  <a:pt x="1124025" y="1264528"/>
                </a:lnTo>
                <a:cubicBezTo>
                  <a:pt x="1124846" y="1261241"/>
                  <a:pt x="1125257" y="1255900"/>
                  <a:pt x="1125257" y="1248505"/>
                </a:cubicBezTo>
                <a:close/>
                <a:moveTo>
                  <a:pt x="4241583" y="1233716"/>
                </a:moveTo>
                <a:lnTo>
                  <a:pt x="4234188" y="1252203"/>
                </a:lnTo>
                <a:cubicBezTo>
                  <a:pt x="4236653" y="1254668"/>
                  <a:pt x="4238707" y="1255900"/>
                  <a:pt x="4240350" y="1255900"/>
                </a:cubicBezTo>
                <a:cubicBezTo>
                  <a:pt x="4241172" y="1255900"/>
                  <a:pt x="4241994" y="1255079"/>
                  <a:pt x="4242816" y="1253435"/>
                </a:cubicBezTo>
                <a:cubicBezTo>
                  <a:pt x="4241172" y="1251792"/>
                  <a:pt x="4240350" y="1249738"/>
                  <a:pt x="4240350" y="1247273"/>
                </a:cubicBezTo>
                <a:lnTo>
                  <a:pt x="4240350" y="1243575"/>
                </a:lnTo>
                <a:lnTo>
                  <a:pt x="4241583" y="1238646"/>
                </a:lnTo>
                <a:cubicBezTo>
                  <a:pt x="4242404" y="1237002"/>
                  <a:pt x="4242815" y="1235770"/>
                  <a:pt x="4242816" y="1234948"/>
                </a:cubicBezTo>
                <a:cubicBezTo>
                  <a:pt x="4242815" y="1234126"/>
                  <a:pt x="4242404" y="1233716"/>
                  <a:pt x="4241583" y="1233716"/>
                </a:cubicBezTo>
                <a:close/>
                <a:moveTo>
                  <a:pt x="1126490" y="1233716"/>
                </a:moveTo>
                <a:lnTo>
                  <a:pt x="1126490" y="1239878"/>
                </a:lnTo>
                <a:lnTo>
                  <a:pt x="1127722" y="1239878"/>
                </a:lnTo>
                <a:lnTo>
                  <a:pt x="1128955" y="1241110"/>
                </a:lnTo>
                <a:lnTo>
                  <a:pt x="1132652" y="1244808"/>
                </a:lnTo>
                <a:cubicBezTo>
                  <a:pt x="1131830" y="1237413"/>
                  <a:pt x="1129776" y="1233716"/>
                  <a:pt x="1126490" y="1233716"/>
                </a:cubicBezTo>
                <a:close/>
                <a:moveTo>
                  <a:pt x="1082120" y="1225088"/>
                </a:moveTo>
                <a:lnTo>
                  <a:pt x="1082120" y="1233716"/>
                </a:lnTo>
                <a:lnTo>
                  <a:pt x="1085818" y="1233716"/>
                </a:lnTo>
                <a:lnTo>
                  <a:pt x="1090748" y="1234948"/>
                </a:lnTo>
                <a:lnTo>
                  <a:pt x="1088283" y="1231251"/>
                </a:lnTo>
                <a:lnTo>
                  <a:pt x="1088283" y="1227553"/>
                </a:lnTo>
                <a:cubicBezTo>
                  <a:pt x="1087461" y="1225910"/>
                  <a:pt x="1085407" y="1225088"/>
                  <a:pt x="1082120" y="1225088"/>
                </a:cubicBezTo>
                <a:close/>
                <a:moveTo>
                  <a:pt x="4257606" y="1221391"/>
                </a:moveTo>
                <a:cubicBezTo>
                  <a:pt x="4256784" y="1222213"/>
                  <a:pt x="4255962" y="1223445"/>
                  <a:pt x="4255140" y="1225088"/>
                </a:cubicBezTo>
                <a:lnTo>
                  <a:pt x="4252676" y="1232483"/>
                </a:lnTo>
                <a:cubicBezTo>
                  <a:pt x="4251854" y="1234948"/>
                  <a:pt x="4251443" y="1237413"/>
                  <a:pt x="4251443" y="1239878"/>
                </a:cubicBezTo>
                <a:cubicBezTo>
                  <a:pt x="4251443" y="1241521"/>
                  <a:pt x="4252264" y="1242754"/>
                  <a:pt x="4253908" y="1243575"/>
                </a:cubicBezTo>
                <a:cubicBezTo>
                  <a:pt x="4253908" y="1241932"/>
                  <a:pt x="4254318" y="1239878"/>
                  <a:pt x="4255140" y="1237413"/>
                </a:cubicBezTo>
                <a:lnTo>
                  <a:pt x="4258838" y="1231251"/>
                </a:lnTo>
                <a:cubicBezTo>
                  <a:pt x="4259659" y="1229607"/>
                  <a:pt x="4260070" y="1227964"/>
                  <a:pt x="4260070" y="1226321"/>
                </a:cubicBezTo>
                <a:cubicBezTo>
                  <a:pt x="4260070" y="1224677"/>
                  <a:pt x="4259248" y="1223034"/>
                  <a:pt x="4257606" y="1221391"/>
                </a:cubicBezTo>
                <a:close/>
                <a:moveTo>
                  <a:pt x="4208306" y="1212763"/>
                </a:moveTo>
                <a:lnTo>
                  <a:pt x="4208306" y="1216461"/>
                </a:lnTo>
                <a:cubicBezTo>
                  <a:pt x="4208306" y="1223034"/>
                  <a:pt x="4206662" y="1229197"/>
                  <a:pt x="4203376" y="1234948"/>
                </a:cubicBezTo>
                <a:cubicBezTo>
                  <a:pt x="4205841" y="1234126"/>
                  <a:pt x="4207895" y="1230429"/>
                  <a:pt x="4209538" y="1223856"/>
                </a:cubicBezTo>
                <a:lnTo>
                  <a:pt x="4212004" y="1217693"/>
                </a:lnTo>
                <a:cubicBezTo>
                  <a:pt x="4212825" y="1216050"/>
                  <a:pt x="4213646" y="1214818"/>
                  <a:pt x="4214468" y="1213996"/>
                </a:cubicBezTo>
                <a:cubicBezTo>
                  <a:pt x="4213646" y="1213174"/>
                  <a:pt x="4212414" y="1212763"/>
                  <a:pt x="4210771" y="1212763"/>
                </a:cubicBezTo>
                <a:close/>
                <a:moveTo>
                  <a:pt x="4229258" y="1205368"/>
                </a:moveTo>
                <a:cubicBezTo>
                  <a:pt x="4227614" y="1207012"/>
                  <a:pt x="4225972" y="1210298"/>
                  <a:pt x="4224328" y="1215228"/>
                </a:cubicBezTo>
                <a:cubicBezTo>
                  <a:pt x="4222685" y="1219337"/>
                  <a:pt x="4221864" y="1223445"/>
                  <a:pt x="4221864" y="1227553"/>
                </a:cubicBezTo>
                <a:cubicBezTo>
                  <a:pt x="4221864" y="1230840"/>
                  <a:pt x="4222274" y="1232483"/>
                  <a:pt x="4223096" y="1232483"/>
                </a:cubicBezTo>
                <a:cubicBezTo>
                  <a:pt x="4223917" y="1232483"/>
                  <a:pt x="4225150" y="1228786"/>
                  <a:pt x="4226793" y="1221391"/>
                </a:cubicBezTo>
                <a:cubicBezTo>
                  <a:pt x="4230902" y="1218104"/>
                  <a:pt x="4232956" y="1214818"/>
                  <a:pt x="4232956" y="1211531"/>
                </a:cubicBezTo>
                <a:cubicBezTo>
                  <a:pt x="4232956" y="1209888"/>
                  <a:pt x="4231723" y="1207833"/>
                  <a:pt x="4229258" y="1205368"/>
                </a:cubicBezTo>
                <a:close/>
                <a:moveTo>
                  <a:pt x="4212004" y="1201671"/>
                </a:moveTo>
                <a:lnTo>
                  <a:pt x="4213236" y="1202904"/>
                </a:lnTo>
                <a:lnTo>
                  <a:pt x="4213236" y="1204136"/>
                </a:lnTo>
                <a:cubicBezTo>
                  <a:pt x="4213236" y="1204958"/>
                  <a:pt x="4213646" y="1205368"/>
                  <a:pt x="4214468" y="1205368"/>
                </a:cubicBezTo>
                <a:cubicBezTo>
                  <a:pt x="4215290" y="1205368"/>
                  <a:pt x="4216112" y="1204547"/>
                  <a:pt x="4216934" y="1202904"/>
                </a:cubicBezTo>
                <a:lnTo>
                  <a:pt x="4215701" y="1201671"/>
                </a:lnTo>
                <a:close/>
                <a:moveTo>
                  <a:pt x="4177494" y="1200439"/>
                </a:moveTo>
                <a:lnTo>
                  <a:pt x="4177494" y="1201671"/>
                </a:lnTo>
                <a:lnTo>
                  <a:pt x="4176262" y="1204136"/>
                </a:lnTo>
                <a:lnTo>
                  <a:pt x="4175029" y="1209066"/>
                </a:lnTo>
                <a:lnTo>
                  <a:pt x="4177494" y="1210298"/>
                </a:lnTo>
                <a:lnTo>
                  <a:pt x="4179959" y="1209066"/>
                </a:lnTo>
                <a:lnTo>
                  <a:pt x="4181192" y="1206601"/>
                </a:lnTo>
                <a:lnTo>
                  <a:pt x="4181192" y="1205368"/>
                </a:lnTo>
                <a:cubicBezTo>
                  <a:pt x="4181192" y="1203725"/>
                  <a:pt x="4179959" y="1202082"/>
                  <a:pt x="4177494" y="1200439"/>
                </a:cubicBezTo>
                <a:close/>
                <a:moveTo>
                  <a:pt x="4276092" y="1193044"/>
                </a:moveTo>
                <a:cubicBezTo>
                  <a:pt x="4274450" y="1194687"/>
                  <a:pt x="4273628" y="1196330"/>
                  <a:pt x="4273628" y="1197974"/>
                </a:cubicBezTo>
                <a:cubicBezTo>
                  <a:pt x="4274449" y="1198795"/>
                  <a:pt x="4275682" y="1199617"/>
                  <a:pt x="4277325" y="1200439"/>
                </a:cubicBezTo>
                <a:lnTo>
                  <a:pt x="4281022" y="1200439"/>
                </a:lnTo>
                <a:cubicBezTo>
                  <a:pt x="4281844" y="1199617"/>
                  <a:pt x="4282254" y="1198795"/>
                  <a:pt x="4282255" y="1197974"/>
                </a:cubicBezTo>
                <a:lnTo>
                  <a:pt x="4282255" y="1196741"/>
                </a:lnTo>
                <a:lnTo>
                  <a:pt x="4279790" y="1194276"/>
                </a:lnTo>
                <a:lnTo>
                  <a:pt x="4278558" y="1193044"/>
                </a:lnTo>
                <a:close/>
                <a:moveTo>
                  <a:pt x="1106770" y="1188114"/>
                </a:moveTo>
                <a:lnTo>
                  <a:pt x="1108002" y="1196741"/>
                </a:lnTo>
                <a:cubicBezTo>
                  <a:pt x="1108824" y="1198384"/>
                  <a:pt x="1109646" y="1199206"/>
                  <a:pt x="1110467" y="1199206"/>
                </a:cubicBezTo>
                <a:cubicBezTo>
                  <a:pt x="1110467" y="1196741"/>
                  <a:pt x="1110878" y="1195509"/>
                  <a:pt x="1111700" y="1195509"/>
                </a:cubicBezTo>
                <a:lnTo>
                  <a:pt x="1112932" y="1196741"/>
                </a:lnTo>
                <a:cubicBezTo>
                  <a:pt x="1112111" y="1190990"/>
                  <a:pt x="1110056" y="1188114"/>
                  <a:pt x="1106770" y="1188114"/>
                </a:cubicBezTo>
                <a:close/>
                <a:moveTo>
                  <a:pt x="1087050" y="1170859"/>
                </a:moveTo>
                <a:lnTo>
                  <a:pt x="1087050" y="1190579"/>
                </a:lnTo>
                <a:cubicBezTo>
                  <a:pt x="1087050" y="1197152"/>
                  <a:pt x="1088283" y="1202904"/>
                  <a:pt x="1090748" y="1207833"/>
                </a:cubicBezTo>
                <a:lnTo>
                  <a:pt x="1090748" y="1197974"/>
                </a:lnTo>
                <a:lnTo>
                  <a:pt x="1091980" y="1185649"/>
                </a:lnTo>
                <a:lnTo>
                  <a:pt x="1091980" y="1180719"/>
                </a:lnTo>
                <a:cubicBezTo>
                  <a:pt x="1091980" y="1174146"/>
                  <a:pt x="1090337" y="1170859"/>
                  <a:pt x="1087050" y="1170859"/>
                </a:cubicBezTo>
                <a:close/>
                <a:moveTo>
                  <a:pt x="4224328" y="1164697"/>
                </a:moveTo>
                <a:lnTo>
                  <a:pt x="4223096" y="1170859"/>
                </a:lnTo>
                <a:lnTo>
                  <a:pt x="4224328" y="1169626"/>
                </a:lnTo>
                <a:close/>
                <a:moveTo>
                  <a:pt x="4214468" y="1159767"/>
                </a:moveTo>
                <a:cubicBezTo>
                  <a:pt x="4213646" y="1159767"/>
                  <a:pt x="4213236" y="1160588"/>
                  <a:pt x="4213236" y="1162232"/>
                </a:cubicBezTo>
                <a:lnTo>
                  <a:pt x="4213236" y="1163464"/>
                </a:lnTo>
                <a:close/>
                <a:moveTo>
                  <a:pt x="4236653" y="1131420"/>
                </a:moveTo>
                <a:lnTo>
                  <a:pt x="4235420" y="1140047"/>
                </a:lnTo>
                <a:lnTo>
                  <a:pt x="4237886" y="1140047"/>
                </a:lnTo>
                <a:cubicBezTo>
                  <a:pt x="4238707" y="1140047"/>
                  <a:pt x="4239529" y="1139636"/>
                  <a:pt x="4240350" y="1138814"/>
                </a:cubicBezTo>
                <a:lnTo>
                  <a:pt x="4240350" y="1135117"/>
                </a:lnTo>
                <a:cubicBezTo>
                  <a:pt x="4240350" y="1132652"/>
                  <a:pt x="4239529" y="1131420"/>
                  <a:pt x="4237886" y="1131420"/>
                </a:cubicBezTo>
                <a:close/>
                <a:moveTo>
                  <a:pt x="1131420" y="1131420"/>
                </a:moveTo>
                <a:lnTo>
                  <a:pt x="1130187" y="1132652"/>
                </a:lnTo>
                <a:lnTo>
                  <a:pt x="1127722" y="1133884"/>
                </a:lnTo>
                <a:cubicBezTo>
                  <a:pt x="1126079" y="1135528"/>
                  <a:pt x="1125257" y="1137171"/>
                  <a:pt x="1125257" y="1138814"/>
                </a:cubicBezTo>
                <a:cubicBezTo>
                  <a:pt x="1125257" y="1141279"/>
                  <a:pt x="1126490" y="1143334"/>
                  <a:pt x="1128955" y="1144977"/>
                </a:cubicBezTo>
                <a:lnTo>
                  <a:pt x="1130187" y="1140047"/>
                </a:lnTo>
                <a:lnTo>
                  <a:pt x="1130187" y="1132652"/>
                </a:lnTo>
                <a:lnTo>
                  <a:pt x="1132652" y="1131420"/>
                </a:lnTo>
                <a:close/>
                <a:moveTo>
                  <a:pt x="4216934" y="1115397"/>
                </a:moveTo>
                <a:lnTo>
                  <a:pt x="4215701" y="1116630"/>
                </a:lnTo>
                <a:cubicBezTo>
                  <a:pt x="4214879" y="1117451"/>
                  <a:pt x="4214058" y="1118684"/>
                  <a:pt x="4213236" y="1120327"/>
                </a:cubicBezTo>
                <a:cubicBezTo>
                  <a:pt x="4213236" y="1121149"/>
                  <a:pt x="4213646" y="1122381"/>
                  <a:pt x="4214468" y="1124025"/>
                </a:cubicBezTo>
                <a:lnTo>
                  <a:pt x="4216934" y="1124025"/>
                </a:lnTo>
                <a:cubicBezTo>
                  <a:pt x="4216933" y="1123203"/>
                  <a:pt x="4217344" y="1122792"/>
                  <a:pt x="4218166" y="1122792"/>
                </a:cubicBezTo>
                <a:lnTo>
                  <a:pt x="4219398" y="1122792"/>
                </a:lnTo>
                <a:lnTo>
                  <a:pt x="4219398" y="1116630"/>
                </a:lnTo>
                <a:cubicBezTo>
                  <a:pt x="4218576" y="1115808"/>
                  <a:pt x="4217755" y="1115397"/>
                  <a:pt x="4216934" y="1115397"/>
                </a:cubicBezTo>
                <a:close/>
                <a:moveTo>
                  <a:pt x="4221864" y="1096910"/>
                </a:moveTo>
                <a:cubicBezTo>
                  <a:pt x="4220220" y="1096910"/>
                  <a:pt x="4218988" y="1097321"/>
                  <a:pt x="4218166" y="1098142"/>
                </a:cubicBezTo>
                <a:cubicBezTo>
                  <a:pt x="4217344" y="1099786"/>
                  <a:pt x="4216933" y="1101429"/>
                  <a:pt x="4216934" y="1103072"/>
                </a:cubicBezTo>
                <a:lnTo>
                  <a:pt x="4216934" y="1108002"/>
                </a:lnTo>
                <a:lnTo>
                  <a:pt x="4218166" y="1109235"/>
                </a:lnTo>
                <a:lnTo>
                  <a:pt x="4219398" y="1109235"/>
                </a:lnTo>
                <a:lnTo>
                  <a:pt x="4220631" y="1106770"/>
                </a:lnTo>
                <a:lnTo>
                  <a:pt x="4220631" y="1104305"/>
                </a:lnTo>
                <a:cubicBezTo>
                  <a:pt x="4222274" y="1102662"/>
                  <a:pt x="4223096" y="1100197"/>
                  <a:pt x="4223096" y="1096910"/>
                </a:cubicBezTo>
                <a:close/>
                <a:moveTo>
                  <a:pt x="4300742" y="1090748"/>
                </a:moveTo>
                <a:cubicBezTo>
                  <a:pt x="4299920" y="1092391"/>
                  <a:pt x="4299510" y="1094034"/>
                  <a:pt x="4299510" y="1095678"/>
                </a:cubicBezTo>
                <a:lnTo>
                  <a:pt x="4301974" y="1099375"/>
                </a:lnTo>
                <a:cubicBezTo>
                  <a:pt x="4303618" y="1101018"/>
                  <a:pt x="4304850" y="1101840"/>
                  <a:pt x="4305672" y="1101840"/>
                </a:cubicBezTo>
                <a:cubicBezTo>
                  <a:pt x="4307316" y="1101840"/>
                  <a:pt x="4308548" y="1100607"/>
                  <a:pt x="4309370" y="1098142"/>
                </a:cubicBezTo>
                <a:cubicBezTo>
                  <a:pt x="4308548" y="1098142"/>
                  <a:pt x="4307726" y="1097732"/>
                  <a:pt x="4306904" y="1096910"/>
                </a:cubicBezTo>
                <a:lnTo>
                  <a:pt x="4305672" y="1094445"/>
                </a:lnTo>
                <a:cubicBezTo>
                  <a:pt x="4304850" y="1091980"/>
                  <a:pt x="4303207" y="1090748"/>
                  <a:pt x="4300742" y="1090748"/>
                </a:cubicBezTo>
                <a:close/>
                <a:moveTo>
                  <a:pt x="4304440" y="1061168"/>
                </a:moveTo>
                <a:lnTo>
                  <a:pt x="4303207" y="1063633"/>
                </a:lnTo>
                <a:lnTo>
                  <a:pt x="4305672" y="1066098"/>
                </a:lnTo>
                <a:lnTo>
                  <a:pt x="4305672" y="1068563"/>
                </a:lnTo>
                <a:cubicBezTo>
                  <a:pt x="4306494" y="1071028"/>
                  <a:pt x="4308137" y="1072671"/>
                  <a:pt x="4310602" y="1073493"/>
                </a:cubicBezTo>
                <a:lnTo>
                  <a:pt x="4313067" y="1062400"/>
                </a:lnTo>
                <a:cubicBezTo>
                  <a:pt x="4308959" y="1061579"/>
                  <a:pt x="4306083" y="1061168"/>
                  <a:pt x="4304440" y="1061168"/>
                </a:cubicBezTo>
                <a:close/>
                <a:moveTo>
                  <a:pt x="1137582" y="1055006"/>
                </a:moveTo>
                <a:cubicBezTo>
                  <a:pt x="1137582" y="1059114"/>
                  <a:pt x="1136760" y="1063222"/>
                  <a:pt x="1135117" y="1067330"/>
                </a:cubicBezTo>
                <a:lnTo>
                  <a:pt x="1132652" y="1073493"/>
                </a:lnTo>
                <a:cubicBezTo>
                  <a:pt x="1131830" y="1075958"/>
                  <a:pt x="1131420" y="1079245"/>
                  <a:pt x="1131420" y="1083353"/>
                </a:cubicBezTo>
                <a:lnTo>
                  <a:pt x="1132652" y="1083353"/>
                </a:lnTo>
                <a:cubicBezTo>
                  <a:pt x="1136760" y="1083353"/>
                  <a:pt x="1139225" y="1079245"/>
                  <a:pt x="1140047" y="1071028"/>
                </a:cubicBezTo>
                <a:lnTo>
                  <a:pt x="1140047" y="1064865"/>
                </a:lnTo>
                <a:cubicBezTo>
                  <a:pt x="1140047" y="1059936"/>
                  <a:pt x="1139225" y="1056649"/>
                  <a:pt x="1137582" y="1055006"/>
                </a:cubicBezTo>
                <a:close/>
                <a:moveTo>
                  <a:pt x="4235420" y="1048843"/>
                </a:moveTo>
                <a:cubicBezTo>
                  <a:pt x="4233778" y="1048843"/>
                  <a:pt x="4231723" y="1049254"/>
                  <a:pt x="4229258" y="1050076"/>
                </a:cubicBezTo>
                <a:cubicBezTo>
                  <a:pt x="4227614" y="1050076"/>
                  <a:pt x="4226793" y="1050897"/>
                  <a:pt x="4226793" y="1052541"/>
                </a:cubicBezTo>
                <a:cubicBezTo>
                  <a:pt x="4228436" y="1053362"/>
                  <a:pt x="4229669" y="1054184"/>
                  <a:pt x="4230490" y="1055006"/>
                </a:cubicBezTo>
                <a:lnTo>
                  <a:pt x="4234188" y="1055006"/>
                </a:lnTo>
                <a:cubicBezTo>
                  <a:pt x="4236653" y="1055006"/>
                  <a:pt x="4238707" y="1055827"/>
                  <a:pt x="4240350" y="1057471"/>
                </a:cubicBezTo>
                <a:cubicBezTo>
                  <a:pt x="4241172" y="1055827"/>
                  <a:pt x="4241582" y="1054595"/>
                  <a:pt x="4241583" y="1053773"/>
                </a:cubicBezTo>
                <a:cubicBezTo>
                  <a:pt x="4241582" y="1052951"/>
                  <a:pt x="4241172" y="1052541"/>
                  <a:pt x="4240350" y="1052541"/>
                </a:cubicBezTo>
                <a:cubicBezTo>
                  <a:pt x="4239529" y="1050897"/>
                  <a:pt x="4237886" y="1049665"/>
                  <a:pt x="4235420" y="1048843"/>
                </a:cubicBezTo>
                <a:close/>
                <a:moveTo>
                  <a:pt x="706213" y="1041448"/>
                </a:moveTo>
                <a:cubicBezTo>
                  <a:pt x="706213" y="1042270"/>
                  <a:pt x="705802" y="1043913"/>
                  <a:pt x="704981" y="1046378"/>
                </a:cubicBezTo>
                <a:lnTo>
                  <a:pt x="702516" y="1051308"/>
                </a:lnTo>
                <a:cubicBezTo>
                  <a:pt x="701694" y="1052951"/>
                  <a:pt x="701283" y="1054595"/>
                  <a:pt x="701283" y="1056238"/>
                </a:cubicBezTo>
                <a:cubicBezTo>
                  <a:pt x="701283" y="1057881"/>
                  <a:pt x="702105" y="1059114"/>
                  <a:pt x="703748" y="1059936"/>
                </a:cubicBezTo>
                <a:lnTo>
                  <a:pt x="704981" y="1058703"/>
                </a:lnTo>
                <a:lnTo>
                  <a:pt x="707445" y="1056238"/>
                </a:lnTo>
                <a:lnTo>
                  <a:pt x="709910" y="1051308"/>
                </a:lnTo>
                <a:cubicBezTo>
                  <a:pt x="710732" y="1049665"/>
                  <a:pt x="711143" y="1048432"/>
                  <a:pt x="711143" y="1047611"/>
                </a:cubicBezTo>
                <a:cubicBezTo>
                  <a:pt x="711143" y="1044324"/>
                  <a:pt x="709500" y="1042270"/>
                  <a:pt x="706213" y="1041448"/>
                </a:cubicBezTo>
                <a:close/>
                <a:moveTo>
                  <a:pt x="4314300" y="1040216"/>
                </a:moveTo>
                <a:lnTo>
                  <a:pt x="4311834" y="1045146"/>
                </a:lnTo>
                <a:cubicBezTo>
                  <a:pt x="4311834" y="1048432"/>
                  <a:pt x="4313066" y="1050487"/>
                  <a:pt x="4315532" y="1051308"/>
                </a:cubicBezTo>
                <a:cubicBezTo>
                  <a:pt x="4316354" y="1049665"/>
                  <a:pt x="4316764" y="1047611"/>
                  <a:pt x="4316764" y="1045146"/>
                </a:cubicBezTo>
                <a:lnTo>
                  <a:pt x="4316764" y="1043913"/>
                </a:lnTo>
                <a:cubicBezTo>
                  <a:pt x="4316764" y="1042270"/>
                  <a:pt x="4315942" y="1041038"/>
                  <a:pt x="4314300" y="1040216"/>
                </a:cubicBezTo>
                <a:close/>
                <a:moveTo>
                  <a:pt x="4241583" y="1034053"/>
                </a:moveTo>
                <a:cubicBezTo>
                  <a:pt x="4240762" y="1034875"/>
                  <a:pt x="4239940" y="1036108"/>
                  <a:pt x="4239118" y="1037751"/>
                </a:cubicBezTo>
                <a:lnTo>
                  <a:pt x="4239118" y="1042681"/>
                </a:lnTo>
                <a:cubicBezTo>
                  <a:pt x="4239118" y="1044324"/>
                  <a:pt x="4239940" y="1045146"/>
                  <a:pt x="4241583" y="1045146"/>
                </a:cubicBezTo>
                <a:cubicBezTo>
                  <a:pt x="4243226" y="1043502"/>
                  <a:pt x="4244458" y="1042681"/>
                  <a:pt x="4245280" y="1042681"/>
                </a:cubicBezTo>
                <a:lnTo>
                  <a:pt x="4246513" y="1042681"/>
                </a:lnTo>
                <a:lnTo>
                  <a:pt x="4246513" y="1035286"/>
                </a:lnTo>
                <a:cubicBezTo>
                  <a:pt x="4244870" y="1034464"/>
                  <a:pt x="4243226" y="1034054"/>
                  <a:pt x="4241583" y="1034053"/>
                </a:cubicBezTo>
                <a:close/>
                <a:moveTo>
                  <a:pt x="4245280" y="1025426"/>
                </a:moveTo>
                <a:lnTo>
                  <a:pt x="4240350" y="1026658"/>
                </a:lnTo>
                <a:lnTo>
                  <a:pt x="4240350" y="1030356"/>
                </a:lnTo>
                <a:cubicBezTo>
                  <a:pt x="4240350" y="1031999"/>
                  <a:pt x="4240762" y="1032821"/>
                  <a:pt x="4241583" y="1032821"/>
                </a:cubicBezTo>
                <a:lnTo>
                  <a:pt x="4242816" y="1029123"/>
                </a:lnTo>
                <a:close/>
                <a:moveTo>
                  <a:pt x="776465" y="1006939"/>
                </a:moveTo>
                <a:cubicBezTo>
                  <a:pt x="777286" y="1009404"/>
                  <a:pt x="777697" y="1011458"/>
                  <a:pt x="777697" y="1013101"/>
                </a:cubicBezTo>
                <a:lnTo>
                  <a:pt x="776465" y="1016799"/>
                </a:lnTo>
                <a:cubicBezTo>
                  <a:pt x="775643" y="1017620"/>
                  <a:pt x="775232" y="1018853"/>
                  <a:pt x="775232" y="1020496"/>
                </a:cubicBezTo>
                <a:lnTo>
                  <a:pt x="775232" y="1022961"/>
                </a:lnTo>
                <a:lnTo>
                  <a:pt x="776465" y="1022961"/>
                </a:lnTo>
                <a:cubicBezTo>
                  <a:pt x="777286" y="1022961"/>
                  <a:pt x="778108" y="1022550"/>
                  <a:pt x="778929" y="1021729"/>
                </a:cubicBezTo>
                <a:cubicBezTo>
                  <a:pt x="779751" y="1020085"/>
                  <a:pt x="780573" y="1017620"/>
                  <a:pt x="781394" y="1014334"/>
                </a:cubicBezTo>
                <a:cubicBezTo>
                  <a:pt x="782216" y="1012690"/>
                  <a:pt x="782627" y="1011458"/>
                  <a:pt x="782627" y="1010636"/>
                </a:cubicBezTo>
                <a:cubicBezTo>
                  <a:pt x="782627" y="1009815"/>
                  <a:pt x="782216" y="1008993"/>
                  <a:pt x="781394" y="1008171"/>
                </a:cubicBezTo>
                <a:cubicBezTo>
                  <a:pt x="780573" y="1007350"/>
                  <a:pt x="779751" y="1006939"/>
                  <a:pt x="778929" y="1006939"/>
                </a:cubicBezTo>
                <a:close/>
                <a:moveTo>
                  <a:pt x="797417" y="1005706"/>
                </a:moveTo>
                <a:cubicBezTo>
                  <a:pt x="795773" y="1005706"/>
                  <a:pt x="794130" y="1006117"/>
                  <a:pt x="792487" y="1006939"/>
                </a:cubicBezTo>
                <a:cubicBezTo>
                  <a:pt x="790843" y="1008582"/>
                  <a:pt x="789611" y="1010225"/>
                  <a:pt x="788789" y="1011869"/>
                </a:cubicBezTo>
                <a:lnTo>
                  <a:pt x="788789" y="1018031"/>
                </a:lnTo>
                <a:cubicBezTo>
                  <a:pt x="789611" y="1020496"/>
                  <a:pt x="790843" y="1021729"/>
                  <a:pt x="792487" y="1021729"/>
                </a:cubicBezTo>
                <a:lnTo>
                  <a:pt x="792487" y="1018031"/>
                </a:lnTo>
                <a:cubicBezTo>
                  <a:pt x="792487" y="1016388"/>
                  <a:pt x="792898" y="1014745"/>
                  <a:pt x="793719" y="1013101"/>
                </a:cubicBezTo>
                <a:lnTo>
                  <a:pt x="796184" y="1010636"/>
                </a:lnTo>
                <a:cubicBezTo>
                  <a:pt x="797006" y="1008993"/>
                  <a:pt x="797417" y="1007350"/>
                  <a:pt x="797417" y="1005706"/>
                </a:cubicBezTo>
                <a:close/>
                <a:moveTo>
                  <a:pt x="4250210" y="998311"/>
                </a:moveTo>
                <a:lnTo>
                  <a:pt x="4250210" y="999544"/>
                </a:lnTo>
                <a:lnTo>
                  <a:pt x="4251443" y="998311"/>
                </a:lnTo>
                <a:close/>
                <a:moveTo>
                  <a:pt x="4265000" y="993381"/>
                </a:moveTo>
                <a:lnTo>
                  <a:pt x="4263768" y="995846"/>
                </a:lnTo>
                <a:lnTo>
                  <a:pt x="4266232" y="994614"/>
                </a:lnTo>
                <a:close/>
                <a:moveTo>
                  <a:pt x="793719" y="974894"/>
                </a:moveTo>
                <a:lnTo>
                  <a:pt x="793719" y="979824"/>
                </a:lnTo>
                <a:lnTo>
                  <a:pt x="796184" y="984754"/>
                </a:lnTo>
                <a:lnTo>
                  <a:pt x="797417" y="985987"/>
                </a:lnTo>
                <a:cubicBezTo>
                  <a:pt x="798238" y="985165"/>
                  <a:pt x="798649" y="983932"/>
                  <a:pt x="798649" y="982289"/>
                </a:cubicBezTo>
                <a:cubicBezTo>
                  <a:pt x="797828" y="982289"/>
                  <a:pt x="797006" y="981467"/>
                  <a:pt x="796184" y="979824"/>
                </a:cubicBezTo>
                <a:lnTo>
                  <a:pt x="794952" y="977359"/>
                </a:lnTo>
                <a:close/>
                <a:moveTo>
                  <a:pt x="4320462" y="972429"/>
                </a:moveTo>
                <a:cubicBezTo>
                  <a:pt x="4318818" y="972429"/>
                  <a:pt x="4317997" y="972840"/>
                  <a:pt x="4317997" y="973662"/>
                </a:cubicBezTo>
                <a:lnTo>
                  <a:pt x="4321694" y="974894"/>
                </a:lnTo>
                <a:cubicBezTo>
                  <a:pt x="4322516" y="974073"/>
                  <a:pt x="4323338" y="973251"/>
                  <a:pt x="4324160" y="972429"/>
                </a:cubicBezTo>
                <a:close/>
                <a:moveTo>
                  <a:pt x="820834" y="953942"/>
                </a:moveTo>
                <a:lnTo>
                  <a:pt x="820834" y="956407"/>
                </a:lnTo>
                <a:lnTo>
                  <a:pt x="819601" y="960104"/>
                </a:lnTo>
                <a:lnTo>
                  <a:pt x="819601" y="961337"/>
                </a:lnTo>
                <a:cubicBezTo>
                  <a:pt x="819601" y="962980"/>
                  <a:pt x="820423" y="964213"/>
                  <a:pt x="822066" y="965034"/>
                </a:cubicBezTo>
                <a:lnTo>
                  <a:pt x="822066" y="961337"/>
                </a:lnTo>
                <a:lnTo>
                  <a:pt x="823299" y="958872"/>
                </a:lnTo>
                <a:lnTo>
                  <a:pt x="823299" y="957639"/>
                </a:lnTo>
                <a:cubicBezTo>
                  <a:pt x="823299" y="955996"/>
                  <a:pt x="822477" y="954764"/>
                  <a:pt x="820834" y="953942"/>
                </a:cubicBezTo>
                <a:close/>
                <a:moveTo>
                  <a:pt x="4284720" y="937920"/>
                </a:moveTo>
                <a:cubicBezTo>
                  <a:pt x="4282255" y="937920"/>
                  <a:pt x="4281022" y="941206"/>
                  <a:pt x="4281022" y="947780"/>
                </a:cubicBezTo>
                <a:lnTo>
                  <a:pt x="4285952" y="947780"/>
                </a:lnTo>
                <a:cubicBezTo>
                  <a:pt x="4286774" y="946136"/>
                  <a:pt x="4287184" y="944493"/>
                  <a:pt x="4287185" y="942850"/>
                </a:cubicBezTo>
                <a:cubicBezTo>
                  <a:pt x="4287184" y="941206"/>
                  <a:pt x="4286774" y="939563"/>
                  <a:pt x="4285952" y="937920"/>
                </a:cubicBezTo>
                <a:close/>
                <a:moveTo>
                  <a:pt x="1095678" y="915735"/>
                </a:moveTo>
                <a:cubicBezTo>
                  <a:pt x="1095678" y="920665"/>
                  <a:pt x="1091980" y="927649"/>
                  <a:pt x="1084585" y="936687"/>
                </a:cubicBezTo>
                <a:cubicBezTo>
                  <a:pt x="1085407" y="938331"/>
                  <a:pt x="1086228" y="939152"/>
                  <a:pt x="1087050" y="939152"/>
                </a:cubicBezTo>
                <a:lnTo>
                  <a:pt x="1090748" y="939152"/>
                </a:lnTo>
                <a:cubicBezTo>
                  <a:pt x="1094856" y="939152"/>
                  <a:pt x="1097321" y="939974"/>
                  <a:pt x="1098143" y="941617"/>
                </a:cubicBezTo>
                <a:cubicBezTo>
                  <a:pt x="1094856" y="944082"/>
                  <a:pt x="1092391" y="948601"/>
                  <a:pt x="1090748" y="955174"/>
                </a:cubicBezTo>
                <a:lnTo>
                  <a:pt x="1089515" y="962569"/>
                </a:lnTo>
                <a:lnTo>
                  <a:pt x="1087050" y="971197"/>
                </a:lnTo>
                <a:cubicBezTo>
                  <a:pt x="1085407" y="981878"/>
                  <a:pt x="1081299" y="987219"/>
                  <a:pt x="1074725" y="987219"/>
                </a:cubicBezTo>
                <a:cubicBezTo>
                  <a:pt x="1073082" y="987219"/>
                  <a:pt x="1071439" y="986808"/>
                  <a:pt x="1069795" y="985987"/>
                </a:cubicBezTo>
                <a:cubicBezTo>
                  <a:pt x="1072260" y="988452"/>
                  <a:pt x="1073493" y="990917"/>
                  <a:pt x="1073493" y="993381"/>
                </a:cubicBezTo>
                <a:lnTo>
                  <a:pt x="1074725" y="999544"/>
                </a:lnTo>
                <a:cubicBezTo>
                  <a:pt x="1074725" y="1003652"/>
                  <a:pt x="1076369" y="1007350"/>
                  <a:pt x="1079655" y="1010636"/>
                </a:cubicBezTo>
                <a:cubicBezTo>
                  <a:pt x="1078012" y="1011458"/>
                  <a:pt x="1077190" y="1013101"/>
                  <a:pt x="1077190" y="1015566"/>
                </a:cubicBezTo>
                <a:lnTo>
                  <a:pt x="1077190" y="1021729"/>
                </a:lnTo>
                <a:cubicBezTo>
                  <a:pt x="1077190" y="1026658"/>
                  <a:pt x="1074314" y="1030767"/>
                  <a:pt x="1068563" y="1034053"/>
                </a:cubicBezTo>
                <a:lnTo>
                  <a:pt x="1075958" y="1034053"/>
                </a:lnTo>
                <a:cubicBezTo>
                  <a:pt x="1080066" y="1034054"/>
                  <a:pt x="1082120" y="1035286"/>
                  <a:pt x="1082120" y="1037751"/>
                </a:cubicBezTo>
                <a:cubicBezTo>
                  <a:pt x="1082120" y="1040216"/>
                  <a:pt x="1081299" y="1043913"/>
                  <a:pt x="1079655" y="1048843"/>
                </a:cubicBezTo>
                <a:lnTo>
                  <a:pt x="1075958" y="1062400"/>
                </a:lnTo>
                <a:cubicBezTo>
                  <a:pt x="1075136" y="1065687"/>
                  <a:pt x="1074725" y="1068563"/>
                  <a:pt x="1074725" y="1071028"/>
                </a:cubicBezTo>
                <a:cubicBezTo>
                  <a:pt x="1074725" y="1075958"/>
                  <a:pt x="1076369" y="1079655"/>
                  <a:pt x="1079655" y="1082120"/>
                </a:cubicBezTo>
                <a:lnTo>
                  <a:pt x="1074725" y="1083353"/>
                </a:lnTo>
                <a:lnTo>
                  <a:pt x="1072260" y="1085818"/>
                </a:lnTo>
                <a:lnTo>
                  <a:pt x="1069795" y="1085818"/>
                </a:lnTo>
                <a:cubicBezTo>
                  <a:pt x="1068152" y="1085818"/>
                  <a:pt x="1066509" y="1085407"/>
                  <a:pt x="1064865" y="1084585"/>
                </a:cubicBezTo>
                <a:cubicBezTo>
                  <a:pt x="1064865" y="1085407"/>
                  <a:pt x="1065687" y="1087050"/>
                  <a:pt x="1067330" y="1089515"/>
                </a:cubicBezTo>
                <a:lnTo>
                  <a:pt x="1071028" y="1094445"/>
                </a:lnTo>
                <a:cubicBezTo>
                  <a:pt x="1071850" y="1095267"/>
                  <a:pt x="1072260" y="1096088"/>
                  <a:pt x="1072260" y="1096910"/>
                </a:cubicBezTo>
                <a:cubicBezTo>
                  <a:pt x="1072260" y="1099375"/>
                  <a:pt x="1069385" y="1100608"/>
                  <a:pt x="1063633" y="1100607"/>
                </a:cubicBezTo>
                <a:cubicBezTo>
                  <a:pt x="1066920" y="1105537"/>
                  <a:pt x="1068563" y="1113343"/>
                  <a:pt x="1068563" y="1124025"/>
                </a:cubicBezTo>
                <a:cubicBezTo>
                  <a:pt x="1068563" y="1128133"/>
                  <a:pt x="1068152" y="1132652"/>
                  <a:pt x="1067330" y="1137582"/>
                </a:cubicBezTo>
                <a:lnTo>
                  <a:pt x="1064865" y="1159767"/>
                </a:lnTo>
                <a:lnTo>
                  <a:pt x="1064865" y="1179486"/>
                </a:lnTo>
                <a:cubicBezTo>
                  <a:pt x="1064044" y="1181130"/>
                  <a:pt x="1063222" y="1181951"/>
                  <a:pt x="1062401" y="1181951"/>
                </a:cubicBezTo>
                <a:lnTo>
                  <a:pt x="1061168" y="1181951"/>
                </a:lnTo>
                <a:lnTo>
                  <a:pt x="1058703" y="1180719"/>
                </a:lnTo>
                <a:lnTo>
                  <a:pt x="1055006" y="1180719"/>
                </a:lnTo>
                <a:cubicBezTo>
                  <a:pt x="1055827" y="1183184"/>
                  <a:pt x="1056238" y="1187292"/>
                  <a:pt x="1056238" y="1193044"/>
                </a:cubicBezTo>
                <a:lnTo>
                  <a:pt x="1057471" y="1206601"/>
                </a:lnTo>
                <a:cubicBezTo>
                  <a:pt x="1058292" y="1217283"/>
                  <a:pt x="1061168" y="1223856"/>
                  <a:pt x="1066098" y="1226321"/>
                </a:cubicBezTo>
                <a:cubicBezTo>
                  <a:pt x="1062811" y="1227142"/>
                  <a:pt x="1059935" y="1228786"/>
                  <a:pt x="1057471" y="1231251"/>
                </a:cubicBezTo>
                <a:lnTo>
                  <a:pt x="1053773" y="1233716"/>
                </a:lnTo>
                <a:lnTo>
                  <a:pt x="1048843" y="1237413"/>
                </a:lnTo>
                <a:cubicBezTo>
                  <a:pt x="1049665" y="1238235"/>
                  <a:pt x="1050076" y="1239878"/>
                  <a:pt x="1050076" y="1242343"/>
                </a:cubicBezTo>
                <a:lnTo>
                  <a:pt x="1051308" y="1249738"/>
                </a:lnTo>
                <a:cubicBezTo>
                  <a:pt x="1051308" y="1256311"/>
                  <a:pt x="1052130" y="1259598"/>
                  <a:pt x="1053773" y="1259598"/>
                </a:cubicBezTo>
                <a:cubicBezTo>
                  <a:pt x="1053773" y="1257133"/>
                  <a:pt x="1054595" y="1255900"/>
                  <a:pt x="1056238" y="1255900"/>
                </a:cubicBezTo>
                <a:cubicBezTo>
                  <a:pt x="1057060" y="1255900"/>
                  <a:pt x="1058292" y="1256311"/>
                  <a:pt x="1059936" y="1257133"/>
                </a:cubicBezTo>
                <a:cubicBezTo>
                  <a:pt x="1064044" y="1257955"/>
                  <a:pt x="1066509" y="1259187"/>
                  <a:pt x="1067330" y="1260830"/>
                </a:cubicBezTo>
                <a:cubicBezTo>
                  <a:pt x="1064865" y="1260830"/>
                  <a:pt x="1063222" y="1262884"/>
                  <a:pt x="1062401" y="1266993"/>
                </a:cubicBezTo>
                <a:lnTo>
                  <a:pt x="1061168" y="1270690"/>
                </a:lnTo>
                <a:cubicBezTo>
                  <a:pt x="1060346" y="1271512"/>
                  <a:pt x="1059114" y="1272333"/>
                  <a:pt x="1057471" y="1273155"/>
                </a:cubicBezTo>
                <a:cubicBezTo>
                  <a:pt x="1055827" y="1273155"/>
                  <a:pt x="1054595" y="1271101"/>
                  <a:pt x="1053773" y="1266993"/>
                </a:cubicBezTo>
                <a:lnTo>
                  <a:pt x="1051308" y="1263295"/>
                </a:lnTo>
                <a:cubicBezTo>
                  <a:pt x="1051308" y="1262474"/>
                  <a:pt x="1050486" y="1262063"/>
                  <a:pt x="1048843" y="1262063"/>
                </a:cubicBezTo>
                <a:cubicBezTo>
                  <a:pt x="1048022" y="1269458"/>
                  <a:pt x="1047611" y="1276853"/>
                  <a:pt x="1047611" y="1284247"/>
                </a:cubicBezTo>
                <a:lnTo>
                  <a:pt x="1046378" y="1305200"/>
                </a:lnTo>
                <a:cubicBezTo>
                  <a:pt x="1046378" y="1321633"/>
                  <a:pt x="1045556" y="1333958"/>
                  <a:pt x="1043913" y="1342174"/>
                </a:cubicBezTo>
                <a:cubicBezTo>
                  <a:pt x="1045556" y="1340531"/>
                  <a:pt x="1047200" y="1339709"/>
                  <a:pt x="1048843" y="1339709"/>
                </a:cubicBezTo>
                <a:cubicBezTo>
                  <a:pt x="1050486" y="1339709"/>
                  <a:pt x="1051719" y="1341352"/>
                  <a:pt x="1052541" y="1344639"/>
                </a:cubicBezTo>
                <a:lnTo>
                  <a:pt x="1053773" y="1349569"/>
                </a:lnTo>
                <a:cubicBezTo>
                  <a:pt x="1054595" y="1352034"/>
                  <a:pt x="1055827" y="1353266"/>
                  <a:pt x="1057471" y="1353266"/>
                </a:cubicBezTo>
                <a:cubicBezTo>
                  <a:pt x="1057471" y="1351623"/>
                  <a:pt x="1058292" y="1350801"/>
                  <a:pt x="1059936" y="1350801"/>
                </a:cubicBezTo>
                <a:lnTo>
                  <a:pt x="1061168" y="1350801"/>
                </a:lnTo>
                <a:lnTo>
                  <a:pt x="1064865" y="1353266"/>
                </a:lnTo>
                <a:cubicBezTo>
                  <a:pt x="1067330" y="1353266"/>
                  <a:pt x="1069385" y="1352856"/>
                  <a:pt x="1071028" y="1352034"/>
                </a:cubicBezTo>
                <a:cubicBezTo>
                  <a:pt x="1070206" y="1347926"/>
                  <a:pt x="1068563" y="1343817"/>
                  <a:pt x="1066098" y="1339709"/>
                </a:cubicBezTo>
                <a:lnTo>
                  <a:pt x="1063633" y="1333547"/>
                </a:lnTo>
                <a:lnTo>
                  <a:pt x="1059936" y="1328617"/>
                </a:lnTo>
                <a:lnTo>
                  <a:pt x="1071028" y="1327384"/>
                </a:lnTo>
                <a:cubicBezTo>
                  <a:pt x="1070206" y="1320811"/>
                  <a:pt x="1069795" y="1314238"/>
                  <a:pt x="1069795" y="1307665"/>
                </a:cubicBezTo>
                <a:cubicBezTo>
                  <a:pt x="1069795" y="1300270"/>
                  <a:pt x="1070206" y="1292875"/>
                  <a:pt x="1071028" y="1285480"/>
                </a:cubicBezTo>
                <a:lnTo>
                  <a:pt x="1072260" y="1264528"/>
                </a:lnTo>
                <a:lnTo>
                  <a:pt x="1074725" y="1244808"/>
                </a:lnTo>
                <a:cubicBezTo>
                  <a:pt x="1077190" y="1228375"/>
                  <a:pt x="1078423" y="1214818"/>
                  <a:pt x="1078423" y="1204136"/>
                </a:cubicBezTo>
                <a:cubicBezTo>
                  <a:pt x="1078423" y="1192633"/>
                  <a:pt x="1077190" y="1184006"/>
                  <a:pt x="1074725" y="1178254"/>
                </a:cubicBezTo>
                <a:cubicBezTo>
                  <a:pt x="1077190" y="1171681"/>
                  <a:pt x="1078834" y="1164286"/>
                  <a:pt x="1079655" y="1156069"/>
                </a:cubicBezTo>
                <a:cubicBezTo>
                  <a:pt x="1082120" y="1146209"/>
                  <a:pt x="1083763" y="1136349"/>
                  <a:pt x="1084585" y="1126490"/>
                </a:cubicBezTo>
                <a:cubicBezTo>
                  <a:pt x="1086228" y="1114165"/>
                  <a:pt x="1087050" y="1103072"/>
                  <a:pt x="1087050" y="1093213"/>
                </a:cubicBezTo>
                <a:cubicBezTo>
                  <a:pt x="1087050" y="1083353"/>
                  <a:pt x="1086228" y="1075136"/>
                  <a:pt x="1084585" y="1068563"/>
                </a:cubicBezTo>
                <a:lnTo>
                  <a:pt x="1087050" y="1068563"/>
                </a:lnTo>
                <a:lnTo>
                  <a:pt x="1088283" y="1063633"/>
                </a:lnTo>
                <a:lnTo>
                  <a:pt x="1090748" y="1058703"/>
                </a:lnTo>
                <a:cubicBezTo>
                  <a:pt x="1092391" y="1054595"/>
                  <a:pt x="1094034" y="1051719"/>
                  <a:pt x="1095678" y="1050076"/>
                </a:cubicBezTo>
                <a:cubicBezTo>
                  <a:pt x="1092391" y="1046789"/>
                  <a:pt x="1090748" y="1041859"/>
                  <a:pt x="1090748" y="1035286"/>
                </a:cubicBezTo>
                <a:cubicBezTo>
                  <a:pt x="1090748" y="1032821"/>
                  <a:pt x="1091158" y="1029945"/>
                  <a:pt x="1091980" y="1026658"/>
                </a:cubicBezTo>
                <a:cubicBezTo>
                  <a:pt x="1093623" y="1016799"/>
                  <a:pt x="1096910" y="1008582"/>
                  <a:pt x="1101840" y="1002009"/>
                </a:cubicBezTo>
                <a:cubicBezTo>
                  <a:pt x="1099375" y="997079"/>
                  <a:pt x="1098142" y="990916"/>
                  <a:pt x="1098143" y="983522"/>
                </a:cubicBezTo>
                <a:lnTo>
                  <a:pt x="1098143" y="978592"/>
                </a:lnTo>
                <a:lnTo>
                  <a:pt x="1099375" y="966267"/>
                </a:lnTo>
                <a:lnTo>
                  <a:pt x="1103072" y="955174"/>
                </a:lnTo>
                <a:cubicBezTo>
                  <a:pt x="1104716" y="948601"/>
                  <a:pt x="1105537" y="942850"/>
                  <a:pt x="1105537" y="937920"/>
                </a:cubicBezTo>
                <a:cubicBezTo>
                  <a:pt x="1105537" y="928060"/>
                  <a:pt x="1102251" y="920665"/>
                  <a:pt x="1095678" y="915735"/>
                </a:cubicBezTo>
                <a:close/>
                <a:moveTo>
                  <a:pt x="846716" y="873831"/>
                </a:moveTo>
                <a:lnTo>
                  <a:pt x="839321" y="875063"/>
                </a:lnTo>
                <a:lnTo>
                  <a:pt x="839321" y="879993"/>
                </a:lnTo>
                <a:lnTo>
                  <a:pt x="846716" y="878761"/>
                </a:lnTo>
                <a:close/>
                <a:moveTo>
                  <a:pt x="867668" y="867668"/>
                </a:moveTo>
                <a:cubicBezTo>
                  <a:pt x="866025" y="867668"/>
                  <a:pt x="865203" y="868079"/>
                  <a:pt x="865203" y="868901"/>
                </a:cubicBezTo>
                <a:lnTo>
                  <a:pt x="865203" y="872598"/>
                </a:lnTo>
                <a:cubicBezTo>
                  <a:pt x="862738" y="873420"/>
                  <a:pt x="861506" y="874241"/>
                  <a:pt x="861506" y="875063"/>
                </a:cubicBezTo>
                <a:lnTo>
                  <a:pt x="861506" y="876296"/>
                </a:lnTo>
                <a:lnTo>
                  <a:pt x="862738" y="877528"/>
                </a:lnTo>
                <a:lnTo>
                  <a:pt x="863971" y="878761"/>
                </a:lnTo>
                <a:lnTo>
                  <a:pt x="865203" y="878761"/>
                </a:lnTo>
                <a:cubicBezTo>
                  <a:pt x="866025" y="877939"/>
                  <a:pt x="866436" y="877117"/>
                  <a:pt x="866436" y="876296"/>
                </a:cubicBezTo>
                <a:cubicBezTo>
                  <a:pt x="866436" y="875474"/>
                  <a:pt x="866025" y="874241"/>
                  <a:pt x="865203" y="872598"/>
                </a:cubicBezTo>
                <a:cubicBezTo>
                  <a:pt x="866025" y="872598"/>
                  <a:pt x="866847" y="872187"/>
                  <a:pt x="867668" y="871366"/>
                </a:cubicBezTo>
                <a:close/>
                <a:moveTo>
                  <a:pt x="1108002" y="862738"/>
                </a:moveTo>
                <a:cubicBezTo>
                  <a:pt x="1107181" y="863560"/>
                  <a:pt x="1105537" y="864382"/>
                  <a:pt x="1103072" y="865203"/>
                </a:cubicBezTo>
                <a:lnTo>
                  <a:pt x="1098143" y="866436"/>
                </a:lnTo>
                <a:cubicBezTo>
                  <a:pt x="1099786" y="868079"/>
                  <a:pt x="1100608" y="870544"/>
                  <a:pt x="1100608" y="873831"/>
                </a:cubicBezTo>
                <a:lnTo>
                  <a:pt x="1100608" y="881225"/>
                </a:lnTo>
                <a:cubicBezTo>
                  <a:pt x="1100608" y="886977"/>
                  <a:pt x="1102251" y="891907"/>
                  <a:pt x="1105537" y="896015"/>
                </a:cubicBezTo>
                <a:lnTo>
                  <a:pt x="1103072" y="896015"/>
                </a:lnTo>
                <a:cubicBezTo>
                  <a:pt x="1103072" y="897659"/>
                  <a:pt x="1102662" y="898891"/>
                  <a:pt x="1101840" y="899713"/>
                </a:cubicBezTo>
                <a:lnTo>
                  <a:pt x="1099375" y="900945"/>
                </a:lnTo>
                <a:cubicBezTo>
                  <a:pt x="1098553" y="901767"/>
                  <a:pt x="1098142" y="902999"/>
                  <a:pt x="1098143" y="904643"/>
                </a:cubicBezTo>
                <a:lnTo>
                  <a:pt x="1098143" y="907108"/>
                </a:lnTo>
                <a:cubicBezTo>
                  <a:pt x="1099786" y="907929"/>
                  <a:pt x="1101429" y="908340"/>
                  <a:pt x="1103072" y="908340"/>
                </a:cubicBezTo>
                <a:cubicBezTo>
                  <a:pt x="1108002" y="908340"/>
                  <a:pt x="1111289" y="905875"/>
                  <a:pt x="1112932" y="900945"/>
                </a:cubicBezTo>
                <a:cubicBezTo>
                  <a:pt x="1111289" y="900945"/>
                  <a:pt x="1108824" y="899302"/>
                  <a:pt x="1105537" y="896015"/>
                </a:cubicBezTo>
                <a:lnTo>
                  <a:pt x="1110467" y="896015"/>
                </a:lnTo>
                <a:lnTo>
                  <a:pt x="1109235" y="886155"/>
                </a:lnTo>
                <a:lnTo>
                  <a:pt x="1108002" y="877528"/>
                </a:lnTo>
                <a:close/>
                <a:moveTo>
                  <a:pt x="4363599" y="861506"/>
                </a:moveTo>
                <a:cubicBezTo>
                  <a:pt x="4361956" y="861506"/>
                  <a:pt x="4360723" y="861917"/>
                  <a:pt x="4359902" y="862738"/>
                </a:cubicBezTo>
                <a:cubicBezTo>
                  <a:pt x="4357436" y="863560"/>
                  <a:pt x="4356204" y="865203"/>
                  <a:pt x="4356204" y="867668"/>
                </a:cubicBezTo>
                <a:lnTo>
                  <a:pt x="4356204" y="875063"/>
                </a:lnTo>
                <a:cubicBezTo>
                  <a:pt x="4357026" y="877528"/>
                  <a:pt x="4358668" y="878761"/>
                  <a:pt x="4361134" y="878761"/>
                </a:cubicBezTo>
                <a:cubicBezTo>
                  <a:pt x="4363598" y="875474"/>
                  <a:pt x="4365653" y="870133"/>
                  <a:pt x="4367296" y="862738"/>
                </a:cubicBezTo>
                <a:cubicBezTo>
                  <a:pt x="4365653" y="861917"/>
                  <a:pt x="4364420" y="861506"/>
                  <a:pt x="4363599" y="861506"/>
                </a:cubicBezTo>
                <a:close/>
                <a:moveTo>
                  <a:pt x="854111" y="860273"/>
                </a:moveTo>
                <a:lnTo>
                  <a:pt x="846716" y="861506"/>
                </a:lnTo>
                <a:lnTo>
                  <a:pt x="846716" y="871366"/>
                </a:lnTo>
                <a:lnTo>
                  <a:pt x="854111" y="871366"/>
                </a:lnTo>
                <a:close/>
                <a:moveTo>
                  <a:pt x="4372226" y="849181"/>
                </a:moveTo>
                <a:cubicBezTo>
                  <a:pt x="4372226" y="850824"/>
                  <a:pt x="4371815" y="852878"/>
                  <a:pt x="4370994" y="855343"/>
                </a:cubicBezTo>
                <a:cubicBezTo>
                  <a:pt x="4371815" y="855343"/>
                  <a:pt x="4372637" y="856165"/>
                  <a:pt x="4373458" y="857808"/>
                </a:cubicBezTo>
                <a:lnTo>
                  <a:pt x="4375924" y="851646"/>
                </a:lnTo>
                <a:cubicBezTo>
                  <a:pt x="4375102" y="850824"/>
                  <a:pt x="4373870" y="850003"/>
                  <a:pt x="4372226" y="849181"/>
                </a:cubicBezTo>
                <a:close/>
                <a:moveTo>
                  <a:pt x="1106770" y="849181"/>
                </a:moveTo>
                <a:cubicBezTo>
                  <a:pt x="1105127" y="849181"/>
                  <a:pt x="1103483" y="850003"/>
                  <a:pt x="1101840" y="851646"/>
                </a:cubicBezTo>
                <a:lnTo>
                  <a:pt x="1105537" y="851646"/>
                </a:lnTo>
                <a:lnTo>
                  <a:pt x="1106770" y="852878"/>
                </a:lnTo>
                <a:lnTo>
                  <a:pt x="1108002" y="852878"/>
                </a:lnTo>
                <a:cubicBezTo>
                  <a:pt x="1108824" y="852878"/>
                  <a:pt x="1109646" y="852057"/>
                  <a:pt x="1110467" y="850413"/>
                </a:cubicBezTo>
                <a:cubicBezTo>
                  <a:pt x="1110467" y="849592"/>
                  <a:pt x="1109235" y="849181"/>
                  <a:pt x="1106770" y="849181"/>
                </a:cubicBezTo>
                <a:close/>
                <a:moveTo>
                  <a:pt x="4331554" y="829461"/>
                </a:moveTo>
                <a:lnTo>
                  <a:pt x="4330322" y="835624"/>
                </a:lnTo>
                <a:cubicBezTo>
                  <a:pt x="4331965" y="833981"/>
                  <a:pt x="4332787" y="832337"/>
                  <a:pt x="4332787" y="830694"/>
                </a:cubicBezTo>
                <a:close/>
                <a:moveTo>
                  <a:pt x="896015" y="806044"/>
                </a:moveTo>
                <a:cubicBezTo>
                  <a:pt x="892729" y="812617"/>
                  <a:pt x="891085" y="816726"/>
                  <a:pt x="891085" y="818369"/>
                </a:cubicBezTo>
                <a:lnTo>
                  <a:pt x="896015" y="818369"/>
                </a:lnTo>
                <a:lnTo>
                  <a:pt x="898480" y="813439"/>
                </a:lnTo>
                <a:cubicBezTo>
                  <a:pt x="899302" y="810974"/>
                  <a:pt x="899713" y="808920"/>
                  <a:pt x="899713" y="807277"/>
                </a:cubicBezTo>
                <a:cubicBezTo>
                  <a:pt x="898891" y="806455"/>
                  <a:pt x="898069" y="806044"/>
                  <a:pt x="897248" y="806044"/>
                </a:cubicBezTo>
                <a:close/>
                <a:moveTo>
                  <a:pt x="4367296" y="799882"/>
                </a:moveTo>
                <a:lnTo>
                  <a:pt x="4364832" y="806044"/>
                </a:lnTo>
                <a:cubicBezTo>
                  <a:pt x="4364831" y="809331"/>
                  <a:pt x="4365242" y="810974"/>
                  <a:pt x="4366064" y="810974"/>
                </a:cubicBezTo>
                <a:cubicBezTo>
                  <a:pt x="4366886" y="808509"/>
                  <a:pt x="4367707" y="807277"/>
                  <a:pt x="4368529" y="807277"/>
                </a:cubicBezTo>
                <a:lnTo>
                  <a:pt x="4369761" y="808509"/>
                </a:lnTo>
                <a:lnTo>
                  <a:pt x="4369761" y="804812"/>
                </a:lnTo>
                <a:cubicBezTo>
                  <a:pt x="4369761" y="802347"/>
                  <a:pt x="4368940" y="800703"/>
                  <a:pt x="4367296" y="799882"/>
                </a:cubicBezTo>
                <a:close/>
                <a:moveTo>
                  <a:pt x="1121560" y="781394"/>
                </a:moveTo>
                <a:cubicBezTo>
                  <a:pt x="1119916" y="781394"/>
                  <a:pt x="1119095" y="781805"/>
                  <a:pt x="1119095" y="782627"/>
                </a:cubicBezTo>
                <a:lnTo>
                  <a:pt x="1120327" y="783859"/>
                </a:lnTo>
                <a:lnTo>
                  <a:pt x="1121560" y="785092"/>
                </a:lnTo>
                <a:lnTo>
                  <a:pt x="1122792" y="785092"/>
                </a:lnTo>
                <a:lnTo>
                  <a:pt x="1124025" y="782627"/>
                </a:lnTo>
                <a:cubicBezTo>
                  <a:pt x="1124025" y="781805"/>
                  <a:pt x="1123614" y="781394"/>
                  <a:pt x="1122792" y="781394"/>
                </a:cubicBezTo>
                <a:close/>
                <a:moveTo>
                  <a:pt x="4404271" y="750582"/>
                </a:moveTo>
                <a:lnTo>
                  <a:pt x="4403038" y="751815"/>
                </a:lnTo>
                <a:lnTo>
                  <a:pt x="4400574" y="751815"/>
                </a:lnTo>
                <a:cubicBezTo>
                  <a:pt x="4398930" y="753458"/>
                  <a:pt x="4397698" y="755101"/>
                  <a:pt x="4396876" y="756745"/>
                </a:cubicBezTo>
                <a:lnTo>
                  <a:pt x="4396876" y="757977"/>
                </a:lnTo>
                <a:cubicBezTo>
                  <a:pt x="4396876" y="759621"/>
                  <a:pt x="4397698" y="761264"/>
                  <a:pt x="4399341" y="762907"/>
                </a:cubicBezTo>
                <a:lnTo>
                  <a:pt x="4400574" y="759210"/>
                </a:lnTo>
                <a:cubicBezTo>
                  <a:pt x="4402216" y="756745"/>
                  <a:pt x="4403038" y="754280"/>
                  <a:pt x="4403038" y="751815"/>
                </a:cubicBezTo>
                <a:cubicBezTo>
                  <a:pt x="4404682" y="751815"/>
                  <a:pt x="4405503" y="751404"/>
                  <a:pt x="4405503" y="750582"/>
                </a:cubicBezTo>
                <a:close/>
                <a:moveTo>
                  <a:pt x="928060" y="730863"/>
                </a:moveTo>
                <a:lnTo>
                  <a:pt x="925595" y="732095"/>
                </a:lnTo>
                <a:lnTo>
                  <a:pt x="924362" y="732095"/>
                </a:lnTo>
                <a:cubicBezTo>
                  <a:pt x="923541" y="732095"/>
                  <a:pt x="923130" y="732506"/>
                  <a:pt x="923130" y="733328"/>
                </a:cubicBezTo>
                <a:lnTo>
                  <a:pt x="926827" y="733328"/>
                </a:lnTo>
                <a:cubicBezTo>
                  <a:pt x="927649" y="732506"/>
                  <a:pt x="928060" y="731684"/>
                  <a:pt x="928060" y="730863"/>
                </a:cubicBezTo>
                <a:close/>
                <a:moveTo>
                  <a:pt x="4431386" y="677866"/>
                </a:moveTo>
                <a:cubicBezTo>
                  <a:pt x="4430564" y="682796"/>
                  <a:pt x="4428920" y="686904"/>
                  <a:pt x="4426456" y="690191"/>
                </a:cubicBezTo>
                <a:lnTo>
                  <a:pt x="4422758" y="695121"/>
                </a:lnTo>
                <a:cubicBezTo>
                  <a:pt x="4421114" y="697586"/>
                  <a:pt x="4419882" y="700461"/>
                  <a:pt x="4419060" y="703748"/>
                </a:cubicBezTo>
                <a:cubicBezTo>
                  <a:pt x="4419882" y="704570"/>
                  <a:pt x="4420704" y="704980"/>
                  <a:pt x="4421526" y="704980"/>
                </a:cubicBezTo>
                <a:cubicBezTo>
                  <a:pt x="4424812" y="704980"/>
                  <a:pt x="4427688" y="701694"/>
                  <a:pt x="4430153" y="695121"/>
                </a:cubicBezTo>
                <a:cubicBezTo>
                  <a:pt x="4431796" y="690191"/>
                  <a:pt x="4432618" y="686083"/>
                  <a:pt x="4432618" y="682796"/>
                </a:cubicBezTo>
                <a:cubicBezTo>
                  <a:pt x="4432618" y="681153"/>
                  <a:pt x="4432207" y="679509"/>
                  <a:pt x="4431386" y="677866"/>
                </a:cubicBezTo>
                <a:close/>
                <a:moveTo>
                  <a:pt x="955175" y="600219"/>
                </a:moveTo>
                <a:cubicBezTo>
                  <a:pt x="951888" y="600219"/>
                  <a:pt x="949423" y="602274"/>
                  <a:pt x="947780" y="606382"/>
                </a:cubicBezTo>
                <a:lnTo>
                  <a:pt x="945315" y="612544"/>
                </a:lnTo>
                <a:lnTo>
                  <a:pt x="942850" y="618707"/>
                </a:lnTo>
                <a:lnTo>
                  <a:pt x="940385" y="619939"/>
                </a:lnTo>
                <a:cubicBezTo>
                  <a:pt x="938741" y="624047"/>
                  <a:pt x="935455" y="628566"/>
                  <a:pt x="930525" y="633497"/>
                </a:cubicBezTo>
                <a:lnTo>
                  <a:pt x="925595" y="639659"/>
                </a:lnTo>
                <a:lnTo>
                  <a:pt x="920665" y="647054"/>
                </a:lnTo>
                <a:cubicBezTo>
                  <a:pt x="920665" y="644589"/>
                  <a:pt x="920254" y="642946"/>
                  <a:pt x="919433" y="642124"/>
                </a:cubicBezTo>
                <a:cubicBezTo>
                  <a:pt x="917789" y="642124"/>
                  <a:pt x="916557" y="642535"/>
                  <a:pt x="915735" y="643356"/>
                </a:cubicBezTo>
                <a:lnTo>
                  <a:pt x="915735" y="647054"/>
                </a:lnTo>
                <a:lnTo>
                  <a:pt x="920665" y="647054"/>
                </a:lnTo>
                <a:cubicBezTo>
                  <a:pt x="785913" y="894372"/>
                  <a:pt x="687315" y="1101840"/>
                  <a:pt x="624869" y="1269458"/>
                </a:cubicBezTo>
                <a:cubicBezTo>
                  <a:pt x="622404" y="1270279"/>
                  <a:pt x="620761" y="1271923"/>
                  <a:pt x="619939" y="1274388"/>
                </a:cubicBezTo>
                <a:lnTo>
                  <a:pt x="617474" y="1280550"/>
                </a:lnTo>
                <a:cubicBezTo>
                  <a:pt x="615831" y="1286302"/>
                  <a:pt x="612544" y="1289177"/>
                  <a:pt x="607614" y="1289177"/>
                </a:cubicBezTo>
                <a:cubicBezTo>
                  <a:pt x="608436" y="1291642"/>
                  <a:pt x="608847" y="1294518"/>
                  <a:pt x="608847" y="1297805"/>
                </a:cubicBezTo>
                <a:cubicBezTo>
                  <a:pt x="608847" y="1301913"/>
                  <a:pt x="608025" y="1306843"/>
                  <a:pt x="606382" y="1312595"/>
                </a:cubicBezTo>
                <a:cubicBezTo>
                  <a:pt x="604739" y="1318346"/>
                  <a:pt x="601452" y="1326152"/>
                  <a:pt x="596522" y="1336012"/>
                </a:cubicBezTo>
                <a:cubicBezTo>
                  <a:pt x="587484" y="1351623"/>
                  <a:pt x="582965" y="1363126"/>
                  <a:pt x="582965" y="1370521"/>
                </a:cubicBezTo>
                <a:cubicBezTo>
                  <a:pt x="582965" y="1372165"/>
                  <a:pt x="583375" y="1373397"/>
                  <a:pt x="584197" y="1374219"/>
                </a:cubicBezTo>
                <a:cubicBezTo>
                  <a:pt x="596522" y="1356964"/>
                  <a:pt x="607204" y="1335601"/>
                  <a:pt x="616242" y="1310130"/>
                </a:cubicBezTo>
                <a:lnTo>
                  <a:pt x="627334" y="1276853"/>
                </a:lnTo>
                <a:lnTo>
                  <a:pt x="638426" y="1242343"/>
                </a:lnTo>
                <a:cubicBezTo>
                  <a:pt x="640070" y="1238235"/>
                  <a:pt x="643767" y="1232483"/>
                  <a:pt x="649519" y="1225088"/>
                </a:cubicBezTo>
                <a:lnTo>
                  <a:pt x="655681" y="1215228"/>
                </a:lnTo>
                <a:lnTo>
                  <a:pt x="661844" y="1205368"/>
                </a:lnTo>
                <a:cubicBezTo>
                  <a:pt x="667595" y="1193044"/>
                  <a:pt x="674990" y="1174556"/>
                  <a:pt x="684028" y="1149907"/>
                </a:cubicBezTo>
                <a:lnTo>
                  <a:pt x="693888" y="1120327"/>
                </a:lnTo>
                <a:lnTo>
                  <a:pt x="706213" y="1091980"/>
                </a:lnTo>
                <a:lnTo>
                  <a:pt x="719770" y="1062400"/>
                </a:lnTo>
                <a:lnTo>
                  <a:pt x="733328" y="1032821"/>
                </a:lnTo>
                <a:cubicBezTo>
                  <a:pt x="744831" y="1010636"/>
                  <a:pt x="753869" y="990095"/>
                  <a:pt x="760442" y="971197"/>
                </a:cubicBezTo>
                <a:cubicBezTo>
                  <a:pt x="765372" y="957229"/>
                  <a:pt x="774821" y="939152"/>
                  <a:pt x="788789" y="916967"/>
                </a:cubicBezTo>
                <a:lnTo>
                  <a:pt x="804812" y="889853"/>
                </a:lnTo>
                <a:lnTo>
                  <a:pt x="820834" y="862738"/>
                </a:lnTo>
                <a:cubicBezTo>
                  <a:pt x="823299" y="858630"/>
                  <a:pt x="825353" y="853289"/>
                  <a:pt x="826996" y="846716"/>
                </a:cubicBezTo>
                <a:lnTo>
                  <a:pt x="833159" y="829461"/>
                </a:lnTo>
                <a:cubicBezTo>
                  <a:pt x="838089" y="814671"/>
                  <a:pt x="842608" y="803168"/>
                  <a:pt x="846716" y="794952"/>
                </a:cubicBezTo>
                <a:cubicBezTo>
                  <a:pt x="851646" y="787557"/>
                  <a:pt x="858630" y="776875"/>
                  <a:pt x="867668" y="762907"/>
                </a:cubicBezTo>
                <a:lnTo>
                  <a:pt x="877528" y="746885"/>
                </a:lnTo>
                <a:lnTo>
                  <a:pt x="888620" y="729630"/>
                </a:lnTo>
                <a:lnTo>
                  <a:pt x="904643" y="702515"/>
                </a:lnTo>
                <a:lnTo>
                  <a:pt x="919433" y="675401"/>
                </a:lnTo>
                <a:cubicBezTo>
                  <a:pt x="930114" y="654038"/>
                  <a:pt x="937920" y="635140"/>
                  <a:pt x="942850" y="618707"/>
                </a:cubicBezTo>
                <a:cubicBezTo>
                  <a:pt x="948601" y="617063"/>
                  <a:pt x="952710" y="610901"/>
                  <a:pt x="955175" y="600219"/>
                </a:cubicBezTo>
                <a:close/>
                <a:moveTo>
                  <a:pt x="4385784" y="590359"/>
                </a:moveTo>
                <a:cubicBezTo>
                  <a:pt x="4386605" y="592824"/>
                  <a:pt x="4387016" y="595289"/>
                  <a:pt x="4387016" y="597754"/>
                </a:cubicBezTo>
                <a:lnTo>
                  <a:pt x="4387016" y="601452"/>
                </a:lnTo>
                <a:lnTo>
                  <a:pt x="4389481" y="592824"/>
                </a:lnTo>
                <a:close/>
                <a:moveTo>
                  <a:pt x="1099375" y="438764"/>
                </a:moveTo>
                <a:lnTo>
                  <a:pt x="1099375" y="446159"/>
                </a:lnTo>
                <a:cubicBezTo>
                  <a:pt x="1099375" y="447802"/>
                  <a:pt x="1100197" y="448624"/>
                  <a:pt x="1101840" y="448624"/>
                </a:cubicBezTo>
                <a:lnTo>
                  <a:pt x="1104305" y="448624"/>
                </a:lnTo>
                <a:cubicBezTo>
                  <a:pt x="1104305" y="446981"/>
                  <a:pt x="1103894" y="444927"/>
                  <a:pt x="1103072" y="442462"/>
                </a:cubicBezTo>
                <a:close/>
                <a:moveTo>
                  <a:pt x="1131420" y="390697"/>
                </a:moveTo>
                <a:lnTo>
                  <a:pt x="1117862" y="400557"/>
                </a:lnTo>
                <a:lnTo>
                  <a:pt x="1104305" y="412882"/>
                </a:lnTo>
                <a:cubicBezTo>
                  <a:pt x="1094445" y="421920"/>
                  <a:pt x="1089515" y="430137"/>
                  <a:pt x="1089515" y="437532"/>
                </a:cubicBezTo>
                <a:lnTo>
                  <a:pt x="1089515" y="438764"/>
                </a:lnTo>
                <a:lnTo>
                  <a:pt x="1087050" y="438764"/>
                </a:lnTo>
                <a:cubicBezTo>
                  <a:pt x="1022961" y="523395"/>
                  <a:pt x="973662" y="600219"/>
                  <a:pt x="939152" y="669238"/>
                </a:cubicBezTo>
                <a:cubicBezTo>
                  <a:pt x="942439" y="669238"/>
                  <a:pt x="944082" y="671703"/>
                  <a:pt x="944082" y="676633"/>
                </a:cubicBezTo>
                <a:cubicBezTo>
                  <a:pt x="942439" y="674990"/>
                  <a:pt x="939974" y="674168"/>
                  <a:pt x="936687" y="674168"/>
                </a:cubicBezTo>
                <a:lnTo>
                  <a:pt x="920665" y="696353"/>
                </a:lnTo>
                <a:lnTo>
                  <a:pt x="905875" y="717305"/>
                </a:lnTo>
                <a:cubicBezTo>
                  <a:pt x="894372" y="733738"/>
                  <a:pt x="887388" y="750172"/>
                  <a:pt x="884923" y="766605"/>
                </a:cubicBezTo>
                <a:lnTo>
                  <a:pt x="877528" y="766605"/>
                </a:lnTo>
                <a:cubicBezTo>
                  <a:pt x="867668" y="787146"/>
                  <a:pt x="856576" y="809331"/>
                  <a:pt x="844251" y="833159"/>
                </a:cubicBezTo>
                <a:lnTo>
                  <a:pt x="810974" y="897248"/>
                </a:lnTo>
                <a:cubicBezTo>
                  <a:pt x="782216" y="952299"/>
                  <a:pt x="760853" y="995025"/>
                  <a:pt x="746885" y="1025426"/>
                </a:cubicBezTo>
                <a:cubicBezTo>
                  <a:pt x="747707" y="1027069"/>
                  <a:pt x="748117" y="1028713"/>
                  <a:pt x="748117" y="1030356"/>
                </a:cubicBezTo>
                <a:cubicBezTo>
                  <a:pt x="748117" y="1034464"/>
                  <a:pt x="746474" y="1038983"/>
                  <a:pt x="743187" y="1043913"/>
                </a:cubicBezTo>
                <a:cubicBezTo>
                  <a:pt x="739901" y="1049665"/>
                  <a:pt x="735382" y="1054184"/>
                  <a:pt x="729630" y="1057471"/>
                </a:cubicBezTo>
                <a:cubicBezTo>
                  <a:pt x="724700" y="1076369"/>
                  <a:pt x="718127" y="1095678"/>
                  <a:pt x="709910" y="1115397"/>
                </a:cubicBezTo>
                <a:lnTo>
                  <a:pt x="697586" y="1141279"/>
                </a:lnTo>
                <a:lnTo>
                  <a:pt x="686493" y="1165929"/>
                </a:lnTo>
                <a:cubicBezTo>
                  <a:pt x="665130" y="1210298"/>
                  <a:pt x="650751" y="1248916"/>
                  <a:pt x="643356" y="1281782"/>
                </a:cubicBezTo>
                <a:cubicBezTo>
                  <a:pt x="641713" y="1281782"/>
                  <a:pt x="640070" y="1283015"/>
                  <a:pt x="638426" y="1285480"/>
                </a:cubicBezTo>
                <a:lnTo>
                  <a:pt x="635961" y="1291642"/>
                </a:lnTo>
                <a:cubicBezTo>
                  <a:pt x="632675" y="1296572"/>
                  <a:pt x="628567" y="1299859"/>
                  <a:pt x="623637" y="1301502"/>
                </a:cubicBezTo>
                <a:cubicBezTo>
                  <a:pt x="628567" y="1309719"/>
                  <a:pt x="631032" y="1316703"/>
                  <a:pt x="631032" y="1322454"/>
                </a:cubicBezTo>
                <a:cubicBezTo>
                  <a:pt x="631032" y="1325741"/>
                  <a:pt x="630210" y="1328206"/>
                  <a:pt x="628567" y="1329849"/>
                </a:cubicBezTo>
                <a:lnTo>
                  <a:pt x="627334" y="1317524"/>
                </a:lnTo>
                <a:cubicBezTo>
                  <a:pt x="619939" y="1322454"/>
                  <a:pt x="614188" y="1331082"/>
                  <a:pt x="610079" y="1343407"/>
                </a:cubicBezTo>
                <a:lnTo>
                  <a:pt x="605149" y="1358196"/>
                </a:lnTo>
                <a:lnTo>
                  <a:pt x="602684" y="1371754"/>
                </a:lnTo>
                <a:lnTo>
                  <a:pt x="605149" y="1371754"/>
                </a:lnTo>
                <a:cubicBezTo>
                  <a:pt x="608436" y="1371754"/>
                  <a:pt x="610490" y="1369700"/>
                  <a:pt x="611312" y="1365591"/>
                </a:cubicBezTo>
                <a:lnTo>
                  <a:pt x="612544" y="1359429"/>
                </a:lnTo>
                <a:cubicBezTo>
                  <a:pt x="613366" y="1356964"/>
                  <a:pt x="614598" y="1355321"/>
                  <a:pt x="616242" y="1354499"/>
                </a:cubicBezTo>
                <a:lnTo>
                  <a:pt x="618707" y="1353266"/>
                </a:lnTo>
                <a:lnTo>
                  <a:pt x="618707" y="1350801"/>
                </a:lnTo>
                <a:cubicBezTo>
                  <a:pt x="620350" y="1349980"/>
                  <a:pt x="621993" y="1349569"/>
                  <a:pt x="623637" y="1349569"/>
                </a:cubicBezTo>
                <a:lnTo>
                  <a:pt x="622519" y="1351804"/>
                </a:lnTo>
                <a:lnTo>
                  <a:pt x="618707" y="1354499"/>
                </a:lnTo>
                <a:lnTo>
                  <a:pt x="622404" y="1352034"/>
                </a:lnTo>
                <a:lnTo>
                  <a:pt x="622519" y="1351804"/>
                </a:lnTo>
                <a:lnTo>
                  <a:pt x="636578" y="1341866"/>
                </a:lnTo>
                <a:cubicBezTo>
                  <a:pt x="641919" y="1335498"/>
                  <a:pt x="646643" y="1326974"/>
                  <a:pt x="650751" y="1316292"/>
                </a:cubicBezTo>
                <a:lnTo>
                  <a:pt x="654449" y="1302735"/>
                </a:lnTo>
                <a:lnTo>
                  <a:pt x="659379" y="1290410"/>
                </a:lnTo>
                <a:cubicBezTo>
                  <a:pt x="663487" y="1281372"/>
                  <a:pt x="668006" y="1274798"/>
                  <a:pt x="672936" y="1270690"/>
                </a:cubicBezTo>
                <a:lnTo>
                  <a:pt x="674168" y="1278085"/>
                </a:lnTo>
                <a:lnTo>
                  <a:pt x="677866" y="1279317"/>
                </a:lnTo>
                <a:lnTo>
                  <a:pt x="681563" y="1280550"/>
                </a:lnTo>
                <a:lnTo>
                  <a:pt x="681563" y="1274388"/>
                </a:lnTo>
                <a:lnTo>
                  <a:pt x="680331" y="1270690"/>
                </a:lnTo>
                <a:cubicBezTo>
                  <a:pt x="679509" y="1269047"/>
                  <a:pt x="678687" y="1268225"/>
                  <a:pt x="677866" y="1268225"/>
                </a:cubicBezTo>
                <a:cubicBezTo>
                  <a:pt x="676223" y="1268225"/>
                  <a:pt x="674579" y="1269047"/>
                  <a:pt x="672936" y="1270690"/>
                </a:cubicBezTo>
                <a:lnTo>
                  <a:pt x="672936" y="1269458"/>
                </a:lnTo>
                <a:cubicBezTo>
                  <a:pt x="672936" y="1266993"/>
                  <a:pt x="672114" y="1265349"/>
                  <a:pt x="670471" y="1264528"/>
                </a:cubicBezTo>
                <a:lnTo>
                  <a:pt x="668006" y="1260830"/>
                </a:lnTo>
                <a:lnTo>
                  <a:pt x="668006" y="1255900"/>
                </a:lnTo>
                <a:lnTo>
                  <a:pt x="680331" y="1254668"/>
                </a:lnTo>
                <a:cubicBezTo>
                  <a:pt x="683617" y="1226732"/>
                  <a:pt x="697175" y="1193865"/>
                  <a:pt x="721003" y="1156069"/>
                </a:cubicBezTo>
                <a:cubicBezTo>
                  <a:pt x="721003" y="1161821"/>
                  <a:pt x="719770" y="1167983"/>
                  <a:pt x="717305" y="1174556"/>
                </a:cubicBezTo>
                <a:lnTo>
                  <a:pt x="713608" y="1183184"/>
                </a:lnTo>
                <a:lnTo>
                  <a:pt x="709910" y="1191811"/>
                </a:lnTo>
                <a:cubicBezTo>
                  <a:pt x="704159" y="1203314"/>
                  <a:pt x="701283" y="1212353"/>
                  <a:pt x="701283" y="1218926"/>
                </a:cubicBezTo>
                <a:lnTo>
                  <a:pt x="701283" y="1221391"/>
                </a:lnTo>
                <a:cubicBezTo>
                  <a:pt x="703748" y="1218104"/>
                  <a:pt x="706624" y="1213585"/>
                  <a:pt x="709910" y="1207833"/>
                </a:cubicBezTo>
                <a:lnTo>
                  <a:pt x="717305" y="1190579"/>
                </a:lnTo>
                <a:cubicBezTo>
                  <a:pt x="723057" y="1177432"/>
                  <a:pt x="728808" y="1170037"/>
                  <a:pt x="734560" y="1168394"/>
                </a:cubicBezTo>
                <a:cubicBezTo>
                  <a:pt x="728808" y="1181541"/>
                  <a:pt x="722235" y="1197152"/>
                  <a:pt x="714840" y="1215228"/>
                </a:cubicBezTo>
                <a:lnTo>
                  <a:pt x="695121" y="1263295"/>
                </a:lnTo>
                <a:cubicBezTo>
                  <a:pt x="678687" y="1304378"/>
                  <a:pt x="666363" y="1333547"/>
                  <a:pt x="658146" y="1350801"/>
                </a:cubicBezTo>
                <a:lnTo>
                  <a:pt x="656914" y="1354499"/>
                </a:lnTo>
                <a:lnTo>
                  <a:pt x="655681" y="1361894"/>
                </a:lnTo>
                <a:cubicBezTo>
                  <a:pt x="652395" y="1367646"/>
                  <a:pt x="649930" y="1373397"/>
                  <a:pt x="648286" y="1379149"/>
                </a:cubicBezTo>
                <a:lnTo>
                  <a:pt x="643356" y="1398868"/>
                </a:lnTo>
                <a:lnTo>
                  <a:pt x="643356" y="1400101"/>
                </a:lnTo>
                <a:lnTo>
                  <a:pt x="642124" y="1406263"/>
                </a:lnTo>
                <a:lnTo>
                  <a:pt x="628567" y="1446935"/>
                </a:lnTo>
                <a:cubicBezTo>
                  <a:pt x="624458" y="1447757"/>
                  <a:pt x="621172" y="1448579"/>
                  <a:pt x="618707" y="1449400"/>
                </a:cubicBezTo>
                <a:lnTo>
                  <a:pt x="618707" y="1451865"/>
                </a:lnTo>
                <a:cubicBezTo>
                  <a:pt x="618707" y="1453508"/>
                  <a:pt x="619528" y="1454741"/>
                  <a:pt x="621172" y="1455563"/>
                </a:cubicBezTo>
                <a:lnTo>
                  <a:pt x="623637" y="1456795"/>
                </a:lnTo>
                <a:lnTo>
                  <a:pt x="624869" y="1458027"/>
                </a:lnTo>
                <a:lnTo>
                  <a:pt x="623637" y="1461725"/>
                </a:lnTo>
                <a:lnTo>
                  <a:pt x="623637" y="1462957"/>
                </a:lnTo>
                <a:cubicBezTo>
                  <a:pt x="621993" y="1464601"/>
                  <a:pt x="620350" y="1466655"/>
                  <a:pt x="618707" y="1469120"/>
                </a:cubicBezTo>
                <a:lnTo>
                  <a:pt x="617474" y="1477747"/>
                </a:lnTo>
                <a:cubicBezTo>
                  <a:pt x="615831" y="1485142"/>
                  <a:pt x="612544" y="1489250"/>
                  <a:pt x="607614" y="1490072"/>
                </a:cubicBezTo>
                <a:cubicBezTo>
                  <a:pt x="594468" y="1541015"/>
                  <a:pt x="575159" y="1609212"/>
                  <a:pt x="549688" y="1694664"/>
                </a:cubicBezTo>
                <a:lnTo>
                  <a:pt x="571872" y="1690967"/>
                </a:lnTo>
                <a:lnTo>
                  <a:pt x="575570" y="1690967"/>
                </a:lnTo>
                <a:lnTo>
                  <a:pt x="576802" y="1692199"/>
                </a:lnTo>
                <a:lnTo>
                  <a:pt x="576802" y="1690967"/>
                </a:lnTo>
                <a:lnTo>
                  <a:pt x="587895" y="1690967"/>
                </a:lnTo>
                <a:cubicBezTo>
                  <a:pt x="599398" y="1690967"/>
                  <a:pt x="611723" y="1690145"/>
                  <a:pt x="624869" y="1688502"/>
                </a:cubicBezTo>
                <a:lnTo>
                  <a:pt x="631032" y="1687269"/>
                </a:lnTo>
                <a:lnTo>
                  <a:pt x="648286" y="1684804"/>
                </a:lnTo>
                <a:cubicBezTo>
                  <a:pt x="654860" y="1683983"/>
                  <a:pt x="660611" y="1682750"/>
                  <a:pt x="665541" y="1681107"/>
                </a:cubicBezTo>
                <a:lnTo>
                  <a:pt x="669238" y="1681107"/>
                </a:lnTo>
                <a:cubicBezTo>
                  <a:pt x="671703" y="1681107"/>
                  <a:pt x="675812" y="1680696"/>
                  <a:pt x="681563" y="1679874"/>
                </a:cubicBezTo>
                <a:lnTo>
                  <a:pt x="692656" y="1678642"/>
                </a:lnTo>
                <a:lnTo>
                  <a:pt x="704981" y="1676177"/>
                </a:lnTo>
                <a:cubicBezTo>
                  <a:pt x="714019" y="1674534"/>
                  <a:pt x="722235" y="1672890"/>
                  <a:pt x="729630" y="1671247"/>
                </a:cubicBezTo>
                <a:cubicBezTo>
                  <a:pt x="739490" y="1668782"/>
                  <a:pt x="746063" y="1666317"/>
                  <a:pt x="749350" y="1663852"/>
                </a:cubicBezTo>
                <a:cubicBezTo>
                  <a:pt x="755101" y="1664674"/>
                  <a:pt x="762086" y="1665085"/>
                  <a:pt x="770302" y="1665085"/>
                </a:cubicBezTo>
                <a:cubicBezTo>
                  <a:pt x="785092" y="1665085"/>
                  <a:pt x="802757" y="1663441"/>
                  <a:pt x="823299" y="1660155"/>
                </a:cubicBezTo>
                <a:lnTo>
                  <a:pt x="860273" y="1655225"/>
                </a:lnTo>
                <a:cubicBezTo>
                  <a:pt x="867668" y="1654403"/>
                  <a:pt x="874241" y="1653992"/>
                  <a:pt x="879993" y="1653992"/>
                </a:cubicBezTo>
                <a:cubicBezTo>
                  <a:pt x="885745" y="1653992"/>
                  <a:pt x="891085" y="1654403"/>
                  <a:pt x="896015" y="1655225"/>
                </a:cubicBezTo>
                <a:cubicBezTo>
                  <a:pt x="899302" y="1652760"/>
                  <a:pt x="903410" y="1651117"/>
                  <a:pt x="908340" y="1650295"/>
                </a:cubicBezTo>
                <a:lnTo>
                  <a:pt x="914503" y="1650295"/>
                </a:lnTo>
                <a:lnTo>
                  <a:pt x="921897" y="1646597"/>
                </a:lnTo>
                <a:cubicBezTo>
                  <a:pt x="929292" y="1649062"/>
                  <a:pt x="937920" y="1650295"/>
                  <a:pt x="947780" y="1650295"/>
                </a:cubicBezTo>
                <a:lnTo>
                  <a:pt x="972429" y="1649062"/>
                </a:lnTo>
                <a:cubicBezTo>
                  <a:pt x="982289" y="1648241"/>
                  <a:pt x="990916" y="1647830"/>
                  <a:pt x="998311" y="1647830"/>
                </a:cubicBezTo>
                <a:cubicBezTo>
                  <a:pt x="1008171" y="1647830"/>
                  <a:pt x="1015977" y="1648652"/>
                  <a:pt x="1021729" y="1650295"/>
                </a:cubicBezTo>
                <a:lnTo>
                  <a:pt x="1024194" y="1649062"/>
                </a:lnTo>
                <a:cubicBezTo>
                  <a:pt x="1024193" y="1588260"/>
                  <a:pt x="1025426" y="1520884"/>
                  <a:pt x="1027891" y="1446935"/>
                </a:cubicBezTo>
                <a:lnTo>
                  <a:pt x="1027891" y="1445703"/>
                </a:lnTo>
                <a:cubicBezTo>
                  <a:pt x="1028713" y="1443238"/>
                  <a:pt x="1029123" y="1440362"/>
                  <a:pt x="1029123" y="1437075"/>
                </a:cubicBezTo>
                <a:cubicBezTo>
                  <a:pt x="1029123" y="1433789"/>
                  <a:pt x="1028713" y="1430502"/>
                  <a:pt x="1027891" y="1427215"/>
                </a:cubicBezTo>
                <a:lnTo>
                  <a:pt x="1027891" y="1419821"/>
                </a:lnTo>
                <a:lnTo>
                  <a:pt x="1030356" y="1402566"/>
                </a:lnTo>
                <a:cubicBezTo>
                  <a:pt x="1031999" y="1396814"/>
                  <a:pt x="1032821" y="1391063"/>
                  <a:pt x="1032821" y="1385311"/>
                </a:cubicBezTo>
                <a:lnTo>
                  <a:pt x="1031588" y="1385311"/>
                </a:lnTo>
                <a:cubicBezTo>
                  <a:pt x="1030767" y="1376273"/>
                  <a:pt x="1029534" y="1368056"/>
                  <a:pt x="1027891" y="1360661"/>
                </a:cubicBezTo>
                <a:lnTo>
                  <a:pt x="1030356" y="1360661"/>
                </a:lnTo>
                <a:cubicBezTo>
                  <a:pt x="1029534" y="1354088"/>
                  <a:pt x="1029123" y="1347926"/>
                  <a:pt x="1029123" y="1342174"/>
                </a:cubicBezTo>
                <a:cubicBezTo>
                  <a:pt x="1029123" y="1335601"/>
                  <a:pt x="1029534" y="1329439"/>
                  <a:pt x="1030356" y="1323687"/>
                </a:cubicBezTo>
                <a:cubicBezTo>
                  <a:pt x="1032821" y="1308897"/>
                  <a:pt x="1036518" y="1298216"/>
                  <a:pt x="1041448" y="1291642"/>
                </a:cubicBezTo>
                <a:cubicBezTo>
                  <a:pt x="1041448" y="1289177"/>
                  <a:pt x="1041037" y="1286712"/>
                  <a:pt x="1040216" y="1284247"/>
                </a:cubicBezTo>
                <a:lnTo>
                  <a:pt x="1037751" y="1279317"/>
                </a:lnTo>
                <a:cubicBezTo>
                  <a:pt x="1035286" y="1275209"/>
                  <a:pt x="1034053" y="1271101"/>
                  <a:pt x="1034053" y="1266993"/>
                </a:cubicBezTo>
                <a:cubicBezTo>
                  <a:pt x="1036518" y="1240700"/>
                  <a:pt x="1039805" y="1207833"/>
                  <a:pt x="1043913" y="1168394"/>
                </a:cubicBezTo>
                <a:lnTo>
                  <a:pt x="1053773" y="1067330"/>
                </a:lnTo>
                <a:cubicBezTo>
                  <a:pt x="1061990" y="982700"/>
                  <a:pt x="1068152" y="915324"/>
                  <a:pt x="1072260" y="865203"/>
                </a:cubicBezTo>
                <a:cubicBezTo>
                  <a:pt x="1075547" y="864382"/>
                  <a:pt x="1078012" y="861917"/>
                  <a:pt x="1079655" y="857808"/>
                </a:cubicBezTo>
                <a:lnTo>
                  <a:pt x="1080888" y="854111"/>
                </a:lnTo>
                <a:lnTo>
                  <a:pt x="1084585" y="850413"/>
                </a:lnTo>
                <a:cubicBezTo>
                  <a:pt x="1084585" y="809331"/>
                  <a:pt x="1090337" y="752637"/>
                  <a:pt x="1101840" y="680331"/>
                </a:cubicBezTo>
                <a:lnTo>
                  <a:pt x="1109235" y="638426"/>
                </a:lnTo>
                <a:lnTo>
                  <a:pt x="1114165" y="597754"/>
                </a:lnTo>
                <a:cubicBezTo>
                  <a:pt x="1118273" y="568175"/>
                  <a:pt x="1120327" y="541060"/>
                  <a:pt x="1120327" y="516411"/>
                </a:cubicBezTo>
                <a:lnTo>
                  <a:pt x="1125257" y="489296"/>
                </a:lnTo>
                <a:lnTo>
                  <a:pt x="1131420" y="460949"/>
                </a:lnTo>
                <a:lnTo>
                  <a:pt x="1121560" y="474506"/>
                </a:lnTo>
                <a:lnTo>
                  <a:pt x="1121560" y="475739"/>
                </a:lnTo>
                <a:cubicBezTo>
                  <a:pt x="1117451" y="479025"/>
                  <a:pt x="1114576" y="482723"/>
                  <a:pt x="1112932" y="486831"/>
                </a:cubicBezTo>
                <a:lnTo>
                  <a:pt x="1106770" y="499156"/>
                </a:lnTo>
                <a:lnTo>
                  <a:pt x="1099375" y="512713"/>
                </a:lnTo>
                <a:lnTo>
                  <a:pt x="1084585" y="537363"/>
                </a:lnTo>
                <a:cubicBezTo>
                  <a:pt x="1071439" y="556261"/>
                  <a:pt x="1059114" y="568586"/>
                  <a:pt x="1047611" y="574337"/>
                </a:cubicBezTo>
                <a:lnTo>
                  <a:pt x="1047611" y="580500"/>
                </a:lnTo>
                <a:cubicBezTo>
                  <a:pt x="1047611" y="590359"/>
                  <a:pt x="1043913" y="599809"/>
                  <a:pt x="1036518" y="608847"/>
                </a:cubicBezTo>
                <a:lnTo>
                  <a:pt x="1024194" y="621172"/>
                </a:lnTo>
                <a:cubicBezTo>
                  <a:pt x="1019264" y="626102"/>
                  <a:pt x="1015566" y="630621"/>
                  <a:pt x="1013101" y="634729"/>
                </a:cubicBezTo>
                <a:cubicBezTo>
                  <a:pt x="1010636" y="638016"/>
                  <a:pt x="1008582" y="642124"/>
                  <a:pt x="1006939" y="647054"/>
                </a:cubicBezTo>
                <a:lnTo>
                  <a:pt x="1004474" y="651984"/>
                </a:lnTo>
                <a:lnTo>
                  <a:pt x="1002009" y="656914"/>
                </a:lnTo>
                <a:cubicBezTo>
                  <a:pt x="999544" y="663487"/>
                  <a:pt x="995436" y="666773"/>
                  <a:pt x="989684" y="666773"/>
                </a:cubicBezTo>
                <a:lnTo>
                  <a:pt x="988452" y="666773"/>
                </a:lnTo>
                <a:lnTo>
                  <a:pt x="988452" y="682796"/>
                </a:lnTo>
                <a:cubicBezTo>
                  <a:pt x="983522" y="688547"/>
                  <a:pt x="978592" y="692245"/>
                  <a:pt x="973662" y="693888"/>
                </a:cubicBezTo>
                <a:cubicBezTo>
                  <a:pt x="966267" y="709500"/>
                  <a:pt x="956407" y="727576"/>
                  <a:pt x="944082" y="748117"/>
                </a:cubicBezTo>
                <a:lnTo>
                  <a:pt x="929292" y="775232"/>
                </a:lnTo>
                <a:lnTo>
                  <a:pt x="913270" y="801114"/>
                </a:lnTo>
                <a:cubicBezTo>
                  <a:pt x="888620" y="843840"/>
                  <a:pt x="873009" y="879993"/>
                  <a:pt x="866436" y="909573"/>
                </a:cubicBezTo>
                <a:cubicBezTo>
                  <a:pt x="863149" y="910394"/>
                  <a:pt x="860273" y="912038"/>
                  <a:pt x="857808" y="914503"/>
                </a:cubicBezTo>
                <a:lnTo>
                  <a:pt x="851646" y="923130"/>
                </a:lnTo>
                <a:cubicBezTo>
                  <a:pt x="846716" y="929703"/>
                  <a:pt x="842197" y="932990"/>
                  <a:pt x="838089" y="932990"/>
                </a:cubicBezTo>
                <a:cubicBezTo>
                  <a:pt x="838910" y="934633"/>
                  <a:pt x="839321" y="936276"/>
                  <a:pt x="839321" y="937920"/>
                </a:cubicBezTo>
                <a:lnTo>
                  <a:pt x="839321" y="950245"/>
                </a:lnTo>
                <a:cubicBezTo>
                  <a:pt x="829461" y="963391"/>
                  <a:pt x="820012" y="979413"/>
                  <a:pt x="810974" y="998311"/>
                </a:cubicBezTo>
                <a:cubicBezTo>
                  <a:pt x="805222" y="1010636"/>
                  <a:pt x="797417" y="1028713"/>
                  <a:pt x="787557" y="1052541"/>
                </a:cubicBezTo>
                <a:cubicBezTo>
                  <a:pt x="768659" y="1099375"/>
                  <a:pt x="752636" y="1131830"/>
                  <a:pt x="739490" y="1149907"/>
                </a:cubicBezTo>
                <a:lnTo>
                  <a:pt x="739490" y="1144977"/>
                </a:lnTo>
                <a:cubicBezTo>
                  <a:pt x="739490" y="1140047"/>
                  <a:pt x="741133" y="1135117"/>
                  <a:pt x="744420" y="1130187"/>
                </a:cubicBezTo>
                <a:lnTo>
                  <a:pt x="749350" y="1122792"/>
                </a:lnTo>
                <a:cubicBezTo>
                  <a:pt x="750171" y="1120327"/>
                  <a:pt x="750582" y="1117862"/>
                  <a:pt x="750582" y="1115397"/>
                </a:cubicBezTo>
                <a:lnTo>
                  <a:pt x="750582" y="1111700"/>
                </a:lnTo>
                <a:cubicBezTo>
                  <a:pt x="746474" y="1113343"/>
                  <a:pt x="743187" y="1116219"/>
                  <a:pt x="740723" y="1120327"/>
                </a:cubicBezTo>
                <a:lnTo>
                  <a:pt x="738258" y="1126490"/>
                </a:lnTo>
                <a:lnTo>
                  <a:pt x="735793" y="1133884"/>
                </a:lnTo>
                <a:cubicBezTo>
                  <a:pt x="731684" y="1145388"/>
                  <a:pt x="725933" y="1151961"/>
                  <a:pt x="718538" y="1153604"/>
                </a:cubicBezTo>
                <a:cubicBezTo>
                  <a:pt x="720181" y="1149496"/>
                  <a:pt x="721003" y="1145798"/>
                  <a:pt x="721003" y="1142512"/>
                </a:cubicBezTo>
                <a:cubicBezTo>
                  <a:pt x="721003" y="1139225"/>
                  <a:pt x="720592" y="1135939"/>
                  <a:pt x="719770" y="1132652"/>
                </a:cubicBezTo>
                <a:lnTo>
                  <a:pt x="717305" y="1125257"/>
                </a:lnTo>
                <a:lnTo>
                  <a:pt x="717305" y="1116630"/>
                </a:lnTo>
                <a:cubicBezTo>
                  <a:pt x="718127" y="1116630"/>
                  <a:pt x="718949" y="1118273"/>
                  <a:pt x="719770" y="1121560"/>
                </a:cubicBezTo>
                <a:lnTo>
                  <a:pt x="719770" y="1125257"/>
                </a:lnTo>
                <a:lnTo>
                  <a:pt x="721003" y="1125257"/>
                </a:lnTo>
                <a:cubicBezTo>
                  <a:pt x="722646" y="1125257"/>
                  <a:pt x="723879" y="1124846"/>
                  <a:pt x="724700" y="1124025"/>
                </a:cubicBezTo>
                <a:cubicBezTo>
                  <a:pt x="730452" y="1122381"/>
                  <a:pt x="733328" y="1119095"/>
                  <a:pt x="733328" y="1114165"/>
                </a:cubicBezTo>
                <a:lnTo>
                  <a:pt x="733328" y="1111700"/>
                </a:lnTo>
                <a:lnTo>
                  <a:pt x="732095" y="1104305"/>
                </a:lnTo>
                <a:lnTo>
                  <a:pt x="732095" y="1100607"/>
                </a:lnTo>
                <a:lnTo>
                  <a:pt x="735793" y="1100607"/>
                </a:lnTo>
                <a:cubicBezTo>
                  <a:pt x="744009" y="1100608"/>
                  <a:pt x="752636" y="1096088"/>
                  <a:pt x="761675" y="1087050"/>
                </a:cubicBezTo>
                <a:cubicBezTo>
                  <a:pt x="769070" y="1079655"/>
                  <a:pt x="772767" y="1071850"/>
                  <a:pt x="772767" y="1063633"/>
                </a:cubicBezTo>
                <a:cubicBezTo>
                  <a:pt x="772767" y="1061168"/>
                  <a:pt x="772356" y="1058292"/>
                  <a:pt x="771535" y="1055006"/>
                </a:cubicBezTo>
                <a:cubicBezTo>
                  <a:pt x="769070" y="1057471"/>
                  <a:pt x="767015" y="1061579"/>
                  <a:pt x="765372" y="1067330"/>
                </a:cubicBezTo>
                <a:lnTo>
                  <a:pt x="762907" y="1074725"/>
                </a:lnTo>
                <a:lnTo>
                  <a:pt x="761675" y="1082120"/>
                </a:lnTo>
                <a:cubicBezTo>
                  <a:pt x="760853" y="1081299"/>
                  <a:pt x="759621" y="1080888"/>
                  <a:pt x="757977" y="1080888"/>
                </a:cubicBezTo>
                <a:cubicBezTo>
                  <a:pt x="757156" y="1080888"/>
                  <a:pt x="756334" y="1081299"/>
                  <a:pt x="755512" y="1082120"/>
                </a:cubicBezTo>
                <a:cubicBezTo>
                  <a:pt x="753869" y="1082120"/>
                  <a:pt x="752636" y="1082942"/>
                  <a:pt x="751815" y="1084585"/>
                </a:cubicBezTo>
                <a:cubicBezTo>
                  <a:pt x="750171" y="1086229"/>
                  <a:pt x="748939" y="1087050"/>
                  <a:pt x="748117" y="1087050"/>
                </a:cubicBezTo>
                <a:cubicBezTo>
                  <a:pt x="747296" y="1087050"/>
                  <a:pt x="746885" y="1086639"/>
                  <a:pt x="746885" y="1085818"/>
                </a:cubicBezTo>
                <a:cubicBezTo>
                  <a:pt x="748528" y="1079245"/>
                  <a:pt x="751404" y="1072260"/>
                  <a:pt x="755512" y="1064865"/>
                </a:cubicBezTo>
                <a:lnTo>
                  <a:pt x="760442" y="1056238"/>
                </a:lnTo>
                <a:lnTo>
                  <a:pt x="764140" y="1047611"/>
                </a:lnTo>
                <a:cubicBezTo>
                  <a:pt x="768248" y="1038573"/>
                  <a:pt x="770302" y="1029123"/>
                  <a:pt x="770302" y="1019264"/>
                </a:cubicBezTo>
                <a:cubicBezTo>
                  <a:pt x="770302" y="1015155"/>
                  <a:pt x="769891" y="1010636"/>
                  <a:pt x="769070" y="1005706"/>
                </a:cubicBezTo>
                <a:lnTo>
                  <a:pt x="790022" y="1004474"/>
                </a:lnTo>
                <a:lnTo>
                  <a:pt x="790022" y="1002009"/>
                </a:lnTo>
                <a:cubicBezTo>
                  <a:pt x="790022" y="999544"/>
                  <a:pt x="788378" y="997901"/>
                  <a:pt x="785092" y="997079"/>
                </a:cubicBezTo>
                <a:lnTo>
                  <a:pt x="781394" y="994614"/>
                </a:lnTo>
                <a:cubicBezTo>
                  <a:pt x="779751" y="994614"/>
                  <a:pt x="778929" y="993381"/>
                  <a:pt x="778929" y="990916"/>
                </a:cubicBezTo>
                <a:cubicBezTo>
                  <a:pt x="783038" y="985987"/>
                  <a:pt x="785092" y="981467"/>
                  <a:pt x="785092" y="977359"/>
                </a:cubicBezTo>
                <a:cubicBezTo>
                  <a:pt x="785092" y="975716"/>
                  <a:pt x="784681" y="974073"/>
                  <a:pt x="783859" y="972429"/>
                </a:cubicBezTo>
                <a:cubicBezTo>
                  <a:pt x="787968" y="969964"/>
                  <a:pt x="792076" y="968732"/>
                  <a:pt x="796184" y="968732"/>
                </a:cubicBezTo>
                <a:lnTo>
                  <a:pt x="798649" y="968732"/>
                </a:lnTo>
                <a:lnTo>
                  <a:pt x="798649" y="965034"/>
                </a:lnTo>
                <a:cubicBezTo>
                  <a:pt x="798649" y="962569"/>
                  <a:pt x="798238" y="960104"/>
                  <a:pt x="797417" y="957639"/>
                </a:cubicBezTo>
                <a:lnTo>
                  <a:pt x="796184" y="953942"/>
                </a:lnTo>
                <a:lnTo>
                  <a:pt x="794952" y="950245"/>
                </a:lnTo>
                <a:cubicBezTo>
                  <a:pt x="796595" y="949423"/>
                  <a:pt x="798238" y="949012"/>
                  <a:pt x="799882" y="949012"/>
                </a:cubicBezTo>
                <a:lnTo>
                  <a:pt x="807277" y="947780"/>
                </a:lnTo>
                <a:cubicBezTo>
                  <a:pt x="813028" y="946958"/>
                  <a:pt x="816726" y="944082"/>
                  <a:pt x="818369" y="939152"/>
                </a:cubicBezTo>
                <a:lnTo>
                  <a:pt x="813439" y="939152"/>
                </a:lnTo>
                <a:cubicBezTo>
                  <a:pt x="807687" y="939152"/>
                  <a:pt x="804812" y="937920"/>
                  <a:pt x="804812" y="935455"/>
                </a:cubicBezTo>
                <a:lnTo>
                  <a:pt x="804812" y="934222"/>
                </a:lnTo>
                <a:cubicBezTo>
                  <a:pt x="808920" y="934222"/>
                  <a:pt x="813028" y="932990"/>
                  <a:pt x="817136" y="930525"/>
                </a:cubicBezTo>
                <a:lnTo>
                  <a:pt x="822066" y="928060"/>
                </a:lnTo>
                <a:lnTo>
                  <a:pt x="828229" y="925595"/>
                </a:lnTo>
                <a:cubicBezTo>
                  <a:pt x="830694" y="918200"/>
                  <a:pt x="832748" y="909162"/>
                  <a:pt x="834391" y="898480"/>
                </a:cubicBezTo>
                <a:lnTo>
                  <a:pt x="836856" y="884923"/>
                </a:lnTo>
                <a:lnTo>
                  <a:pt x="838089" y="872598"/>
                </a:lnTo>
                <a:cubicBezTo>
                  <a:pt x="841375" y="852878"/>
                  <a:pt x="850824" y="838910"/>
                  <a:pt x="866436" y="830694"/>
                </a:cubicBezTo>
                <a:lnTo>
                  <a:pt x="866436" y="826996"/>
                </a:lnTo>
                <a:cubicBezTo>
                  <a:pt x="866436" y="814672"/>
                  <a:pt x="870544" y="806866"/>
                  <a:pt x="878761" y="803579"/>
                </a:cubicBezTo>
                <a:cubicBezTo>
                  <a:pt x="880404" y="805223"/>
                  <a:pt x="882047" y="806044"/>
                  <a:pt x="883691" y="806044"/>
                </a:cubicBezTo>
                <a:cubicBezTo>
                  <a:pt x="885334" y="806044"/>
                  <a:pt x="886977" y="804401"/>
                  <a:pt x="888620" y="801114"/>
                </a:cubicBezTo>
                <a:lnTo>
                  <a:pt x="892318" y="794952"/>
                </a:lnTo>
                <a:lnTo>
                  <a:pt x="896015" y="790022"/>
                </a:lnTo>
                <a:lnTo>
                  <a:pt x="892318" y="790022"/>
                </a:lnTo>
                <a:lnTo>
                  <a:pt x="888620" y="788789"/>
                </a:lnTo>
                <a:cubicBezTo>
                  <a:pt x="886155" y="787968"/>
                  <a:pt x="884923" y="785914"/>
                  <a:pt x="884923" y="782627"/>
                </a:cubicBezTo>
                <a:lnTo>
                  <a:pt x="889853" y="780162"/>
                </a:lnTo>
                <a:lnTo>
                  <a:pt x="893550" y="776464"/>
                </a:lnTo>
                <a:cubicBezTo>
                  <a:pt x="896837" y="774821"/>
                  <a:pt x="900124" y="773999"/>
                  <a:pt x="903410" y="773999"/>
                </a:cubicBezTo>
                <a:lnTo>
                  <a:pt x="905875" y="773999"/>
                </a:lnTo>
                <a:cubicBezTo>
                  <a:pt x="905054" y="770713"/>
                  <a:pt x="904643" y="767426"/>
                  <a:pt x="904643" y="764140"/>
                </a:cubicBezTo>
                <a:cubicBezTo>
                  <a:pt x="904643" y="758388"/>
                  <a:pt x="905875" y="752637"/>
                  <a:pt x="908340" y="746885"/>
                </a:cubicBezTo>
                <a:lnTo>
                  <a:pt x="913270" y="733328"/>
                </a:lnTo>
                <a:cubicBezTo>
                  <a:pt x="916557" y="727576"/>
                  <a:pt x="918611" y="722235"/>
                  <a:pt x="919433" y="717305"/>
                </a:cubicBezTo>
                <a:cubicBezTo>
                  <a:pt x="921897" y="721414"/>
                  <a:pt x="926006" y="723468"/>
                  <a:pt x="931757" y="723468"/>
                </a:cubicBezTo>
                <a:cubicBezTo>
                  <a:pt x="933401" y="723468"/>
                  <a:pt x="935455" y="723057"/>
                  <a:pt x="937920" y="722235"/>
                </a:cubicBezTo>
                <a:lnTo>
                  <a:pt x="937920" y="719770"/>
                </a:lnTo>
                <a:cubicBezTo>
                  <a:pt x="937920" y="718127"/>
                  <a:pt x="937509" y="716895"/>
                  <a:pt x="936687" y="716073"/>
                </a:cubicBezTo>
                <a:cubicBezTo>
                  <a:pt x="935866" y="714430"/>
                  <a:pt x="934222" y="713608"/>
                  <a:pt x="931757" y="713608"/>
                </a:cubicBezTo>
                <a:cubicBezTo>
                  <a:pt x="926827" y="712786"/>
                  <a:pt x="924362" y="711143"/>
                  <a:pt x="924362" y="708678"/>
                </a:cubicBezTo>
                <a:lnTo>
                  <a:pt x="924362" y="707445"/>
                </a:lnTo>
                <a:cubicBezTo>
                  <a:pt x="925184" y="698407"/>
                  <a:pt x="929292" y="691012"/>
                  <a:pt x="936687" y="685261"/>
                </a:cubicBezTo>
                <a:lnTo>
                  <a:pt x="946547" y="679098"/>
                </a:lnTo>
                <a:lnTo>
                  <a:pt x="957639" y="674168"/>
                </a:lnTo>
                <a:cubicBezTo>
                  <a:pt x="954353" y="674168"/>
                  <a:pt x="951888" y="673347"/>
                  <a:pt x="950245" y="671703"/>
                </a:cubicBezTo>
                <a:cubicBezTo>
                  <a:pt x="949423" y="670882"/>
                  <a:pt x="949012" y="669238"/>
                  <a:pt x="949012" y="666773"/>
                </a:cubicBezTo>
                <a:lnTo>
                  <a:pt x="949012" y="663076"/>
                </a:lnTo>
                <a:cubicBezTo>
                  <a:pt x="952299" y="660611"/>
                  <a:pt x="955585" y="656914"/>
                  <a:pt x="958872" y="651984"/>
                </a:cubicBezTo>
                <a:lnTo>
                  <a:pt x="965034" y="638426"/>
                </a:lnTo>
                <a:cubicBezTo>
                  <a:pt x="970786" y="626102"/>
                  <a:pt x="977359" y="618296"/>
                  <a:pt x="984754" y="615009"/>
                </a:cubicBezTo>
                <a:cubicBezTo>
                  <a:pt x="983111" y="616653"/>
                  <a:pt x="982289" y="619939"/>
                  <a:pt x="982289" y="624869"/>
                </a:cubicBezTo>
                <a:cubicBezTo>
                  <a:pt x="986397" y="623226"/>
                  <a:pt x="989273" y="619528"/>
                  <a:pt x="990917" y="613777"/>
                </a:cubicBezTo>
                <a:lnTo>
                  <a:pt x="993381" y="605149"/>
                </a:lnTo>
                <a:lnTo>
                  <a:pt x="994614" y="596522"/>
                </a:lnTo>
                <a:cubicBezTo>
                  <a:pt x="996257" y="580089"/>
                  <a:pt x="1002830" y="570640"/>
                  <a:pt x="1014334" y="568175"/>
                </a:cubicBezTo>
                <a:lnTo>
                  <a:pt x="1014334" y="574337"/>
                </a:lnTo>
                <a:lnTo>
                  <a:pt x="1016799" y="574337"/>
                </a:lnTo>
                <a:lnTo>
                  <a:pt x="1018031" y="573105"/>
                </a:lnTo>
                <a:lnTo>
                  <a:pt x="1018031" y="571872"/>
                </a:lnTo>
                <a:cubicBezTo>
                  <a:pt x="1018031" y="570229"/>
                  <a:pt x="1016799" y="568997"/>
                  <a:pt x="1014334" y="568175"/>
                </a:cubicBezTo>
                <a:cubicBezTo>
                  <a:pt x="1015977" y="557493"/>
                  <a:pt x="1020085" y="546401"/>
                  <a:pt x="1026659" y="534898"/>
                </a:cubicBezTo>
                <a:cubicBezTo>
                  <a:pt x="1034875" y="522573"/>
                  <a:pt x="1045146" y="514767"/>
                  <a:pt x="1057471" y="511481"/>
                </a:cubicBezTo>
                <a:cubicBezTo>
                  <a:pt x="1055827" y="508194"/>
                  <a:pt x="1055006" y="504907"/>
                  <a:pt x="1055006" y="501621"/>
                </a:cubicBezTo>
                <a:cubicBezTo>
                  <a:pt x="1055006" y="496691"/>
                  <a:pt x="1056649" y="492172"/>
                  <a:pt x="1059936" y="488064"/>
                </a:cubicBezTo>
                <a:cubicBezTo>
                  <a:pt x="1064044" y="479847"/>
                  <a:pt x="1070617" y="474917"/>
                  <a:pt x="1079655" y="473274"/>
                </a:cubicBezTo>
                <a:cubicBezTo>
                  <a:pt x="1078012" y="470809"/>
                  <a:pt x="1077190" y="468344"/>
                  <a:pt x="1077190" y="465879"/>
                </a:cubicBezTo>
                <a:cubicBezTo>
                  <a:pt x="1077190" y="462592"/>
                  <a:pt x="1078423" y="459716"/>
                  <a:pt x="1080888" y="457251"/>
                </a:cubicBezTo>
                <a:lnTo>
                  <a:pt x="1085818" y="448624"/>
                </a:lnTo>
                <a:cubicBezTo>
                  <a:pt x="1087461" y="445337"/>
                  <a:pt x="1088693" y="442051"/>
                  <a:pt x="1089515" y="438764"/>
                </a:cubicBezTo>
                <a:lnTo>
                  <a:pt x="1091980" y="438764"/>
                </a:lnTo>
                <a:cubicBezTo>
                  <a:pt x="1091980" y="437942"/>
                  <a:pt x="1092802" y="437121"/>
                  <a:pt x="1094445" y="436299"/>
                </a:cubicBezTo>
                <a:lnTo>
                  <a:pt x="1101840" y="436299"/>
                </a:lnTo>
                <a:cubicBezTo>
                  <a:pt x="1102662" y="428083"/>
                  <a:pt x="1107181" y="419866"/>
                  <a:pt x="1115397" y="411649"/>
                </a:cubicBezTo>
                <a:lnTo>
                  <a:pt x="1124025" y="401790"/>
                </a:lnTo>
                <a:cubicBezTo>
                  <a:pt x="1127311" y="397681"/>
                  <a:pt x="1129776" y="393984"/>
                  <a:pt x="1131420" y="390697"/>
                </a:cubicBezTo>
                <a:close/>
                <a:moveTo>
                  <a:pt x="1131420" y="382070"/>
                </a:moveTo>
                <a:lnTo>
                  <a:pt x="1131420" y="387000"/>
                </a:lnTo>
                <a:lnTo>
                  <a:pt x="1133885" y="388232"/>
                </a:lnTo>
                <a:lnTo>
                  <a:pt x="1132652" y="382070"/>
                </a:lnTo>
                <a:close/>
                <a:moveTo>
                  <a:pt x="1126490" y="345095"/>
                </a:moveTo>
                <a:cubicBezTo>
                  <a:pt x="1119916" y="352490"/>
                  <a:pt x="1112111" y="361939"/>
                  <a:pt x="1103072" y="373442"/>
                </a:cubicBezTo>
                <a:lnTo>
                  <a:pt x="1078423" y="405487"/>
                </a:lnTo>
                <a:cubicBezTo>
                  <a:pt x="1057881" y="431780"/>
                  <a:pt x="1040216" y="451911"/>
                  <a:pt x="1025426" y="465879"/>
                </a:cubicBezTo>
                <a:cubicBezTo>
                  <a:pt x="1024604" y="468344"/>
                  <a:pt x="1024193" y="470809"/>
                  <a:pt x="1024194" y="473274"/>
                </a:cubicBezTo>
                <a:lnTo>
                  <a:pt x="1027891" y="481901"/>
                </a:lnTo>
                <a:cubicBezTo>
                  <a:pt x="1015566" y="489296"/>
                  <a:pt x="1003652" y="504497"/>
                  <a:pt x="992149" y="527503"/>
                </a:cubicBezTo>
                <a:lnTo>
                  <a:pt x="985987" y="541060"/>
                </a:lnTo>
                <a:lnTo>
                  <a:pt x="978592" y="554617"/>
                </a:lnTo>
                <a:cubicBezTo>
                  <a:pt x="973662" y="564477"/>
                  <a:pt x="968321" y="572694"/>
                  <a:pt x="962569" y="579267"/>
                </a:cubicBezTo>
                <a:cubicBezTo>
                  <a:pt x="963391" y="580089"/>
                  <a:pt x="963802" y="581321"/>
                  <a:pt x="963802" y="582965"/>
                </a:cubicBezTo>
                <a:lnTo>
                  <a:pt x="963802" y="586662"/>
                </a:lnTo>
                <a:lnTo>
                  <a:pt x="961337" y="589127"/>
                </a:lnTo>
                <a:lnTo>
                  <a:pt x="958872" y="591592"/>
                </a:lnTo>
                <a:cubicBezTo>
                  <a:pt x="958050" y="592414"/>
                  <a:pt x="957639" y="593646"/>
                  <a:pt x="957639" y="595289"/>
                </a:cubicBezTo>
                <a:cubicBezTo>
                  <a:pt x="957639" y="596933"/>
                  <a:pt x="959694" y="597754"/>
                  <a:pt x="963802" y="597754"/>
                </a:cubicBezTo>
                <a:lnTo>
                  <a:pt x="978592" y="571872"/>
                </a:lnTo>
                <a:lnTo>
                  <a:pt x="993381" y="545990"/>
                </a:lnTo>
                <a:cubicBezTo>
                  <a:pt x="1005706" y="526270"/>
                  <a:pt x="1017209" y="510659"/>
                  <a:pt x="1027891" y="499156"/>
                </a:cubicBezTo>
                <a:cubicBezTo>
                  <a:pt x="1034464" y="483544"/>
                  <a:pt x="1046378" y="464646"/>
                  <a:pt x="1063633" y="442462"/>
                </a:cubicBezTo>
                <a:lnTo>
                  <a:pt x="1083353" y="415347"/>
                </a:lnTo>
                <a:cubicBezTo>
                  <a:pt x="1090748" y="405487"/>
                  <a:pt x="1096499" y="395627"/>
                  <a:pt x="1100608" y="385767"/>
                </a:cubicBezTo>
                <a:cubicBezTo>
                  <a:pt x="1105537" y="383302"/>
                  <a:pt x="1110878" y="378783"/>
                  <a:pt x="1116630" y="372210"/>
                </a:cubicBezTo>
                <a:cubicBezTo>
                  <a:pt x="1121560" y="365637"/>
                  <a:pt x="1125257" y="359885"/>
                  <a:pt x="1127722" y="354955"/>
                </a:cubicBezTo>
                <a:close/>
                <a:moveTo>
                  <a:pt x="4640908" y="0"/>
                </a:moveTo>
                <a:cubicBezTo>
                  <a:pt x="4646659" y="0"/>
                  <a:pt x="4652000" y="2054"/>
                  <a:pt x="4656930" y="6163"/>
                </a:cubicBezTo>
                <a:cubicBezTo>
                  <a:pt x="4665968" y="15201"/>
                  <a:pt x="4675006" y="25061"/>
                  <a:pt x="4684044" y="35742"/>
                </a:cubicBezTo>
                <a:cubicBezTo>
                  <a:pt x="4693904" y="50532"/>
                  <a:pt x="4700888" y="64089"/>
                  <a:pt x="4704996" y="76414"/>
                </a:cubicBezTo>
                <a:cubicBezTo>
                  <a:pt x="4695136" y="129000"/>
                  <a:pt x="4676238" y="190214"/>
                  <a:pt x="4648302" y="260054"/>
                </a:cubicBezTo>
                <a:lnTo>
                  <a:pt x="4631048" y="303191"/>
                </a:lnTo>
                <a:lnTo>
                  <a:pt x="4613793" y="343863"/>
                </a:lnTo>
                <a:cubicBezTo>
                  <a:pt x="4599824" y="376729"/>
                  <a:pt x="4588732" y="404665"/>
                  <a:pt x="4580516" y="427672"/>
                </a:cubicBezTo>
                <a:cubicBezTo>
                  <a:pt x="4577229" y="428493"/>
                  <a:pt x="4574764" y="430137"/>
                  <a:pt x="4573121" y="432602"/>
                </a:cubicBezTo>
                <a:lnTo>
                  <a:pt x="4568191" y="441229"/>
                </a:lnTo>
                <a:cubicBezTo>
                  <a:pt x="4564904" y="449446"/>
                  <a:pt x="4561207" y="453554"/>
                  <a:pt x="4557098" y="453554"/>
                </a:cubicBezTo>
                <a:lnTo>
                  <a:pt x="4557098" y="457251"/>
                </a:lnTo>
                <a:lnTo>
                  <a:pt x="4559564" y="459716"/>
                </a:lnTo>
                <a:cubicBezTo>
                  <a:pt x="4560385" y="460538"/>
                  <a:pt x="4560796" y="461360"/>
                  <a:pt x="4560796" y="462181"/>
                </a:cubicBezTo>
                <a:cubicBezTo>
                  <a:pt x="4560796" y="463825"/>
                  <a:pt x="4559974" y="465879"/>
                  <a:pt x="4558331" y="468344"/>
                </a:cubicBezTo>
                <a:cubicBezTo>
                  <a:pt x="4549292" y="492172"/>
                  <a:pt x="4539022" y="517643"/>
                  <a:pt x="4527519" y="544758"/>
                </a:cubicBezTo>
                <a:lnTo>
                  <a:pt x="4512730" y="579267"/>
                </a:lnTo>
                <a:lnTo>
                  <a:pt x="4497940" y="612544"/>
                </a:lnTo>
                <a:cubicBezTo>
                  <a:pt x="4475754" y="664308"/>
                  <a:pt x="4459732" y="708267"/>
                  <a:pt x="4449872" y="744420"/>
                </a:cubicBezTo>
                <a:cubicBezTo>
                  <a:pt x="4446586" y="744420"/>
                  <a:pt x="4444532" y="745242"/>
                  <a:pt x="4443710" y="746885"/>
                </a:cubicBezTo>
                <a:lnTo>
                  <a:pt x="4442478" y="749350"/>
                </a:lnTo>
                <a:lnTo>
                  <a:pt x="4441245" y="751815"/>
                </a:lnTo>
                <a:cubicBezTo>
                  <a:pt x="4439602" y="755923"/>
                  <a:pt x="4437137" y="757977"/>
                  <a:pt x="4433850" y="757977"/>
                </a:cubicBezTo>
                <a:lnTo>
                  <a:pt x="4431386" y="757977"/>
                </a:lnTo>
                <a:cubicBezTo>
                  <a:pt x="4433028" y="762086"/>
                  <a:pt x="4433850" y="766194"/>
                  <a:pt x="4433850" y="770302"/>
                </a:cubicBezTo>
                <a:cubicBezTo>
                  <a:pt x="4433850" y="774410"/>
                  <a:pt x="4433028" y="778519"/>
                  <a:pt x="4431386" y="782627"/>
                </a:cubicBezTo>
                <a:cubicBezTo>
                  <a:pt x="4428098" y="790844"/>
                  <a:pt x="4422347" y="794952"/>
                  <a:pt x="4414130" y="794952"/>
                </a:cubicBezTo>
                <a:lnTo>
                  <a:pt x="4414130" y="796184"/>
                </a:lnTo>
                <a:cubicBezTo>
                  <a:pt x="4414130" y="798649"/>
                  <a:pt x="4415363" y="801114"/>
                  <a:pt x="4417828" y="803579"/>
                </a:cubicBezTo>
                <a:lnTo>
                  <a:pt x="4420293" y="807277"/>
                </a:lnTo>
                <a:cubicBezTo>
                  <a:pt x="4421115" y="808920"/>
                  <a:pt x="4421526" y="810974"/>
                  <a:pt x="4421526" y="813439"/>
                </a:cubicBezTo>
                <a:cubicBezTo>
                  <a:pt x="4392768" y="879171"/>
                  <a:pt x="4376745" y="921898"/>
                  <a:pt x="4373458" y="941617"/>
                </a:cubicBezTo>
                <a:cubicBezTo>
                  <a:pt x="4367707" y="950655"/>
                  <a:pt x="4362777" y="960926"/>
                  <a:pt x="4358669" y="972429"/>
                </a:cubicBezTo>
                <a:lnTo>
                  <a:pt x="4354972" y="972429"/>
                </a:lnTo>
                <a:cubicBezTo>
                  <a:pt x="4355793" y="975716"/>
                  <a:pt x="4356204" y="978592"/>
                  <a:pt x="4356204" y="981057"/>
                </a:cubicBezTo>
                <a:lnTo>
                  <a:pt x="4353739" y="987219"/>
                </a:lnTo>
                <a:lnTo>
                  <a:pt x="4351274" y="992149"/>
                </a:lnTo>
                <a:lnTo>
                  <a:pt x="4351274" y="997079"/>
                </a:lnTo>
                <a:cubicBezTo>
                  <a:pt x="4347988" y="1006939"/>
                  <a:pt x="4345522" y="1018031"/>
                  <a:pt x="4343879" y="1030356"/>
                </a:cubicBezTo>
                <a:lnTo>
                  <a:pt x="4342646" y="1030356"/>
                </a:lnTo>
                <a:lnTo>
                  <a:pt x="4338949" y="1048843"/>
                </a:lnTo>
                <a:cubicBezTo>
                  <a:pt x="4337306" y="1056238"/>
                  <a:pt x="4336074" y="1062401"/>
                  <a:pt x="4335252" y="1067330"/>
                </a:cubicBezTo>
                <a:cubicBezTo>
                  <a:pt x="4331144" y="1079655"/>
                  <a:pt x="4324570" y="1087461"/>
                  <a:pt x="4315532" y="1090748"/>
                </a:cubicBezTo>
                <a:lnTo>
                  <a:pt x="4315532" y="1096910"/>
                </a:lnTo>
                <a:cubicBezTo>
                  <a:pt x="4316354" y="1097732"/>
                  <a:pt x="4317586" y="1098142"/>
                  <a:pt x="4319230" y="1098142"/>
                </a:cubicBezTo>
                <a:cubicBezTo>
                  <a:pt x="4321694" y="1098964"/>
                  <a:pt x="4322926" y="1099786"/>
                  <a:pt x="4322927" y="1100607"/>
                </a:cubicBezTo>
                <a:cubicBezTo>
                  <a:pt x="4322926" y="1101429"/>
                  <a:pt x="4322516" y="1102251"/>
                  <a:pt x="4321694" y="1103072"/>
                </a:cubicBezTo>
                <a:cubicBezTo>
                  <a:pt x="4317586" y="1106359"/>
                  <a:pt x="4314299" y="1111700"/>
                  <a:pt x="4311834" y="1119095"/>
                </a:cubicBezTo>
                <a:lnTo>
                  <a:pt x="4309370" y="1128955"/>
                </a:lnTo>
                <a:lnTo>
                  <a:pt x="4306904" y="1138814"/>
                </a:lnTo>
                <a:cubicBezTo>
                  <a:pt x="4304440" y="1157713"/>
                  <a:pt x="4298688" y="1168805"/>
                  <a:pt x="4289650" y="1172091"/>
                </a:cubicBezTo>
                <a:cubicBezTo>
                  <a:pt x="4292114" y="1178665"/>
                  <a:pt x="4293347" y="1184827"/>
                  <a:pt x="4293348" y="1190579"/>
                </a:cubicBezTo>
                <a:cubicBezTo>
                  <a:pt x="4293347" y="1206190"/>
                  <a:pt x="4284309" y="1216050"/>
                  <a:pt x="4266232" y="1220158"/>
                </a:cubicBezTo>
                <a:cubicBezTo>
                  <a:pt x="4267054" y="1223445"/>
                  <a:pt x="4268286" y="1226321"/>
                  <a:pt x="4269930" y="1228786"/>
                </a:cubicBezTo>
                <a:cubicBezTo>
                  <a:pt x="4272395" y="1231251"/>
                  <a:pt x="4274860" y="1232483"/>
                  <a:pt x="4277325" y="1232483"/>
                </a:cubicBezTo>
                <a:cubicBezTo>
                  <a:pt x="4273216" y="1243986"/>
                  <a:pt x="4269108" y="1257955"/>
                  <a:pt x="4265000" y="1274388"/>
                </a:cubicBezTo>
                <a:lnTo>
                  <a:pt x="4260070" y="1297805"/>
                </a:lnTo>
                <a:lnTo>
                  <a:pt x="4253908" y="1321222"/>
                </a:lnTo>
                <a:cubicBezTo>
                  <a:pt x="4244870" y="1363948"/>
                  <a:pt x="4235010" y="1398047"/>
                  <a:pt x="4224328" y="1423518"/>
                </a:cubicBezTo>
                <a:lnTo>
                  <a:pt x="4210771" y="1492537"/>
                </a:lnTo>
                <a:lnTo>
                  <a:pt x="4197214" y="1561556"/>
                </a:lnTo>
                <a:cubicBezTo>
                  <a:pt x="4186532" y="1616607"/>
                  <a:pt x="4178316" y="1661387"/>
                  <a:pt x="4172564" y="1695897"/>
                </a:cubicBezTo>
                <a:cubicBezTo>
                  <a:pt x="4153666" y="1800247"/>
                  <a:pt x="4140108" y="1894737"/>
                  <a:pt x="4131892" y="1979368"/>
                </a:cubicBezTo>
                <a:lnTo>
                  <a:pt x="4131892" y="2133428"/>
                </a:lnTo>
                <a:cubicBezTo>
                  <a:pt x="4131892" y="2160543"/>
                  <a:pt x="4132303" y="2183549"/>
                  <a:pt x="4133124" y="2202447"/>
                </a:cubicBezTo>
                <a:cubicBezTo>
                  <a:pt x="4137232" y="2288721"/>
                  <a:pt x="4152022" y="2352810"/>
                  <a:pt x="4177494" y="2394714"/>
                </a:cubicBezTo>
                <a:lnTo>
                  <a:pt x="4176262" y="2414434"/>
                </a:lnTo>
                <a:cubicBezTo>
                  <a:pt x="4174618" y="2415256"/>
                  <a:pt x="4172153" y="2415667"/>
                  <a:pt x="4168866" y="2415667"/>
                </a:cubicBezTo>
                <a:cubicBezTo>
                  <a:pt x="4165580" y="2415667"/>
                  <a:pt x="4161882" y="2415256"/>
                  <a:pt x="4157774" y="2414434"/>
                </a:cubicBezTo>
                <a:lnTo>
                  <a:pt x="4146682" y="2413202"/>
                </a:lnTo>
                <a:lnTo>
                  <a:pt x="4135590" y="2413202"/>
                </a:lnTo>
                <a:cubicBezTo>
                  <a:pt x="4134768" y="2409093"/>
                  <a:pt x="4132303" y="2404574"/>
                  <a:pt x="4128194" y="2399644"/>
                </a:cubicBezTo>
                <a:lnTo>
                  <a:pt x="4123264" y="2394714"/>
                </a:lnTo>
                <a:lnTo>
                  <a:pt x="4117102" y="2388552"/>
                </a:lnTo>
                <a:cubicBezTo>
                  <a:pt x="4109707" y="2381157"/>
                  <a:pt x="4106010" y="2374584"/>
                  <a:pt x="4106010" y="2368832"/>
                </a:cubicBezTo>
                <a:lnTo>
                  <a:pt x="4106010" y="2365135"/>
                </a:lnTo>
                <a:cubicBezTo>
                  <a:pt x="4075608" y="2331447"/>
                  <a:pt x="4054656" y="2284202"/>
                  <a:pt x="4043153" y="2223399"/>
                </a:cubicBezTo>
                <a:cubicBezTo>
                  <a:pt x="4034115" y="2179030"/>
                  <a:pt x="4029596" y="2123979"/>
                  <a:pt x="4029596" y="2058246"/>
                </a:cubicBezTo>
                <a:lnTo>
                  <a:pt x="4029596" y="2040992"/>
                </a:lnTo>
                <a:cubicBezTo>
                  <a:pt x="4034526" y="2042635"/>
                  <a:pt x="4037812" y="2050441"/>
                  <a:pt x="4039456" y="2064409"/>
                </a:cubicBezTo>
                <a:cubicBezTo>
                  <a:pt x="4041099" y="2065231"/>
                  <a:pt x="4042332" y="2065641"/>
                  <a:pt x="4043153" y="2065641"/>
                </a:cubicBezTo>
                <a:cubicBezTo>
                  <a:pt x="4044796" y="2065641"/>
                  <a:pt x="4046029" y="2063998"/>
                  <a:pt x="4046851" y="2060711"/>
                </a:cubicBezTo>
                <a:lnTo>
                  <a:pt x="4046851" y="2058246"/>
                </a:lnTo>
                <a:lnTo>
                  <a:pt x="4048083" y="2055781"/>
                </a:lnTo>
                <a:cubicBezTo>
                  <a:pt x="4048905" y="2054960"/>
                  <a:pt x="4050137" y="2054549"/>
                  <a:pt x="4051781" y="2054549"/>
                </a:cubicBezTo>
                <a:lnTo>
                  <a:pt x="4053446" y="2054549"/>
                </a:lnTo>
                <a:lnTo>
                  <a:pt x="4051781" y="2046846"/>
                </a:lnTo>
                <a:cubicBezTo>
                  <a:pt x="4050137" y="2044176"/>
                  <a:pt x="4047672" y="2042635"/>
                  <a:pt x="4044386" y="2042224"/>
                </a:cubicBezTo>
                <a:cubicBezTo>
                  <a:pt x="4049316" y="2041403"/>
                  <a:pt x="4052602" y="2038938"/>
                  <a:pt x="4054246" y="2034829"/>
                </a:cubicBezTo>
                <a:lnTo>
                  <a:pt x="4054246" y="2032364"/>
                </a:lnTo>
                <a:cubicBezTo>
                  <a:pt x="4054245" y="2029899"/>
                  <a:pt x="4053834" y="2027434"/>
                  <a:pt x="4053013" y="2024969"/>
                </a:cubicBezTo>
                <a:cubicBezTo>
                  <a:pt x="4052192" y="2022504"/>
                  <a:pt x="4051781" y="2020039"/>
                  <a:pt x="4051781" y="2017575"/>
                </a:cubicBezTo>
                <a:cubicBezTo>
                  <a:pt x="4051781" y="2012645"/>
                  <a:pt x="4053424" y="2010180"/>
                  <a:pt x="4056710" y="2010180"/>
                </a:cubicBezTo>
                <a:cubicBezTo>
                  <a:pt x="4055889" y="2007715"/>
                  <a:pt x="4054656" y="2005250"/>
                  <a:pt x="4053013" y="2002785"/>
                </a:cubicBezTo>
                <a:lnTo>
                  <a:pt x="4049316" y="1996622"/>
                </a:lnTo>
                <a:cubicBezTo>
                  <a:pt x="4046850" y="1993336"/>
                  <a:pt x="4045618" y="1989638"/>
                  <a:pt x="4045618" y="1985530"/>
                </a:cubicBezTo>
                <a:cubicBezTo>
                  <a:pt x="4045618" y="1983887"/>
                  <a:pt x="4046029" y="1982244"/>
                  <a:pt x="4046851" y="1980600"/>
                </a:cubicBezTo>
                <a:lnTo>
                  <a:pt x="4048083" y="1979368"/>
                </a:lnTo>
                <a:cubicBezTo>
                  <a:pt x="4048905" y="1979368"/>
                  <a:pt x="4049726" y="1979779"/>
                  <a:pt x="4050548" y="1980600"/>
                </a:cubicBezTo>
                <a:lnTo>
                  <a:pt x="4053013" y="1983065"/>
                </a:lnTo>
                <a:lnTo>
                  <a:pt x="4054246" y="1983065"/>
                </a:lnTo>
                <a:lnTo>
                  <a:pt x="4054246" y="1978135"/>
                </a:lnTo>
                <a:cubicBezTo>
                  <a:pt x="4054245" y="1976492"/>
                  <a:pt x="4051780" y="1975259"/>
                  <a:pt x="4046851" y="1974438"/>
                </a:cubicBezTo>
                <a:cubicBezTo>
                  <a:pt x="4047672" y="1971151"/>
                  <a:pt x="4048083" y="1967864"/>
                  <a:pt x="4048083" y="1964578"/>
                </a:cubicBezTo>
                <a:lnTo>
                  <a:pt x="4048083" y="1941161"/>
                </a:lnTo>
                <a:cubicBezTo>
                  <a:pt x="4051370" y="1941161"/>
                  <a:pt x="4053013" y="1942393"/>
                  <a:pt x="4053013" y="1944858"/>
                </a:cubicBezTo>
                <a:cubicBezTo>
                  <a:pt x="4053013" y="1945680"/>
                  <a:pt x="4052602" y="1946912"/>
                  <a:pt x="4051781" y="1948556"/>
                </a:cubicBezTo>
                <a:lnTo>
                  <a:pt x="4050548" y="1955951"/>
                </a:lnTo>
                <a:lnTo>
                  <a:pt x="4050548" y="1963345"/>
                </a:lnTo>
                <a:cubicBezTo>
                  <a:pt x="4054656" y="1959237"/>
                  <a:pt x="4057121" y="1951842"/>
                  <a:pt x="4057943" y="1941161"/>
                </a:cubicBezTo>
                <a:lnTo>
                  <a:pt x="4057943" y="1931301"/>
                </a:lnTo>
                <a:cubicBezTo>
                  <a:pt x="4057943" y="1925549"/>
                  <a:pt x="4057532" y="1919387"/>
                  <a:pt x="4056710" y="1912814"/>
                </a:cubicBezTo>
                <a:cubicBezTo>
                  <a:pt x="4054245" y="1912814"/>
                  <a:pt x="4053013" y="1914457"/>
                  <a:pt x="4053013" y="1917744"/>
                </a:cubicBezTo>
                <a:lnTo>
                  <a:pt x="4053013" y="1922673"/>
                </a:lnTo>
                <a:lnTo>
                  <a:pt x="4051781" y="1927603"/>
                </a:lnTo>
                <a:cubicBezTo>
                  <a:pt x="4048494" y="1920209"/>
                  <a:pt x="4046850" y="1911992"/>
                  <a:pt x="4046851" y="1902954"/>
                </a:cubicBezTo>
                <a:cubicBezTo>
                  <a:pt x="4046850" y="1899667"/>
                  <a:pt x="4047262" y="1895970"/>
                  <a:pt x="4048083" y="1891861"/>
                </a:cubicBezTo>
                <a:cubicBezTo>
                  <a:pt x="4052192" y="1892683"/>
                  <a:pt x="4054245" y="1895970"/>
                  <a:pt x="4054246" y="1901721"/>
                </a:cubicBezTo>
                <a:lnTo>
                  <a:pt x="4054246" y="1907884"/>
                </a:lnTo>
                <a:cubicBezTo>
                  <a:pt x="4058354" y="1904597"/>
                  <a:pt x="4060819" y="1898024"/>
                  <a:pt x="4061640" y="1888164"/>
                </a:cubicBezTo>
                <a:lnTo>
                  <a:pt x="4061640" y="1874607"/>
                </a:lnTo>
                <a:cubicBezTo>
                  <a:pt x="4062462" y="1869677"/>
                  <a:pt x="4063695" y="1865979"/>
                  <a:pt x="4065338" y="1863514"/>
                </a:cubicBezTo>
                <a:cubicBezTo>
                  <a:pt x="4065338" y="1861871"/>
                  <a:pt x="4064927" y="1861049"/>
                  <a:pt x="4064106" y="1861049"/>
                </a:cubicBezTo>
                <a:cubicBezTo>
                  <a:pt x="4063284" y="1861049"/>
                  <a:pt x="4061640" y="1861871"/>
                  <a:pt x="4059176" y="1863514"/>
                </a:cubicBezTo>
                <a:cubicBezTo>
                  <a:pt x="4057532" y="1865158"/>
                  <a:pt x="4055889" y="1865979"/>
                  <a:pt x="4054246" y="1865979"/>
                </a:cubicBezTo>
                <a:cubicBezTo>
                  <a:pt x="4053424" y="1865979"/>
                  <a:pt x="4052602" y="1864336"/>
                  <a:pt x="4051781" y="1861049"/>
                </a:cubicBezTo>
                <a:cubicBezTo>
                  <a:pt x="4064927" y="1840508"/>
                  <a:pt x="4073554" y="1811339"/>
                  <a:pt x="4077663" y="1773543"/>
                </a:cubicBezTo>
                <a:lnTo>
                  <a:pt x="4080128" y="1750126"/>
                </a:lnTo>
                <a:lnTo>
                  <a:pt x="4082593" y="1725476"/>
                </a:lnTo>
                <a:cubicBezTo>
                  <a:pt x="4084236" y="1705756"/>
                  <a:pt x="4087112" y="1689323"/>
                  <a:pt x="4091220" y="1676177"/>
                </a:cubicBezTo>
                <a:cubicBezTo>
                  <a:pt x="4097793" y="1676999"/>
                  <a:pt x="4101902" y="1678231"/>
                  <a:pt x="4103545" y="1679874"/>
                </a:cubicBezTo>
                <a:lnTo>
                  <a:pt x="4103545" y="1676177"/>
                </a:lnTo>
                <a:cubicBezTo>
                  <a:pt x="4103545" y="1671247"/>
                  <a:pt x="4098615" y="1668371"/>
                  <a:pt x="4088755" y="1667550"/>
                </a:cubicBezTo>
                <a:cubicBezTo>
                  <a:pt x="4095328" y="1665085"/>
                  <a:pt x="4098615" y="1657279"/>
                  <a:pt x="4098615" y="1644132"/>
                </a:cubicBezTo>
                <a:lnTo>
                  <a:pt x="4099848" y="1635505"/>
                </a:lnTo>
                <a:lnTo>
                  <a:pt x="4099848" y="1628110"/>
                </a:lnTo>
                <a:cubicBezTo>
                  <a:pt x="4100669" y="1623180"/>
                  <a:pt x="4101902" y="1619483"/>
                  <a:pt x="4103545" y="1617018"/>
                </a:cubicBezTo>
                <a:cubicBezTo>
                  <a:pt x="4103545" y="1615375"/>
                  <a:pt x="4102312" y="1614142"/>
                  <a:pt x="4099848" y="1613320"/>
                </a:cubicBezTo>
                <a:lnTo>
                  <a:pt x="4094918" y="1612088"/>
                </a:lnTo>
                <a:cubicBezTo>
                  <a:pt x="4091631" y="1610445"/>
                  <a:pt x="4089987" y="1608801"/>
                  <a:pt x="4089988" y="1607158"/>
                </a:cubicBezTo>
                <a:lnTo>
                  <a:pt x="4089988" y="1604693"/>
                </a:lnTo>
                <a:cubicBezTo>
                  <a:pt x="4091631" y="1606336"/>
                  <a:pt x="4093274" y="1607158"/>
                  <a:pt x="4094918" y="1607158"/>
                </a:cubicBezTo>
                <a:lnTo>
                  <a:pt x="4107242" y="1607158"/>
                </a:lnTo>
                <a:cubicBezTo>
                  <a:pt x="4107242" y="1587438"/>
                  <a:pt x="4110940" y="1562378"/>
                  <a:pt x="4118334" y="1531976"/>
                </a:cubicBezTo>
                <a:lnTo>
                  <a:pt x="4107242" y="1549231"/>
                </a:lnTo>
                <a:cubicBezTo>
                  <a:pt x="4098204" y="1572238"/>
                  <a:pt x="4088755" y="1595244"/>
                  <a:pt x="4078895" y="1618250"/>
                </a:cubicBezTo>
                <a:lnTo>
                  <a:pt x="4077663" y="1639202"/>
                </a:lnTo>
                <a:cubicBezTo>
                  <a:pt x="4070268" y="1671247"/>
                  <a:pt x="4063284" y="1716849"/>
                  <a:pt x="4056710" y="1776008"/>
                </a:cubicBezTo>
                <a:lnTo>
                  <a:pt x="4048083" y="1852422"/>
                </a:lnTo>
                <a:cubicBezTo>
                  <a:pt x="4044796" y="1882002"/>
                  <a:pt x="4041920" y="1907473"/>
                  <a:pt x="4039456" y="1928836"/>
                </a:cubicBezTo>
                <a:cubicBezTo>
                  <a:pt x="4039456" y="1933766"/>
                  <a:pt x="4039866" y="1941982"/>
                  <a:pt x="4040688" y="1953486"/>
                </a:cubicBezTo>
                <a:lnTo>
                  <a:pt x="4041921" y="1968275"/>
                </a:lnTo>
                <a:lnTo>
                  <a:pt x="4041921" y="1986763"/>
                </a:lnTo>
                <a:cubicBezTo>
                  <a:pt x="4041920" y="2004839"/>
                  <a:pt x="4037402" y="2017164"/>
                  <a:pt x="4028364" y="2023737"/>
                </a:cubicBezTo>
                <a:cubicBezTo>
                  <a:pt x="4031650" y="1901310"/>
                  <a:pt x="4043153" y="1777651"/>
                  <a:pt x="4062873" y="1652760"/>
                </a:cubicBezTo>
                <a:cubicBezTo>
                  <a:pt x="4016039" y="1756288"/>
                  <a:pt x="3965507" y="1843795"/>
                  <a:pt x="3911278" y="1915279"/>
                </a:cubicBezTo>
                <a:cubicBezTo>
                  <a:pt x="3909634" y="1919387"/>
                  <a:pt x="3908402" y="1923084"/>
                  <a:pt x="3907580" y="1926371"/>
                </a:cubicBezTo>
                <a:cubicBezTo>
                  <a:pt x="3905937" y="1930479"/>
                  <a:pt x="3904294" y="1934177"/>
                  <a:pt x="3902650" y="1937463"/>
                </a:cubicBezTo>
                <a:cubicBezTo>
                  <a:pt x="3896898" y="1942393"/>
                  <a:pt x="3888682" y="1950199"/>
                  <a:pt x="3878000" y="1960880"/>
                </a:cubicBezTo>
                <a:lnTo>
                  <a:pt x="3850886" y="1989228"/>
                </a:lnTo>
                <a:lnTo>
                  <a:pt x="3838561" y="2001552"/>
                </a:lnTo>
                <a:lnTo>
                  <a:pt x="3823771" y="2015110"/>
                </a:lnTo>
                <a:cubicBezTo>
                  <a:pt x="3823771" y="2018396"/>
                  <a:pt x="3822950" y="2021272"/>
                  <a:pt x="3821306" y="2023737"/>
                </a:cubicBezTo>
                <a:cubicBezTo>
                  <a:pt x="3817198" y="2025380"/>
                  <a:pt x="3813090" y="2028256"/>
                  <a:pt x="3808982" y="2032364"/>
                </a:cubicBezTo>
                <a:lnTo>
                  <a:pt x="3797889" y="2040992"/>
                </a:lnTo>
                <a:lnTo>
                  <a:pt x="3795424" y="2042224"/>
                </a:lnTo>
                <a:lnTo>
                  <a:pt x="3792959" y="2043457"/>
                </a:lnTo>
                <a:lnTo>
                  <a:pt x="3788029" y="2044689"/>
                </a:lnTo>
                <a:lnTo>
                  <a:pt x="3783099" y="2044689"/>
                </a:lnTo>
                <a:cubicBezTo>
                  <a:pt x="3779813" y="2045511"/>
                  <a:pt x="3776937" y="2045922"/>
                  <a:pt x="3774472" y="2045922"/>
                </a:cubicBezTo>
                <a:lnTo>
                  <a:pt x="3765844" y="2048387"/>
                </a:lnTo>
                <a:cubicBezTo>
                  <a:pt x="3756806" y="2052495"/>
                  <a:pt x="3747357" y="2055371"/>
                  <a:pt x="3737498" y="2057014"/>
                </a:cubicBezTo>
                <a:lnTo>
                  <a:pt x="3732568" y="2058246"/>
                </a:lnTo>
                <a:lnTo>
                  <a:pt x="3715313" y="2058246"/>
                </a:lnTo>
                <a:cubicBezTo>
                  <a:pt x="3707096" y="2057425"/>
                  <a:pt x="3698880" y="2056603"/>
                  <a:pt x="3690663" y="2055781"/>
                </a:cubicBezTo>
                <a:cubicBezTo>
                  <a:pt x="3681625" y="2053317"/>
                  <a:pt x="3674230" y="2050441"/>
                  <a:pt x="3668478" y="2047154"/>
                </a:cubicBezTo>
                <a:lnTo>
                  <a:pt x="3663548" y="2044689"/>
                </a:lnTo>
                <a:lnTo>
                  <a:pt x="3658618" y="2042224"/>
                </a:lnTo>
                <a:lnTo>
                  <a:pt x="3648759" y="2036062"/>
                </a:lnTo>
                <a:cubicBezTo>
                  <a:pt x="3638077" y="2027845"/>
                  <a:pt x="3626163" y="2016342"/>
                  <a:pt x="3613017" y="2001552"/>
                </a:cubicBezTo>
                <a:lnTo>
                  <a:pt x="3610552" y="1999087"/>
                </a:lnTo>
                <a:lnTo>
                  <a:pt x="3605622" y="1989228"/>
                </a:lnTo>
                <a:lnTo>
                  <a:pt x="3603157" y="1981833"/>
                </a:lnTo>
                <a:lnTo>
                  <a:pt x="3599460" y="1968275"/>
                </a:lnTo>
                <a:lnTo>
                  <a:pt x="3592064" y="1943626"/>
                </a:lnTo>
                <a:cubicBezTo>
                  <a:pt x="3587956" y="1925549"/>
                  <a:pt x="3585492" y="1907884"/>
                  <a:pt x="3584670" y="1890629"/>
                </a:cubicBezTo>
                <a:cubicBezTo>
                  <a:pt x="3584670" y="1884467"/>
                  <a:pt x="3584772" y="1878818"/>
                  <a:pt x="3584978" y="1873682"/>
                </a:cubicBezTo>
                <a:lnTo>
                  <a:pt x="3585112" y="1871673"/>
                </a:lnTo>
                <a:lnTo>
                  <a:pt x="3580238" y="1879151"/>
                </a:lnTo>
                <a:cubicBezTo>
                  <a:pt x="3565140" y="1900566"/>
                  <a:pt x="3544958" y="1924522"/>
                  <a:pt x="3519692" y="1951021"/>
                </a:cubicBezTo>
                <a:lnTo>
                  <a:pt x="3476555" y="1994157"/>
                </a:lnTo>
                <a:cubicBezTo>
                  <a:pt x="3460122" y="2011412"/>
                  <a:pt x="3446565" y="2026202"/>
                  <a:pt x="3435883" y="2038527"/>
                </a:cubicBezTo>
                <a:lnTo>
                  <a:pt x="3434651" y="2039759"/>
                </a:lnTo>
                <a:cubicBezTo>
                  <a:pt x="3427256" y="2041403"/>
                  <a:pt x="3420682" y="2044278"/>
                  <a:pt x="3414931" y="2048387"/>
                </a:cubicBezTo>
                <a:lnTo>
                  <a:pt x="3393979" y="2063176"/>
                </a:lnTo>
                <a:cubicBezTo>
                  <a:pt x="3375902" y="2074680"/>
                  <a:pt x="3358648" y="2080431"/>
                  <a:pt x="3342215" y="2080431"/>
                </a:cubicBezTo>
                <a:cubicBezTo>
                  <a:pt x="3342214" y="2081253"/>
                  <a:pt x="3340571" y="2082485"/>
                  <a:pt x="3337285" y="2084129"/>
                </a:cubicBezTo>
                <a:lnTo>
                  <a:pt x="3332355" y="2085361"/>
                </a:lnTo>
                <a:lnTo>
                  <a:pt x="3327425" y="2087826"/>
                </a:lnTo>
                <a:lnTo>
                  <a:pt x="3323728" y="2087826"/>
                </a:lnTo>
                <a:lnTo>
                  <a:pt x="3318798" y="2086594"/>
                </a:lnTo>
                <a:cubicBezTo>
                  <a:pt x="3313868" y="2089059"/>
                  <a:pt x="3308527" y="2090291"/>
                  <a:pt x="3302775" y="2090291"/>
                </a:cubicBezTo>
                <a:cubicBezTo>
                  <a:pt x="3295380" y="2090291"/>
                  <a:pt x="3287985" y="2087826"/>
                  <a:pt x="3280590" y="2082896"/>
                </a:cubicBezTo>
                <a:cubicBezTo>
                  <a:pt x="3265800" y="2073036"/>
                  <a:pt x="3253476" y="2060301"/>
                  <a:pt x="3243616" y="2044689"/>
                </a:cubicBezTo>
                <a:cubicBezTo>
                  <a:pt x="3239508" y="2037294"/>
                  <a:pt x="3235810" y="2029489"/>
                  <a:pt x="3232524" y="2021272"/>
                </a:cubicBezTo>
                <a:lnTo>
                  <a:pt x="3232524" y="2016342"/>
                </a:lnTo>
                <a:lnTo>
                  <a:pt x="3231291" y="2015110"/>
                </a:lnTo>
                <a:lnTo>
                  <a:pt x="3231291" y="2013877"/>
                </a:lnTo>
                <a:lnTo>
                  <a:pt x="3230059" y="2011412"/>
                </a:lnTo>
                <a:lnTo>
                  <a:pt x="3227594" y="2001552"/>
                </a:lnTo>
                <a:cubicBezTo>
                  <a:pt x="3226772" y="1995801"/>
                  <a:pt x="3225950" y="1989638"/>
                  <a:pt x="3225129" y="1983065"/>
                </a:cubicBezTo>
                <a:lnTo>
                  <a:pt x="3223896" y="1967043"/>
                </a:lnTo>
                <a:cubicBezTo>
                  <a:pt x="3223074" y="1953896"/>
                  <a:pt x="3222253" y="1945269"/>
                  <a:pt x="3221431" y="1941161"/>
                </a:cubicBezTo>
                <a:lnTo>
                  <a:pt x="3221431" y="1937463"/>
                </a:lnTo>
                <a:cubicBezTo>
                  <a:pt x="3221431" y="1935820"/>
                  <a:pt x="3221842" y="1934177"/>
                  <a:pt x="3222664" y="1932533"/>
                </a:cubicBezTo>
                <a:lnTo>
                  <a:pt x="3227594" y="1923906"/>
                </a:lnTo>
                <a:lnTo>
                  <a:pt x="3228826" y="1917744"/>
                </a:lnTo>
                <a:cubicBezTo>
                  <a:pt x="3233756" y="1833113"/>
                  <a:pt x="3251832" y="1740677"/>
                  <a:pt x="3283056" y="1640435"/>
                </a:cubicBezTo>
                <a:lnTo>
                  <a:pt x="3284288" y="1635505"/>
                </a:lnTo>
                <a:lnTo>
                  <a:pt x="3284288" y="1626878"/>
                </a:lnTo>
                <a:cubicBezTo>
                  <a:pt x="3284288" y="1615375"/>
                  <a:pt x="3286753" y="1600996"/>
                  <a:pt x="3291683" y="1583741"/>
                </a:cubicBezTo>
                <a:lnTo>
                  <a:pt x="3295380" y="1572648"/>
                </a:lnTo>
                <a:lnTo>
                  <a:pt x="3299078" y="1560324"/>
                </a:lnTo>
                <a:cubicBezTo>
                  <a:pt x="3299900" y="1555394"/>
                  <a:pt x="3300310" y="1550875"/>
                  <a:pt x="3300310" y="1546766"/>
                </a:cubicBezTo>
                <a:cubicBezTo>
                  <a:pt x="3300310" y="1542658"/>
                  <a:pt x="3299900" y="1538550"/>
                  <a:pt x="3299078" y="1534441"/>
                </a:cubicBezTo>
                <a:lnTo>
                  <a:pt x="3299078" y="1531976"/>
                </a:lnTo>
                <a:cubicBezTo>
                  <a:pt x="3299900" y="1528690"/>
                  <a:pt x="3300721" y="1526636"/>
                  <a:pt x="3301543" y="1525814"/>
                </a:cubicBezTo>
                <a:lnTo>
                  <a:pt x="3301543" y="1524582"/>
                </a:lnTo>
                <a:lnTo>
                  <a:pt x="3302775" y="1520884"/>
                </a:lnTo>
                <a:cubicBezTo>
                  <a:pt x="3301954" y="1519241"/>
                  <a:pt x="3301132" y="1518008"/>
                  <a:pt x="3300310" y="1517187"/>
                </a:cubicBezTo>
                <a:cubicBezTo>
                  <a:pt x="3299488" y="1516365"/>
                  <a:pt x="3298667" y="1515954"/>
                  <a:pt x="3297845" y="1515954"/>
                </a:cubicBezTo>
                <a:cubicBezTo>
                  <a:pt x="3297024" y="1515954"/>
                  <a:pt x="3296202" y="1516365"/>
                  <a:pt x="3295380" y="1517187"/>
                </a:cubicBezTo>
                <a:lnTo>
                  <a:pt x="3291683" y="1518419"/>
                </a:lnTo>
                <a:lnTo>
                  <a:pt x="3286753" y="1518419"/>
                </a:lnTo>
                <a:lnTo>
                  <a:pt x="3285520" y="1519652"/>
                </a:lnTo>
                <a:lnTo>
                  <a:pt x="3280590" y="1524582"/>
                </a:lnTo>
                <a:lnTo>
                  <a:pt x="3278126" y="1525814"/>
                </a:lnTo>
                <a:lnTo>
                  <a:pt x="3247314" y="1573881"/>
                </a:lnTo>
                <a:lnTo>
                  <a:pt x="3215269" y="1621948"/>
                </a:lnTo>
                <a:cubicBezTo>
                  <a:pt x="3189798" y="1661387"/>
                  <a:pt x="3168434" y="1695075"/>
                  <a:pt x="3151180" y="1723011"/>
                </a:cubicBezTo>
                <a:cubicBezTo>
                  <a:pt x="3104346" y="1801069"/>
                  <a:pt x="3069836" y="1872963"/>
                  <a:pt x="3047651" y="1938696"/>
                </a:cubicBezTo>
                <a:lnTo>
                  <a:pt x="3045186" y="1941161"/>
                </a:lnTo>
                <a:cubicBezTo>
                  <a:pt x="3033683" y="1955951"/>
                  <a:pt x="3021358" y="1979368"/>
                  <a:pt x="3008212" y="2011412"/>
                </a:cubicBezTo>
                <a:lnTo>
                  <a:pt x="2993422" y="2048387"/>
                </a:lnTo>
                <a:cubicBezTo>
                  <a:pt x="2986848" y="2063176"/>
                  <a:pt x="2980276" y="2075912"/>
                  <a:pt x="2973702" y="2086594"/>
                </a:cubicBezTo>
                <a:cubicBezTo>
                  <a:pt x="2974524" y="2086594"/>
                  <a:pt x="2974935" y="2087415"/>
                  <a:pt x="2974935" y="2089059"/>
                </a:cubicBezTo>
                <a:cubicBezTo>
                  <a:pt x="2974935" y="2090702"/>
                  <a:pt x="2974524" y="2093167"/>
                  <a:pt x="2973702" y="2096453"/>
                </a:cubicBezTo>
                <a:lnTo>
                  <a:pt x="2972470" y="2103848"/>
                </a:lnTo>
                <a:lnTo>
                  <a:pt x="2971237" y="2110011"/>
                </a:lnTo>
                <a:lnTo>
                  <a:pt x="2970005" y="2112476"/>
                </a:lnTo>
                <a:lnTo>
                  <a:pt x="2970005" y="2114941"/>
                </a:lnTo>
                <a:lnTo>
                  <a:pt x="2961378" y="2128498"/>
                </a:lnTo>
                <a:cubicBezTo>
                  <a:pt x="2958912" y="2134250"/>
                  <a:pt x="2957680" y="2139590"/>
                  <a:pt x="2957680" y="2144520"/>
                </a:cubicBezTo>
                <a:cubicBezTo>
                  <a:pt x="2955215" y="2149450"/>
                  <a:pt x="2950696" y="2151915"/>
                  <a:pt x="2944123" y="2151915"/>
                </a:cubicBezTo>
                <a:cubicBezTo>
                  <a:pt x="2940014" y="2151915"/>
                  <a:pt x="2935084" y="2150683"/>
                  <a:pt x="2929333" y="2148218"/>
                </a:cubicBezTo>
                <a:lnTo>
                  <a:pt x="2915776" y="2140823"/>
                </a:lnTo>
                <a:lnTo>
                  <a:pt x="2910846" y="2138358"/>
                </a:lnTo>
                <a:lnTo>
                  <a:pt x="2903451" y="2138358"/>
                </a:lnTo>
                <a:cubicBezTo>
                  <a:pt x="2889483" y="2134250"/>
                  <a:pt x="2874282" y="2130552"/>
                  <a:pt x="2857849" y="2127266"/>
                </a:cubicBezTo>
                <a:cubicBezTo>
                  <a:pt x="2843059" y="2124801"/>
                  <a:pt x="2834842" y="2121103"/>
                  <a:pt x="2833199" y="2116173"/>
                </a:cubicBezTo>
                <a:cubicBezTo>
                  <a:pt x="2834842" y="2113708"/>
                  <a:pt x="2835664" y="2111243"/>
                  <a:pt x="2835664" y="2108778"/>
                </a:cubicBezTo>
                <a:lnTo>
                  <a:pt x="2833199" y="2100151"/>
                </a:lnTo>
                <a:lnTo>
                  <a:pt x="2833199" y="2097686"/>
                </a:lnTo>
                <a:lnTo>
                  <a:pt x="2835664" y="2095221"/>
                </a:lnTo>
                <a:lnTo>
                  <a:pt x="2836897" y="2091523"/>
                </a:lnTo>
                <a:cubicBezTo>
                  <a:pt x="2838540" y="2089059"/>
                  <a:pt x="2839772" y="2087826"/>
                  <a:pt x="2840594" y="2087826"/>
                </a:cubicBezTo>
                <a:cubicBezTo>
                  <a:pt x="2838951" y="2081253"/>
                  <a:pt x="2838129" y="2074680"/>
                  <a:pt x="2838129" y="2068106"/>
                </a:cubicBezTo>
                <a:lnTo>
                  <a:pt x="2840594" y="2048387"/>
                </a:lnTo>
                <a:cubicBezTo>
                  <a:pt x="2842237" y="2040170"/>
                  <a:pt x="2843059" y="2033186"/>
                  <a:pt x="2843059" y="2027434"/>
                </a:cubicBezTo>
                <a:cubicBezTo>
                  <a:pt x="2843059" y="2020861"/>
                  <a:pt x="2842237" y="2015521"/>
                  <a:pt x="2840594" y="2011412"/>
                </a:cubicBezTo>
                <a:lnTo>
                  <a:pt x="2840594" y="2010180"/>
                </a:lnTo>
                <a:cubicBezTo>
                  <a:pt x="2847167" y="1994568"/>
                  <a:pt x="2853330" y="1976903"/>
                  <a:pt x="2859081" y="1957183"/>
                </a:cubicBezTo>
                <a:lnTo>
                  <a:pt x="2871406" y="1905419"/>
                </a:lnTo>
                <a:cubicBezTo>
                  <a:pt x="2882088" y="1859406"/>
                  <a:pt x="2892769" y="1825307"/>
                  <a:pt x="2903451" y="1803123"/>
                </a:cubicBezTo>
                <a:cubicBezTo>
                  <a:pt x="2902629" y="1799014"/>
                  <a:pt x="2902218" y="1794084"/>
                  <a:pt x="2902218" y="1788333"/>
                </a:cubicBezTo>
                <a:cubicBezTo>
                  <a:pt x="2902218" y="1778473"/>
                  <a:pt x="2903862" y="1766970"/>
                  <a:pt x="2907148" y="1753823"/>
                </a:cubicBezTo>
                <a:lnTo>
                  <a:pt x="2912362" y="1732966"/>
                </a:lnTo>
                <a:lnTo>
                  <a:pt x="2896763" y="1750126"/>
                </a:lnTo>
                <a:cubicBezTo>
                  <a:pt x="2882794" y="1766559"/>
                  <a:pt x="2871291" y="1780938"/>
                  <a:pt x="2862253" y="1793263"/>
                </a:cubicBezTo>
                <a:lnTo>
                  <a:pt x="2858556" y="1796960"/>
                </a:lnTo>
                <a:cubicBezTo>
                  <a:pt x="2809256" y="1837221"/>
                  <a:pt x="2763244" y="1871320"/>
                  <a:pt x="2720518" y="1899256"/>
                </a:cubicBezTo>
                <a:cubicBezTo>
                  <a:pt x="2696690" y="1914868"/>
                  <a:pt x="2672040" y="1930068"/>
                  <a:pt x="2646569" y="1944858"/>
                </a:cubicBezTo>
                <a:cubicBezTo>
                  <a:pt x="2616168" y="1961291"/>
                  <a:pt x="2588231" y="1974027"/>
                  <a:pt x="2562760" y="1983065"/>
                </a:cubicBezTo>
                <a:cubicBezTo>
                  <a:pt x="2529894" y="1995390"/>
                  <a:pt x="2497849" y="2002374"/>
                  <a:pt x="2466626" y="2004017"/>
                </a:cubicBezTo>
                <a:lnTo>
                  <a:pt x="2448139" y="2004017"/>
                </a:lnTo>
                <a:cubicBezTo>
                  <a:pt x="2412808" y="2004017"/>
                  <a:pt x="2381585" y="1997855"/>
                  <a:pt x="2354470" y="1985530"/>
                </a:cubicBezTo>
                <a:cubicBezTo>
                  <a:pt x="2334751" y="1974849"/>
                  <a:pt x="2317496" y="1961291"/>
                  <a:pt x="2302706" y="1944858"/>
                </a:cubicBezTo>
                <a:cubicBezTo>
                  <a:pt x="2290381" y="1929247"/>
                  <a:pt x="2280521" y="1911170"/>
                  <a:pt x="2273127" y="1890629"/>
                </a:cubicBezTo>
                <a:cubicBezTo>
                  <a:pt x="2265732" y="1869266"/>
                  <a:pt x="2262034" y="1846670"/>
                  <a:pt x="2262034" y="1822842"/>
                </a:cubicBezTo>
                <a:cubicBezTo>
                  <a:pt x="2262034" y="1811339"/>
                  <a:pt x="2262856" y="1799836"/>
                  <a:pt x="2264499" y="1788333"/>
                </a:cubicBezTo>
                <a:lnTo>
                  <a:pt x="2264499" y="1762451"/>
                </a:lnTo>
                <a:lnTo>
                  <a:pt x="2265294" y="1755694"/>
                </a:lnTo>
                <a:lnTo>
                  <a:pt x="2249788" y="1769306"/>
                </a:lnTo>
                <a:cubicBezTo>
                  <a:pt x="2216357" y="1798424"/>
                  <a:pt x="2173451" y="1835167"/>
                  <a:pt x="2121071" y="1879537"/>
                </a:cubicBezTo>
                <a:lnTo>
                  <a:pt x="2042192" y="1944858"/>
                </a:lnTo>
                <a:lnTo>
                  <a:pt x="1965778" y="2011412"/>
                </a:lnTo>
                <a:cubicBezTo>
                  <a:pt x="1958383" y="2068106"/>
                  <a:pt x="1949756" y="2120282"/>
                  <a:pt x="1939896" y="2167937"/>
                </a:cubicBezTo>
                <a:cubicBezTo>
                  <a:pt x="1939074" y="2202447"/>
                  <a:pt x="1934555" y="2238600"/>
                  <a:pt x="1926339" y="2276396"/>
                </a:cubicBezTo>
                <a:cubicBezTo>
                  <a:pt x="1918122" y="2319122"/>
                  <a:pt x="1907030" y="2353221"/>
                  <a:pt x="1893062" y="2378692"/>
                </a:cubicBezTo>
                <a:cubicBezTo>
                  <a:pt x="1888132" y="2441138"/>
                  <a:pt x="1870877" y="2512622"/>
                  <a:pt x="1841297" y="2593144"/>
                </a:cubicBezTo>
                <a:lnTo>
                  <a:pt x="1822810" y="2641211"/>
                </a:lnTo>
                <a:lnTo>
                  <a:pt x="1804323" y="2688045"/>
                </a:lnTo>
                <a:cubicBezTo>
                  <a:pt x="1790354" y="2725020"/>
                  <a:pt x="1779673" y="2757886"/>
                  <a:pt x="1772278" y="2786644"/>
                </a:cubicBezTo>
                <a:cubicBezTo>
                  <a:pt x="1764061" y="2799790"/>
                  <a:pt x="1755023" y="2816223"/>
                  <a:pt x="1745164" y="2835943"/>
                </a:cubicBezTo>
                <a:lnTo>
                  <a:pt x="1731606" y="2861825"/>
                </a:lnTo>
                <a:lnTo>
                  <a:pt x="1719281" y="2890172"/>
                </a:lnTo>
                <a:cubicBezTo>
                  <a:pt x="1695453" y="2939472"/>
                  <a:pt x="1676966" y="2975214"/>
                  <a:pt x="1663820" y="2997398"/>
                </a:cubicBezTo>
                <a:cubicBezTo>
                  <a:pt x="1662176" y="3002328"/>
                  <a:pt x="1661355" y="3006026"/>
                  <a:pt x="1661355" y="3008491"/>
                </a:cubicBezTo>
                <a:cubicBezTo>
                  <a:pt x="1661355" y="3010956"/>
                  <a:pt x="1662176" y="3012188"/>
                  <a:pt x="1663820" y="3012188"/>
                </a:cubicBezTo>
                <a:lnTo>
                  <a:pt x="1666285" y="3012188"/>
                </a:lnTo>
                <a:lnTo>
                  <a:pt x="1658890" y="3020816"/>
                </a:lnTo>
                <a:lnTo>
                  <a:pt x="1652727" y="3029443"/>
                </a:lnTo>
                <a:cubicBezTo>
                  <a:pt x="1647797" y="3035195"/>
                  <a:pt x="1642457" y="3038481"/>
                  <a:pt x="1636705" y="3039303"/>
                </a:cubicBezTo>
                <a:cubicBezTo>
                  <a:pt x="1626845" y="3069704"/>
                  <a:pt x="1608769" y="3105035"/>
                  <a:pt x="1582476" y="3145296"/>
                </a:cubicBezTo>
                <a:cubicBezTo>
                  <a:pt x="1572616" y="3160086"/>
                  <a:pt x="1561113" y="3176108"/>
                  <a:pt x="1547966" y="3193363"/>
                </a:cubicBezTo>
                <a:lnTo>
                  <a:pt x="1531944" y="3214315"/>
                </a:lnTo>
                <a:lnTo>
                  <a:pt x="1524549" y="3224175"/>
                </a:lnTo>
                <a:lnTo>
                  <a:pt x="1517154" y="3234035"/>
                </a:lnTo>
                <a:cubicBezTo>
                  <a:pt x="1471963" y="3309627"/>
                  <a:pt x="1414447" y="3377414"/>
                  <a:pt x="1344607" y="3437395"/>
                </a:cubicBezTo>
                <a:cubicBezTo>
                  <a:pt x="1312562" y="3465331"/>
                  <a:pt x="1278053" y="3491213"/>
                  <a:pt x="1241078" y="3515041"/>
                </a:cubicBezTo>
                <a:cubicBezTo>
                  <a:pt x="1204104" y="3539691"/>
                  <a:pt x="1165897" y="3557767"/>
                  <a:pt x="1126457" y="3569271"/>
                </a:cubicBezTo>
                <a:lnTo>
                  <a:pt x="1115365" y="3570503"/>
                </a:lnTo>
                <a:lnTo>
                  <a:pt x="1104272" y="3571735"/>
                </a:lnTo>
                <a:lnTo>
                  <a:pt x="1075925" y="3571735"/>
                </a:lnTo>
                <a:cubicBezTo>
                  <a:pt x="1052097" y="3570092"/>
                  <a:pt x="1030323" y="3565573"/>
                  <a:pt x="1010604" y="3558178"/>
                </a:cubicBezTo>
                <a:cubicBezTo>
                  <a:pt x="988419" y="3549140"/>
                  <a:pt x="968699" y="3537226"/>
                  <a:pt x="951445" y="3522436"/>
                </a:cubicBezTo>
                <a:cubicBezTo>
                  <a:pt x="944050" y="3516684"/>
                  <a:pt x="936655" y="3509701"/>
                  <a:pt x="929260" y="3501484"/>
                </a:cubicBezTo>
                <a:lnTo>
                  <a:pt x="919400" y="3491624"/>
                </a:lnTo>
                <a:lnTo>
                  <a:pt x="912005" y="3482997"/>
                </a:lnTo>
                <a:cubicBezTo>
                  <a:pt x="898859" y="3453417"/>
                  <a:pt x="890231" y="3419729"/>
                  <a:pt x="886123" y="3381933"/>
                </a:cubicBezTo>
                <a:cubicBezTo>
                  <a:pt x="883658" y="3358105"/>
                  <a:pt x="882426" y="3335509"/>
                  <a:pt x="882426" y="3314147"/>
                </a:cubicBezTo>
                <a:cubicBezTo>
                  <a:pt x="882426" y="3301822"/>
                  <a:pt x="882836" y="3289497"/>
                  <a:pt x="883658" y="3277172"/>
                </a:cubicBezTo>
                <a:cubicBezTo>
                  <a:pt x="889410" y="3208975"/>
                  <a:pt x="905843" y="3148583"/>
                  <a:pt x="932957" y="3095997"/>
                </a:cubicBezTo>
                <a:cubicBezTo>
                  <a:pt x="934601" y="3091889"/>
                  <a:pt x="935422" y="3088191"/>
                  <a:pt x="935422" y="3084905"/>
                </a:cubicBezTo>
                <a:lnTo>
                  <a:pt x="935422" y="3075045"/>
                </a:lnTo>
                <a:cubicBezTo>
                  <a:pt x="936244" y="3071758"/>
                  <a:pt x="937476" y="3067239"/>
                  <a:pt x="939120" y="3061488"/>
                </a:cubicBezTo>
                <a:cubicBezTo>
                  <a:pt x="979381" y="2981787"/>
                  <a:pt x="1015123" y="2916466"/>
                  <a:pt x="1046346" y="2865523"/>
                </a:cubicBezTo>
                <a:cubicBezTo>
                  <a:pt x="1089072" y="2794861"/>
                  <a:pt x="1132620" y="2733647"/>
                  <a:pt x="1176989" y="2681883"/>
                </a:cubicBezTo>
                <a:cubicBezTo>
                  <a:pt x="1180070" y="2675720"/>
                  <a:pt x="1183793" y="2669122"/>
                  <a:pt x="1188158" y="2662086"/>
                </a:cubicBezTo>
                <a:lnTo>
                  <a:pt x="1194716" y="2652301"/>
                </a:lnTo>
                <a:lnTo>
                  <a:pt x="1178254" y="2623956"/>
                </a:lnTo>
                <a:cubicBezTo>
                  <a:pt x="1156069" y="2581230"/>
                  <a:pt x="1135528" y="2525357"/>
                  <a:pt x="1116630" y="2456338"/>
                </a:cubicBezTo>
                <a:cubicBezTo>
                  <a:pt x="1122381" y="2457160"/>
                  <a:pt x="1127722" y="2463733"/>
                  <a:pt x="1132652" y="2476058"/>
                </a:cubicBezTo>
                <a:lnTo>
                  <a:pt x="1133885" y="2476058"/>
                </a:lnTo>
                <a:cubicBezTo>
                  <a:pt x="1136349" y="2476058"/>
                  <a:pt x="1137582" y="2474826"/>
                  <a:pt x="1137582" y="2472361"/>
                </a:cubicBezTo>
                <a:lnTo>
                  <a:pt x="1137582" y="2464966"/>
                </a:lnTo>
                <a:lnTo>
                  <a:pt x="1142949" y="2462819"/>
                </a:lnTo>
                <a:lnTo>
                  <a:pt x="1139431" y="2456955"/>
                </a:lnTo>
                <a:cubicBezTo>
                  <a:pt x="1137377" y="2454901"/>
                  <a:pt x="1135117" y="2453873"/>
                  <a:pt x="1132652" y="2453873"/>
                </a:cubicBezTo>
                <a:lnTo>
                  <a:pt x="1131420" y="2453873"/>
                </a:lnTo>
                <a:cubicBezTo>
                  <a:pt x="1135528" y="2451409"/>
                  <a:pt x="1137582" y="2448122"/>
                  <a:pt x="1137582" y="2444014"/>
                </a:cubicBezTo>
                <a:lnTo>
                  <a:pt x="1137582" y="2441549"/>
                </a:lnTo>
                <a:cubicBezTo>
                  <a:pt x="1137582" y="2439905"/>
                  <a:pt x="1136760" y="2437440"/>
                  <a:pt x="1135117" y="2434154"/>
                </a:cubicBezTo>
                <a:cubicBezTo>
                  <a:pt x="1132652" y="2429224"/>
                  <a:pt x="1131420" y="2425526"/>
                  <a:pt x="1131420" y="2423061"/>
                </a:cubicBezTo>
                <a:cubicBezTo>
                  <a:pt x="1131420" y="2421418"/>
                  <a:pt x="1132241" y="2420186"/>
                  <a:pt x="1133885" y="2419364"/>
                </a:cubicBezTo>
                <a:cubicBezTo>
                  <a:pt x="1133063" y="2417721"/>
                  <a:pt x="1131420" y="2416078"/>
                  <a:pt x="1128955" y="2414434"/>
                </a:cubicBezTo>
                <a:lnTo>
                  <a:pt x="1124025" y="2409504"/>
                </a:lnTo>
                <a:cubicBezTo>
                  <a:pt x="1119095" y="2406218"/>
                  <a:pt x="1116630" y="2401288"/>
                  <a:pt x="1116630" y="2394714"/>
                </a:cubicBezTo>
                <a:lnTo>
                  <a:pt x="1117862" y="2393482"/>
                </a:lnTo>
                <a:cubicBezTo>
                  <a:pt x="1118684" y="2393482"/>
                  <a:pt x="1119506" y="2393893"/>
                  <a:pt x="1120327" y="2394714"/>
                </a:cubicBezTo>
                <a:lnTo>
                  <a:pt x="1124025" y="2394714"/>
                </a:lnTo>
                <a:cubicBezTo>
                  <a:pt x="1124846" y="2394714"/>
                  <a:pt x="1125257" y="2394304"/>
                  <a:pt x="1125257" y="2393482"/>
                </a:cubicBezTo>
                <a:lnTo>
                  <a:pt x="1124025" y="2391017"/>
                </a:lnTo>
                <a:cubicBezTo>
                  <a:pt x="1124025" y="2389374"/>
                  <a:pt x="1123203" y="2388552"/>
                  <a:pt x="1121560" y="2388552"/>
                </a:cubicBezTo>
                <a:cubicBezTo>
                  <a:pt x="1119916" y="2388552"/>
                  <a:pt x="1117862" y="2388963"/>
                  <a:pt x="1115397" y="2389785"/>
                </a:cubicBezTo>
                <a:cubicBezTo>
                  <a:pt x="1115397" y="2385676"/>
                  <a:pt x="1114986" y="2381979"/>
                  <a:pt x="1114165" y="2378692"/>
                </a:cubicBezTo>
                <a:lnTo>
                  <a:pt x="1111700" y="2372530"/>
                </a:lnTo>
                <a:cubicBezTo>
                  <a:pt x="1109235" y="2366778"/>
                  <a:pt x="1108002" y="2361438"/>
                  <a:pt x="1108002" y="2356507"/>
                </a:cubicBezTo>
                <a:cubicBezTo>
                  <a:pt x="1111289" y="2356507"/>
                  <a:pt x="1112932" y="2358562"/>
                  <a:pt x="1112932" y="2362670"/>
                </a:cubicBezTo>
                <a:lnTo>
                  <a:pt x="1112932" y="2370065"/>
                </a:lnTo>
                <a:cubicBezTo>
                  <a:pt x="1113754" y="2373351"/>
                  <a:pt x="1114986" y="2375816"/>
                  <a:pt x="1116630" y="2377460"/>
                </a:cubicBezTo>
                <a:cubicBezTo>
                  <a:pt x="1118273" y="2374173"/>
                  <a:pt x="1119095" y="2370065"/>
                  <a:pt x="1119095" y="2365135"/>
                </a:cubicBezTo>
                <a:cubicBezTo>
                  <a:pt x="1119095" y="2361848"/>
                  <a:pt x="1118684" y="2358151"/>
                  <a:pt x="1117862" y="2354042"/>
                </a:cubicBezTo>
                <a:cubicBezTo>
                  <a:pt x="1115397" y="2345826"/>
                  <a:pt x="1112111" y="2337609"/>
                  <a:pt x="1108002" y="2329393"/>
                </a:cubicBezTo>
                <a:cubicBezTo>
                  <a:pt x="1106359" y="2329393"/>
                  <a:pt x="1105537" y="2331036"/>
                  <a:pt x="1105537" y="2334323"/>
                </a:cubicBezTo>
                <a:lnTo>
                  <a:pt x="1106770" y="2338020"/>
                </a:lnTo>
                <a:lnTo>
                  <a:pt x="1108002" y="2342950"/>
                </a:lnTo>
                <a:cubicBezTo>
                  <a:pt x="1101429" y="2335555"/>
                  <a:pt x="1096910" y="2324874"/>
                  <a:pt x="1094445" y="2310905"/>
                </a:cubicBezTo>
                <a:lnTo>
                  <a:pt x="1095678" y="2310905"/>
                </a:lnTo>
                <a:cubicBezTo>
                  <a:pt x="1100608" y="2310905"/>
                  <a:pt x="1103483" y="2315014"/>
                  <a:pt x="1104305" y="2323230"/>
                </a:cubicBezTo>
                <a:cubicBezTo>
                  <a:pt x="1105948" y="2321587"/>
                  <a:pt x="1106770" y="2318711"/>
                  <a:pt x="1106770" y="2314603"/>
                </a:cubicBezTo>
                <a:cubicBezTo>
                  <a:pt x="1106770" y="2311316"/>
                  <a:pt x="1106359" y="2307619"/>
                  <a:pt x="1105537" y="2303511"/>
                </a:cubicBezTo>
                <a:lnTo>
                  <a:pt x="1103072" y="2291186"/>
                </a:lnTo>
                <a:lnTo>
                  <a:pt x="1103072" y="2278861"/>
                </a:lnTo>
                <a:cubicBezTo>
                  <a:pt x="1103072" y="2277218"/>
                  <a:pt x="1102662" y="2276396"/>
                  <a:pt x="1101840" y="2276396"/>
                </a:cubicBezTo>
                <a:cubicBezTo>
                  <a:pt x="1101018" y="2276396"/>
                  <a:pt x="1099786" y="2278039"/>
                  <a:pt x="1098143" y="2281326"/>
                </a:cubicBezTo>
                <a:cubicBezTo>
                  <a:pt x="1096499" y="2283791"/>
                  <a:pt x="1095267" y="2285023"/>
                  <a:pt x="1094445" y="2285023"/>
                </a:cubicBezTo>
                <a:lnTo>
                  <a:pt x="1093213" y="2285023"/>
                </a:lnTo>
                <a:cubicBezTo>
                  <a:pt x="1092391" y="2285023"/>
                  <a:pt x="1091569" y="2283791"/>
                  <a:pt x="1090748" y="2281326"/>
                </a:cubicBezTo>
                <a:cubicBezTo>
                  <a:pt x="1094034" y="2269823"/>
                  <a:pt x="1095678" y="2256676"/>
                  <a:pt x="1095678" y="2241886"/>
                </a:cubicBezTo>
                <a:cubicBezTo>
                  <a:pt x="1095678" y="2226275"/>
                  <a:pt x="1094034" y="2209431"/>
                  <a:pt x="1090748" y="2191355"/>
                </a:cubicBezTo>
                <a:lnTo>
                  <a:pt x="1087050" y="2167937"/>
                </a:lnTo>
                <a:lnTo>
                  <a:pt x="1082120" y="2144520"/>
                </a:lnTo>
                <a:cubicBezTo>
                  <a:pt x="1079655" y="2125622"/>
                  <a:pt x="1078012" y="2109189"/>
                  <a:pt x="1077190" y="2095221"/>
                </a:cubicBezTo>
                <a:lnTo>
                  <a:pt x="1084585" y="2093988"/>
                </a:lnTo>
                <a:cubicBezTo>
                  <a:pt x="1087050" y="2093988"/>
                  <a:pt x="1089104" y="2094399"/>
                  <a:pt x="1090748" y="2095221"/>
                </a:cubicBezTo>
                <a:lnTo>
                  <a:pt x="1090748" y="2093988"/>
                </a:lnTo>
                <a:cubicBezTo>
                  <a:pt x="1090748" y="2089059"/>
                  <a:pt x="1087050" y="2086594"/>
                  <a:pt x="1079655" y="2086594"/>
                </a:cubicBezTo>
                <a:lnTo>
                  <a:pt x="1073493" y="2086594"/>
                </a:lnTo>
                <a:cubicBezTo>
                  <a:pt x="1076779" y="2084129"/>
                  <a:pt x="1078423" y="2080020"/>
                  <a:pt x="1078423" y="2074269"/>
                </a:cubicBezTo>
                <a:cubicBezTo>
                  <a:pt x="1078423" y="2070982"/>
                  <a:pt x="1078012" y="2066874"/>
                  <a:pt x="1077190" y="2061944"/>
                </a:cubicBezTo>
                <a:lnTo>
                  <a:pt x="1074725" y="2054549"/>
                </a:lnTo>
                <a:lnTo>
                  <a:pt x="1073493" y="2048387"/>
                </a:lnTo>
                <a:lnTo>
                  <a:pt x="1073493" y="2043457"/>
                </a:lnTo>
                <a:cubicBezTo>
                  <a:pt x="1073493" y="2040170"/>
                  <a:pt x="1073904" y="2037705"/>
                  <a:pt x="1074725" y="2036062"/>
                </a:cubicBezTo>
                <a:cubicBezTo>
                  <a:pt x="1073904" y="2034419"/>
                  <a:pt x="1072260" y="2033597"/>
                  <a:pt x="1069795" y="2033597"/>
                </a:cubicBezTo>
                <a:lnTo>
                  <a:pt x="1063633" y="2033597"/>
                </a:lnTo>
                <a:cubicBezTo>
                  <a:pt x="1059525" y="2033597"/>
                  <a:pt x="1057471" y="2031543"/>
                  <a:pt x="1057471" y="2027434"/>
                </a:cubicBezTo>
                <a:cubicBezTo>
                  <a:pt x="1059114" y="2029078"/>
                  <a:pt x="1060757" y="2029899"/>
                  <a:pt x="1062401" y="2029899"/>
                </a:cubicBezTo>
                <a:cubicBezTo>
                  <a:pt x="1063222" y="2029899"/>
                  <a:pt x="1064455" y="2029489"/>
                  <a:pt x="1066098" y="2028667"/>
                </a:cubicBezTo>
                <a:lnTo>
                  <a:pt x="1069795" y="2026202"/>
                </a:lnTo>
                <a:lnTo>
                  <a:pt x="1074725" y="2024969"/>
                </a:lnTo>
                <a:cubicBezTo>
                  <a:pt x="1069795" y="2003606"/>
                  <a:pt x="1066509" y="1970329"/>
                  <a:pt x="1064865" y="1925138"/>
                </a:cubicBezTo>
                <a:lnTo>
                  <a:pt x="1064865" y="1898024"/>
                </a:lnTo>
                <a:lnTo>
                  <a:pt x="1063633" y="1868444"/>
                </a:lnTo>
                <a:cubicBezTo>
                  <a:pt x="1062811" y="1847081"/>
                  <a:pt x="1061579" y="1827772"/>
                  <a:pt x="1059936" y="1810518"/>
                </a:cubicBezTo>
                <a:cubicBezTo>
                  <a:pt x="1060757" y="1809696"/>
                  <a:pt x="1061990" y="1808874"/>
                  <a:pt x="1063633" y="1808053"/>
                </a:cubicBezTo>
                <a:lnTo>
                  <a:pt x="1068563" y="1808053"/>
                </a:lnTo>
                <a:cubicBezTo>
                  <a:pt x="1072671" y="1807231"/>
                  <a:pt x="1075136" y="1804355"/>
                  <a:pt x="1075958" y="1799425"/>
                </a:cubicBezTo>
                <a:cubicBezTo>
                  <a:pt x="1075136" y="1796960"/>
                  <a:pt x="1073904" y="1795728"/>
                  <a:pt x="1072260" y="1795728"/>
                </a:cubicBezTo>
                <a:cubicBezTo>
                  <a:pt x="1071439" y="1795728"/>
                  <a:pt x="1070617" y="1796549"/>
                  <a:pt x="1069795" y="1798193"/>
                </a:cubicBezTo>
                <a:lnTo>
                  <a:pt x="1068563" y="1799425"/>
                </a:lnTo>
                <a:lnTo>
                  <a:pt x="1067330" y="1801890"/>
                </a:lnTo>
                <a:lnTo>
                  <a:pt x="1061168" y="1801890"/>
                </a:lnTo>
                <a:cubicBezTo>
                  <a:pt x="1060346" y="1782170"/>
                  <a:pt x="1059525" y="1760807"/>
                  <a:pt x="1058703" y="1737801"/>
                </a:cubicBezTo>
                <a:cubicBezTo>
                  <a:pt x="1050486" y="1737801"/>
                  <a:pt x="1043092" y="1738623"/>
                  <a:pt x="1036518" y="1740266"/>
                </a:cubicBezTo>
                <a:lnTo>
                  <a:pt x="1036518" y="1773543"/>
                </a:lnTo>
                <a:cubicBezTo>
                  <a:pt x="1036518" y="1804766"/>
                  <a:pt x="1035697" y="1829826"/>
                  <a:pt x="1034053" y="1848725"/>
                </a:cubicBezTo>
                <a:cubicBezTo>
                  <a:pt x="1039805" y="1868444"/>
                  <a:pt x="1043092" y="1902954"/>
                  <a:pt x="1043913" y="1952253"/>
                </a:cubicBezTo>
                <a:lnTo>
                  <a:pt x="1045146" y="1981833"/>
                </a:lnTo>
                <a:lnTo>
                  <a:pt x="1046378" y="2010180"/>
                </a:lnTo>
                <a:cubicBezTo>
                  <a:pt x="1048022" y="2030721"/>
                  <a:pt x="1050897" y="2048798"/>
                  <a:pt x="1055006" y="2064409"/>
                </a:cubicBezTo>
                <a:cubicBezTo>
                  <a:pt x="1056649" y="2096453"/>
                  <a:pt x="1062400" y="2141645"/>
                  <a:pt x="1072260" y="2199982"/>
                </a:cubicBezTo>
                <a:lnTo>
                  <a:pt x="1084585" y="2273931"/>
                </a:lnTo>
                <a:lnTo>
                  <a:pt x="1095678" y="2347880"/>
                </a:lnTo>
                <a:cubicBezTo>
                  <a:pt x="1097321" y="2353632"/>
                  <a:pt x="1100197" y="2361438"/>
                  <a:pt x="1104305" y="2371297"/>
                </a:cubicBezTo>
                <a:lnTo>
                  <a:pt x="1108002" y="2384854"/>
                </a:lnTo>
                <a:lnTo>
                  <a:pt x="1112932" y="2397179"/>
                </a:lnTo>
                <a:cubicBezTo>
                  <a:pt x="1115397" y="2406218"/>
                  <a:pt x="1116630" y="2414434"/>
                  <a:pt x="1116630" y="2421829"/>
                </a:cubicBezTo>
                <a:cubicBezTo>
                  <a:pt x="1116630" y="2430046"/>
                  <a:pt x="1114986" y="2436619"/>
                  <a:pt x="1111700" y="2441549"/>
                </a:cubicBezTo>
                <a:cubicBezTo>
                  <a:pt x="1070617" y="2283791"/>
                  <a:pt x="1044324" y="2114941"/>
                  <a:pt x="1032821" y="1934998"/>
                </a:cubicBezTo>
                <a:cubicBezTo>
                  <a:pt x="1028713" y="1873374"/>
                  <a:pt x="1025837" y="1809285"/>
                  <a:pt x="1024194" y="1742731"/>
                </a:cubicBezTo>
                <a:lnTo>
                  <a:pt x="1013101" y="1747661"/>
                </a:lnTo>
                <a:cubicBezTo>
                  <a:pt x="1012280" y="1745196"/>
                  <a:pt x="1010636" y="1743553"/>
                  <a:pt x="1008171" y="1742731"/>
                </a:cubicBezTo>
                <a:lnTo>
                  <a:pt x="1002009" y="1740266"/>
                </a:lnTo>
                <a:cubicBezTo>
                  <a:pt x="996257" y="1739444"/>
                  <a:pt x="992971" y="1736979"/>
                  <a:pt x="992149" y="1732871"/>
                </a:cubicBezTo>
                <a:cubicBezTo>
                  <a:pt x="991327" y="1735336"/>
                  <a:pt x="990095" y="1736979"/>
                  <a:pt x="988452" y="1737801"/>
                </a:cubicBezTo>
                <a:lnTo>
                  <a:pt x="985987" y="1739034"/>
                </a:lnTo>
                <a:cubicBezTo>
                  <a:pt x="985165" y="1739855"/>
                  <a:pt x="983932" y="1741088"/>
                  <a:pt x="982289" y="1742731"/>
                </a:cubicBezTo>
                <a:cubicBezTo>
                  <a:pt x="974894" y="1741088"/>
                  <a:pt x="966678" y="1740266"/>
                  <a:pt x="957639" y="1740266"/>
                </a:cubicBezTo>
                <a:lnTo>
                  <a:pt x="947780" y="1740266"/>
                </a:lnTo>
                <a:lnTo>
                  <a:pt x="929292" y="1741498"/>
                </a:lnTo>
                <a:lnTo>
                  <a:pt x="912038" y="1743963"/>
                </a:lnTo>
                <a:cubicBezTo>
                  <a:pt x="893961" y="1747250"/>
                  <a:pt x="878761" y="1748893"/>
                  <a:pt x="866436" y="1748893"/>
                </a:cubicBezTo>
                <a:cubicBezTo>
                  <a:pt x="856576" y="1748893"/>
                  <a:pt x="848770" y="1748072"/>
                  <a:pt x="843019" y="1746428"/>
                </a:cubicBezTo>
                <a:cubicBezTo>
                  <a:pt x="845484" y="1743142"/>
                  <a:pt x="848359" y="1741498"/>
                  <a:pt x="851646" y="1741498"/>
                </a:cubicBezTo>
                <a:cubicBezTo>
                  <a:pt x="852468" y="1741498"/>
                  <a:pt x="853700" y="1741909"/>
                  <a:pt x="855343" y="1742731"/>
                </a:cubicBezTo>
                <a:lnTo>
                  <a:pt x="861506" y="1742731"/>
                </a:lnTo>
                <a:cubicBezTo>
                  <a:pt x="863149" y="1742731"/>
                  <a:pt x="865203" y="1741498"/>
                  <a:pt x="867668" y="1739034"/>
                </a:cubicBezTo>
                <a:lnTo>
                  <a:pt x="868901" y="1739034"/>
                </a:lnTo>
                <a:lnTo>
                  <a:pt x="868901" y="1737801"/>
                </a:lnTo>
                <a:lnTo>
                  <a:pt x="867668" y="1739034"/>
                </a:lnTo>
                <a:cubicBezTo>
                  <a:pt x="865203" y="1735747"/>
                  <a:pt x="862327" y="1734104"/>
                  <a:pt x="859041" y="1734104"/>
                </a:cubicBezTo>
                <a:lnTo>
                  <a:pt x="850413" y="1735336"/>
                </a:lnTo>
                <a:lnTo>
                  <a:pt x="845484" y="1735336"/>
                </a:lnTo>
                <a:cubicBezTo>
                  <a:pt x="840554" y="1735336"/>
                  <a:pt x="836856" y="1733693"/>
                  <a:pt x="834391" y="1730406"/>
                </a:cubicBezTo>
                <a:cubicBezTo>
                  <a:pt x="839321" y="1729585"/>
                  <a:pt x="843019" y="1726709"/>
                  <a:pt x="845484" y="1721779"/>
                </a:cubicBezTo>
                <a:lnTo>
                  <a:pt x="847949" y="1715616"/>
                </a:lnTo>
                <a:cubicBezTo>
                  <a:pt x="849592" y="1713151"/>
                  <a:pt x="851235" y="1711919"/>
                  <a:pt x="852879" y="1711919"/>
                </a:cubicBezTo>
                <a:lnTo>
                  <a:pt x="852879" y="1713151"/>
                </a:lnTo>
                <a:lnTo>
                  <a:pt x="850413" y="1715616"/>
                </a:lnTo>
                <a:lnTo>
                  <a:pt x="849181" y="1718081"/>
                </a:lnTo>
                <a:cubicBezTo>
                  <a:pt x="849181" y="1719725"/>
                  <a:pt x="850003" y="1720957"/>
                  <a:pt x="851646" y="1721779"/>
                </a:cubicBezTo>
                <a:cubicBezTo>
                  <a:pt x="853289" y="1724244"/>
                  <a:pt x="854933" y="1725476"/>
                  <a:pt x="856576" y="1725476"/>
                </a:cubicBezTo>
                <a:cubicBezTo>
                  <a:pt x="858219" y="1725476"/>
                  <a:pt x="859862" y="1724655"/>
                  <a:pt x="861506" y="1723011"/>
                </a:cubicBezTo>
                <a:lnTo>
                  <a:pt x="863971" y="1719314"/>
                </a:lnTo>
                <a:lnTo>
                  <a:pt x="866436" y="1716849"/>
                </a:lnTo>
                <a:cubicBezTo>
                  <a:pt x="868901" y="1726709"/>
                  <a:pt x="874652" y="1733693"/>
                  <a:pt x="883691" y="1737801"/>
                </a:cubicBezTo>
                <a:cubicBezTo>
                  <a:pt x="886155" y="1739444"/>
                  <a:pt x="888620" y="1740266"/>
                  <a:pt x="891085" y="1740266"/>
                </a:cubicBezTo>
                <a:cubicBezTo>
                  <a:pt x="896837" y="1740266"/>
                  <a:pt x="901356" y="1736979"/>
                  <a:pt x="904643" y="1730406"/>
                </a:cubicBezTo>
                <a:lnTo>
                  <a:pt x="902178" y="1730406"/>
                </a:lnTo>
                <a:cubicBezTo>
                  <a:pt x="900534" y="1730406"/>
                  <a:pt x="898480" y="1730817"/>
                  <a:pt x="896015" y="1731639"/>
                </a:cubicBezTo>
                <a:lnTo>
                  <a:pt x="891085" y="1734104"/>
                </a:lnTo>
                <a:lnTo>
                  <a:pt x="887388" y="1735336"/>
                </a:lnTo>
                <a:cubicBezTo>
                  <a:pt x="886566" y="1732871"/>
                  <a:pt x="885745" y="1730817"/>
                  <a:pt x="884923" y="1729174"/>
                </a:cubicBezTo>
                <a:lnTo>
                  <a:pt x="881226" y="1726709"/>
                </a:lnTo>
                <a:cubicBezTo>
                  <a:pt x="879582" y="1725887"/>
                  <a:pt x="878761" y="1725065"/>
                  <a:pt x="878761" y="1724244"/>
                </a:cubicBezTo>
                <a:lnTo>
                  <a:pt x="879993" y="1723011"/>
                </a:lnTo>
                <a:cubicBezTo>
                  <a:pt x="884101" y="1722190"/>
                  <a:pt x="888620" y="1721779"/>
                  <a:pt x="893550" y="1721779"/>
                </a:cubicBezTo>
                <a:lnTo>
                  <a:pt x="905875" y="1721779"/>
                </a:lnTo>
                <a:cubicBezTo>
                  <a:pt x="915735" y="1720957"/>
                  <a:pt x="923541" y="1715616"/>
                  <a:pt x="929292" y="1705756"/>
                </a:cubicBezTo>
                <a:lnTo>
                  <a:pt x="937920" y="1723011"/>
                </a:lnTo>
                <a:cubicBezTo>
                  <a:pt x="938741" y="1722190"/>
                  <a:pt x="939152" y="1720957"/>
                  <a:pt x="939152" y="1719314"/>
                </a:cubicBezTo>
                <a:lnTo>
                  <a:pt x="939152" y="1711919"/>
                </a:lnTo>
                <a:cubicBezTo>
                  <a:pt x="939152" y="1710276"/>
                  <a:pt x="939563" y="1709043"/>
                  <a:pt x="940385" y="1708221"/>
                </a:cubicBezTo>
                <a:cubicBezTo>
                  <a:pt x="942028" y="1709043"/>
                  <a:pt x="943671" y="1709454"/>
                  <a:pt x="945315" y="1709454"/>
                </a:cubicBezTo>
                <a:cubicBezTo>
                  <a:pt x="948601" y="1709454"/>
                  <a:pt x="950655" y="1707400"/>
                  <a:pt x="951477" y="1703292"/>
                </a:cubicBezTo>
                <a:cubicBezTo>
                  <a:pt x="955585" y="1705756"/>
                  <a:pt x="958050" y="1709865"/>
                  <a:pt x="958872" y="1715616"/>
                </a:cubicBezTo>
                <a:cubicBezTo>
                  <a:pt x="961337" y="1713973"/>
                  <a:pt x="962980" y="1711919"/>
                  <a:pt x="963802" y="1709454"/>
                </a:cubicBezTo>
                <a:lnTo>
                  <a:pt x="965034" y="1706989"/>
                </a:lnTo>
                <a:lnTo>
                  <a:pt x="967499" y="1704524"/>
                </a:lnTo>
                <a:cubicBezTo>
                  <a:pt x="968321" y="1704524"/>
                  <a:pt x="969143" y="1705346"/>
                  <a:pt x="969964" y="1706989"/>
                </a:cubicBezTo>
                <a:lnTo>
                  <a:pt x="972429" y="1713151"/>
                </a:lnTo>
                <a:cubicBezTo>
                  <a:pt x="974073" y="1716438"/>
                  <a:pt x="976538" y="1718081"/>
                  <a:pt x="979824" y="1718081"/>
                </a:cubicBezTo>
                <a:lnTo>
                  <a:pt x="981057" y="1718081"/>
                </a:lnTo>
                <a:cubicBezTo>
                  <a:pt x="978592" y="1712330"/>
                  <a:pt x="977359" y="1708632"/>
                  <a:pt x="977359" y="1706989"/>
                </a:cubicBezTo>
                <a:cubicBezTo>
                  <a:pt x="977359" y="1705346"/>
                  <a:pt x="977770" y="1704524"/>
                  <a:pt x="978592" y="1704524"/>
                </a:cubicBezTo>
                <a:cubicBezTo>
                  <a:pt x="980235" y="1708632"/>
                  <a:pt x="982700" y="1711919"/>
                  <a:pt x="985987" y="1714384"/>
                </a:cubicBezTo>
                <a:lnTo>
                  <a:pt x="988452" y="1716849"/>
                </a:lnTo>
                <a:lnTo>
                  <a:pt x="992149" y="1720546"/>
                </a:lnTo>
                <a:cubicBezTo>
                  <a:pt x="997079" y="1719725"/>
                  <a:pt x="1002830" y="1717260"/>
                  <a:pt x="1009404" y="1713151"/>
                </a:cubicBezTo>
                <a:lnTo>
                  <a:pt x="1016799" y="1709454"/>
                </a:lnTo>
                <a:lnTo>
                  <a:pt x="1024194" y="1704524"/>
                </a:lnTo>
                <a:lnTo>
                  <a:pt x="1024194" y="1693432"/>
                </a:lnTo>
                <a:lnTo>
                  <a:pt x="968732" y="1693432"/>
                </a:lnTo>
                <a:cubicBezTo>
                  <a:pt x="946547" y="1694253"/>
                  <a:pt x="927238" y="1695075"/>
                  <a:pt x="910805" y="1695897"/>
                </a:cubicBezTo>
                <a:cubicBezTo>
                  <a:pt x="909162" y="1699183"/>
                  <a:pt x="906286" y="1700827"/>
                  <a:pt x="902178" y="1700827"/>
                </a:cubicBezTo>
                <a:lnTo>
                  <a:pt x="899713" y="1700827"/>
                </a:lnTo>
                <a:cubicBezTo>
                  <a:pt x="895604" y="1700827"/>
                  <a:pt x="891907" y="1699183"/>
                  <a:pt x="888620" y="1695897"/>
                </a:cubicBezTo>
                <a:cubicBezTo>
                  <a:pt x="877117" y="1700005"/>
                  <a:pt x="864792" y="1702881"/>
                  <a:pt x="851646" y="1704524"/>
                </a:cubicBezTo>
                <a:lnTo>
                  <a:pt x="833159" y="1705756"/>
                </a:lnTo>
                <a:lnTo>
                  <a:pt x="815904" y="1706989"/>
                </a:lnTo>
                <a:cubicBezTo>
                  <a:pt x="785503" y="1707811"/>
                  <a:pt x="760442" y="1712330"/>
                  <a:pt x="740723" y="1720546"/>
                </a:cubicBezTo>
                <a:cubicBezTo>
                  <a:pt x="739901" y="1718903"/>
                  <a:pt x="738668" y="1718081"/>
                  <a:pt x="737025" y="1718081"/>
                </a:cubicBezTo>
                <a:lnTo>
                  <a:pt x="733328" y="1718081"/>
                </a:lnTo>
                <a:cubicBezTo>
                  <a:pt x="729219" y="1717260"/>
                  <a:pt x="725933" y="1715206"/>
                  <a:pt x="723468" y="1711919"/>
                </a:cubicBezTo>
                <a:lnTo>
                  <a:pt x="721003" y="1719314"/>
                </a:lnTo>
                <a:lnTo>
                  <a:pt x="718538" y="1725476"/>
                </a:lnTo>
                <a:cubicBezTo>
                  <a:pt x="716894" y="1727941"/>
                  <a:pt x="714840" y="1729174"/>
                  <a:pt x="712375" y="1729174"/>
                </a:cubicBezTo>
                <a:lnTo>
                  <a:pt x="709910" y="1729174"/>
                </a:lnTo>
                <a:lnTo>
                  <a:pt x="716073" y="1721779"/>
                </a:lnTo>
                <a:cubicBezTo>
                  <a:pt x="712786" y="1718492"/>
                  <a:pt x="708267" y="1716849"/>
                  <a:pt x="702516" y="1716849"/>
                </a:cubicBezTo>
                <a:cubicBezTo>
                  <a:pt x="700872" y="1716849"/>
                  <a:pt x="698818" y="1717260"/>
                  <a:pt x="696353" y="1718081"/>
                </a:cubicBezTo>
                <a:lnTo>
                  <a:pt x="687726" y="1720546"/>
                </a:lnTo>
                <a:lnTo>
                  <a:pt x="679098" y="1724244"/>
                </a:lnTo>
                <a:cubicBezTo>
                  <a:pt x="680742" y="1727530"/>
                  <a:pt x="682385" y="1729174"/>
                  <a:pt x="684028" y="1729174"/>
                </a:cubicBezTo>
                <a:lnTo>
                  <a:pt x="685261" y="1729174"/>
                </a:lnTo>
                <a:lnTo>
                  <a:pt x="688958" y="1727941"/>
                </a:lnTo>
                <a:cubicBezTo>
                  <a:pt x="690602" y="1727941"/>
                  <a:pt x="691834" y="1728352"/>
                  <a:pt x="692656" y="1729174"/>
                </a:cubicBezTo>
                <a:lnTo>
                  <a:pt x="693888" y="1730406"/>
                </a:lnTo>
                <a:lnTo>
                  <a:pt x="696353" y="1730406"/>
                </a:lnTo>
                <a:cubicBezTo>
                  <a:pt x="697175" y="1730406"/>
                  <a:pt x="697996" y="1731228"/>
                  <a:pt x="698818" y="1732871"/>
                </a:cubicBezTo>
                <a:lnTo>
                  <a:pt x="696353" y="1732871"/>
                </a:lnTo>
                <a:lnTo>
                  <a:pt x="693888" y="1731639"/>
                </a:lnTo>
                <a:cubicBezTo>
                  <a:pt x="698818" y="1739855"/>
                  <a:pt x="706213" y="1743963"/>
                  <a:pt x="716073" y="1743963"/>
                </a:cubicBezTo>
                <a:cubicBezTo>
                  <a:pt x="719359" y="1743963"/>
                  <a:pt x="722235" y="1743553"/>
                  <a:pt x="724700" y="1742731"/>
                </a:cubicBezTo>
                <a:lnTo>
                  <a:pt x="733328" y="1740266"/>
                </a:lnTo>
                <a:lnTo>
                  <a:pt x="741955" y="1739034"/>
                </a:lnTo>
                <a:cubicBezTo>
                  <a:pt x="747707" y="1739034"/>
                  <a:pt x="752636" y="1740266"/>
                  <a:pt x="756745" y="1742731"/>
                </a:cubicBezTo>
                <a:lnTo>
                  <a:pt x="753047" y="1746428"/>
                </a:lnTo>
                <a:lnTo>
                  <a:pt x="754280" y="1750126"/>
                </a:lnTo>
                <a:lnTo>
                  <a:pt x="754280" y="1753823"/>
                </a:lnTo>
                <a:lnTo>
                  <a:pt x="759210" y="1748893"/>
                </a:lnTo>
                <a:lnTo>
                  <a:pt x="759210" y="1747661"/>
                </a:lnTo>
                <a:cubicBezTo>
                  <a:pt x="759210" y="1745196"/>
                  <a:pt x="758388" y="1743553"/>
                  <a:pt x="756745" y="1742731"/>
                </a:cubicBezTo>
                <a:cubicBezTo>
                  <a:pt x="758388" y="1741909"/>
                  <a:pt x="759210" y="1739855"/>
                  <a:pt x="759210" y="1736569"/>
                </a:cubicBezTo>
                <a:lnTo>
                  <a:pt x="760442" y="1732871"/>
                </a:lnTo>
                <a:cubicBezTo>
                  <a:pt x="760442" y="1732050"/>
                  <a:pt x="761264" y="1731228"/>
                  <a:pt x="762907" y="1730406"/>
                </a:cubicBezTo>
                <a:lnTo>
                  <a:pt x="767837" y="1741498"/>
                </a:lnTo>
                <a:cubicBezTo>
                  <a:pt x="779340" y="1734925"/>
                  <a:pt x="794541" y="1731639"/>
                  <a:pt x="813439" y="1731639"/>
                </a:cubicBezTo>
                <a:cubicBezTo>
                  <a:pt x="820012" y="1731639"/>
                  <a:pt x="826996" y="1732050"/>
                  <a:pt x="834391" y="1732871"/>
                </a:cubicBezTo>
                <a:cubicBezTo>
                  <a:pt x="831105" y="1735336"/>
                  <a:pt x="826996" y="1736979"/>
                  <a:pt x="822066" y="1737801"/>
                </a:cubicBezTo>
                <a:lnTo>
                  <a:pt x="810974" y="1739034"/>
                </a:lnTo>
                <a:cubicBezTo>
                  <a:pt x="801936" y="1739034"/>
                  <a:pt x="795773" y="1741088"/>
                  <a:pt x="792487" y="1745196"/>
                </a:cubicBezTo>
                <a:cubicBezTo>
                  <a:pt x="794952" y="1746018"/>
                  <a:pt x="798649" y="1746428"/>
                  <a:pt x="803579" y="1746428"/>
                </a:cubicBezTo>
                <a:lnTo>
                  <a:pt x="814671" y="1745196"/>
                </a:lnTo>
                <a:lnTo>
                  <a:pt x="818369" y="1745196"/>
                </a:lnTo>
                <a:cubicBezTo>
                  <a:pt x="824942" y="1745196"/>
                  <a:pt x="829461" y="1747250"/>
                  <a:pt x="831926" y="1751358"/>
                </a:cubicBezTo>
                <a:lnTo>
                  <a:pt x="801114" y="1753823"/>
                </a:lnTo>
                <a:lnTo>
                  <a:pt x="767837" y="1758753"/>
                </a:lnTo>
                <a:cubicBezTo>
                  <a:pt x="741544" y="1762862"/>
                  <a:pt x="721824" y="1764916"/>
                  <a:pt x="708678" y="1764916"/>
                </a:cubicBezTo>
                <a:lnTo>
                  <a:pt x="709910" y="1764916"/>
                </a:lnTo>
                <a:lnTo>
                  <a:pt x="707445" y="1766148"/>
                </a:lnTo>
                <a:lnTo>
                  <a:pt x="702516" y="1767381"/>
                </a:lnTo>
                <a:lnTo>
                  <a:pt x="698818" y="1767381"/>
                </a:lnTo>
                <a:cubicBezTo>
                  <a:pt x="696353" y="1767381"/>
                  <a:pt x="693888" y="1767792"/>
                  <a:pt x="691423" y="1768613"/>
                </a:cubicBezTo>
                <a:lnTo>
                  <a:pt x="679098" y="1773543"/>
                </a:lnTo>
                <a:lnTo>
                  <a:pt x="674168" y="1774776"/>
                </a:lnTo>
                <a:lnTo>
                  <a:pt x="648286" y="1780938"/>
                </a:lnTo>
                <a:lnTo>
                  <a:pt x="643356" y="1772311"/>
                </a:lnTo>
                <a:cubicBezTo>
                  <a:pt x="641713" y="1773132"/>
                  <a:pt x="640891" y="1774776"/>
                  <a:pt x="640891" y="1777240"/>
                </a:cubicBezTo>
                <a:lnTo>
                  <a:pt x="642124" y="1779705"/>
                </a:lnTo>
                <a:lnTo>
                  <a:pt x="642124" y="1782170"/>
                </a:lnTo>
                <a:lnTo>
                  <a:pt x="639659" y="1782170"/>
                </a:lnTo>
                <a:lnTo>
                  <a:pt x="638426" y="1783403"/>
                </a:lnTo>
                <a:cubicBezTo>
                  <a:pt x="637605" y="1782581"/>
                  <a:pt x="636372" y="1782170"/>
                  <a:pt x="634729" y="1782170"/>
                </a:cubicBezTo>
                <a:lnTo>
                  <a:pt x="633496" y="1782170"/>
                </a:lnTo>
                <a:lnTo>
                  <a:pt x="628567" y="1783403"/>
                </a:lnTo>
                <a:cubicBezTo>
                  <a:pt x="626923" y="1784225"/>
                  <a:pt x="625691" y="1784635"/>
                  <a:pt x="624869" y="1784635"/>
                </a:cubicBezTo>
                <a:cubicBezTo>
                  <a:pt x="622404" y="1784635"/>
                  <a:pt x="620350" y="1783403"/>
                  <a:pt x="618707" y="1780938"/>
                </a:cubicBezTo>
                <a:cubicBezTo>
                  <a:pt x="588305" y="1790798"/>
                  <a:pt x="554207" y="1800247"/>
                  <a:pt x="516411" y="1809285"/>
                </a:cubicBezTo>
                <a:lnTo>
                  <a:pt x="479436" y="1941161"/>
                </a:lnTo>
                <a:cubicBezTo>
                  <a:pt x="476971" y="1977314"/>
                  <a:pt x="471630" y="2018396"/>
                  <a:pt x="463414" y="2064409"/>
                </a:cubicBezTo>
                <a:cubicBezTo>
                  <a:pt x="457662" y="2103027"/>
                  <a:pt x="449857" y="2141645"/>
                  <a:pt x="439997" y="2180262"/>
                </a:cubicBezTo>
                <a:cubicBezTo>
                  <a:pt x="439997" y="2198339"/>
                  <a:pt x="438764" y="2217648"/>
                  <a:pt x="436299" y="2238189"/>
                </a:cubicBezTo>
                <a:lnTo>
                  <a:pt x="432602" y="2265304"/>
                </a:lnTo>
                <a:lnTo>
                  <a:pt x="427672" y="2292418"/>
                </a:lnTo>
                <a:cubicBezTo>
                  <a:pt x="422742" y="2321176"/>
                  <a:pt x="420277" y="2347469"/>
                  <a:pt x="420277" y="2371297"/>
                </a:cubicBezTo>
                <a:cubicBezTo>
                  <a:pt x="420277" y="2383622"/>
                  <a:pt x="421099" y="2395536"/>
                  <a:pt x="422742" y="2407039"/>
                </a:cubicBezTo>
                <a:cubicBezTo>
                  <a:pt x="422742" y="2410326"/>
                  <a:pt x="421920" y="2413613"/>
                  <a:pt x="420277" y="2416899"/>
                </a:cubicBezTo>
                <a:lnTo>
                  <a:pt x="415347" y="2426759"/>
                </a:lnTo>
                <a:cubicBezTo>
                  <a:pt x="412882" y="2431689"/>
                  <a:pt x="411650" y="2436208"/>
                  <a:pt x="411650" y="2440316"/>
                </a:cubicBezTo>
                <a:cubicBezTo>
                  <a:pt x="411650" y="2443603"/>
                  <a:pt x="412060" y="2446479"/>
                  <a:pt x="412882" y="2448944"/>
                </a:cubicBezTo>
                <a:cubicBezTo>
                  <a:pt x="403022" y="2456338"/>
                  <a:pt x="391108" y="2460036"/>
                  <a:pt x="377140" y="2460036"/>
                </a:cubicBezTo>
                <a:lnTo>
                  <a:pt x="367280" y="2460036"/>
                </a:lnTo>
                <a:lnTo>
                  <a:pt x="357420" y="2458803"/>
                </a:lnTo>
                <a:lnTo>
                  <a:pt x="334003" y="2458803"/>
                </a:lnTo>
                <a:cubicBezTo>
                  <a:pt x="319213" y="2450587"/>
                  <a:pt x="307710" y="2439905"/>
                  <a:pt x="299494" y="2426759"/>
                </a:cubicBezTo>
                <a:cubicBezTo>
                  <a:pt x="294564" y="2418542"/>
                  <a:pt x="292099" y="2410737"/>
                  <a:pt x="292099" y="2403342"/>
                </a:cubicBezTo>
                <a:cubicBezTo>
                  <a:pt x="292099" y="2394304"/>
                  <a:pt x="295385" y="2386087"/>
                  <a:pt x="301959" y="2378692"/>
                </a:cubicBezTo>
                <a:cubicBezTo>
                  <a:pt x="299494" y="2363081"/>
                  <a:pt x="298261" y="2346647"/>
                  <a:pt x="298261" y="2329393"/>
                </a:cubicBezTo>
                <a:cubicBezTo>
                  <a:pt x="298261" y="2321176"/>
                  <a:pt x="298672" y="2312549"/>
                  <a:pt x="299494" y="2303511"/>
                </a:cubicBezTo>
                <a:cubicBezTo>
                  <a:pt x="301137" y="2286256"/>
                  <a:pt x="304424" y="2263250"/>
                  <a:pt x="309354" y="2234492"/>
                </a:cubicBezTo>
                <a:lnTo>
                  <a:pt x="316748" y="2198750"/>
                </a:lnTo>
                <a:lnTo>
                  <a:pt x="321678" y="2164240"/>
                </a:lnTo>
                <a:cubicBezTo>
                  <a:pt x="326608" y="2135482"/>
                  <a:pt x="329073" y="2111243"/>
                  <a:pt x="329073" y="2091523"/>
                </a:cubicBezTo>
                <a:cubicBezTo>
                  <a:pt x="333182" y="2088237"/>
                  <a:pt x="336057" y="2084129"/>
                  <a:pt x="337701" y="2079199"/>
                </a:cubicBezTo>
                <a:lnTo>
                  <a:pt x="340166" y="2064409"/>
                </a:lnTo>
                <a:cubicBezTo>
                  <a:pt x="342631" y="2052084"/>
                  <a:pt x="347560" y="2042635"/>
                  <a:pt x="354955" y="2036062"/>
                </a:cubicBezTo>
                <a:cubicBezTo>
                  <a:pt x="354955" y="2030310"/>
                  <a:pt x="354134" y="2025380"/>
                  <a:pt x="352490" y="2021272"/>
                </a:cubicBezTo>
                <a:lnTo>
                  <a:pt x="348793" y="2016342"/>
                </a:lnTo>
                <a:lnTo>
                  <a:pt x="346328" y="2010180"/>
                </a:lnTo>
                <a:lnTo>
                  <a:pt x="350025" y="2011412"/>
                </a:lnTo>
                <a:lnTo>
                  <a:pt x="353723" y="2012645"/>
                </a:lnTo>
                <a:cubicBezTo>
                  <a:pt x="368513" y="1951842"/>
                  <a:pt x="383713" y="1892683"/>
                  <a:pt x="399325" y="1835167"/>
                </a:cubicBezTo>
                <a:lnTo>
                  <a:pt x="334003" y="1849957"/>
                </a:lnTo>
                <a:cubicBezTo>
                  <a:pt x="287990" y="1875428"/>
                  <a:pt x="239513" y="1893505"/>
                  <a:pt x="188570" y="1904186"/>
                </a:cubicBezTo>
                <a:cubicBezTo>
                  <a:pt x="178710" y="1911581"/>
                  <a:pt x="167618" y="1917333"/>
                  <a:pt x="155293" y="1921441"/>
                </a:cubicBezTo>
                <a:lnTo>
                  <a:pt x="139271" y="1927603"/>
                </a:lnTo>
                <a:lnTo>
                  <a:pt x="122016" y="1933766"/>
                </a:lnTo>
                <a:cubicBezTo>
                  <a:pt x="94080" y="1942804"/>
                  <a:pt x="71895" y="1953896"/>
                  <a:pt x="55462" y="1967043"/>
                </a:cubicBezTo>
                <a:cubicBezTo>
                  <a:pt x="54640" y="1967864"/>
                  <a:pt x="53408" y="1968275"/>
                  <a:pt x="51765" y="1968275"/>
                </a:cubicBezTo>
                <a:lnTo>
                  <a:pt x="49300" y="1968275"/>
                </a:lnTo>
                <a:lnTo>
                  <a:pt x="43137" y="1967043"/>
                </a:lnTo>
                <a:cubicBezTo>
                  <a:pt x="41494" y="1966221"/>
                  <a:pt x="40261" y="1965810"/>
                  <a:pt x="39440" y="1965810"/>
                </a:cubicBezTo>
                <a:cubicBezTo>
                  <a:pt x="35332" y="1965810"/>
                  <a:pt x="32045" y="1967864"/>
                  <a:pt x="29580" y="1971973"/>
                </a:cubicBezTo>
                <a:cubicBezTo>
                  <a:pt x="22185" y="1965400"/>
                  <a:pt x="16433" y="1955540"/>
                  <a:pt x="12325" y="1942393"/>
                </a:cubicBezTo>
                <a:lnTo>
                  <a:pt x="9860" y="1932533"/>
                </a:lnTo>
                <a:lnTo>
                  <a:pt x="6163" y="1922673"/>
                </a:lnTo>
                <a:cubicBezTo>
                  <a:pt x="4519" y="1914457"/>
                  <a:pt x="2465" y="1907473"/>
                  <a:pt x="0" y="1901721"/>
                </a:cubicBezTo>
                <a:cubicBezTo>
                  <a:pt x="0" y="1884467"/>
                  <a:pt x="2876" y="1870088"/>
                  <a:pt x="8628" y="1858584"/>
                </a:cubicBezTo>
                <a:cubicBezTo>
                  <a:pt x="13558" y="1847081"/>
                  <a:pt x="19720" y="1841330"/>
                  <a:pt x="27115" y="1841330"/>
                </a:cubicBezTo>
                <a:cubicBezTo>
                  <a:pt x="29580" y="1841330"/>
                  <a:pt x="32456" y="1842151"/>
                  <a:pt x="35742" y="1843795"/>
                </a:cubicBezTo>
                <a:cubicBezTo>
                  <a:pt x="55462" y="1827361"/>
                  <a:pt x="83398" y="1813804"/>
                  <a:pt x="119551" y="1803123"/>
                </a:cubicBezTo>
                <a:lnTo>
                  <a:pt x="140503" y="1796960"/>
                </a:lnTo>
                <a:lnTo>
                  <a:pt x="161456" y="1789565"/>
                </a:lnTo>
                <a:cubicBezTo>
                  <a:pt x="177067" y="1783814"/>
                  <a:pt x="191035" y="1777240"/>
                  <a:pt x="203360" y="1769846"/>
                </a:cubicBezTo>
                <a:cubicBezTo>
                  <a:pt x="205825" y="1771489"/>
                  <a:pt x="209112" y="1772311"/>
                  <a:pt x="213220" y="1772311"/>
                </a:cubicBezTo>
                <a:lnTo>
                  <a:pt x="221847" y="1769846"/>
                </a:lnTo>
                <a:cubicBezTo>
                  <a:pt x="224312" y="1769024"/>
                  <a:pt x="226777" y="1768613"/>
                  <a:pt x="229242" y="1768613"/>
                </a:cubicBezTo>
                <a:cubicBezTo>
                  <a:pt x="234172" y="1768613"/>
                  <a:pt x="238280" y="1769846"/>
                  <a:pt x="241567" y="1772311"/>
                </a:cubicBezTo>
                <a:cubicBezTo>
                  <a:pt x="244854" y="1770667"/>
                  <a:pt x="247319" y="1768202"/>
                  <a:pt x="248962" y="1764916"/>
                </a:cubicBezTo>
                <a:lnTo>
                  <a:pt x="250194" y="1759986"/>
                </a:lnTo>
                <a:lnTo>
                  <a:pt x="252659" y="1755056"/>
                </a:lnTo>
                <a:lnTo>
                  <a:pt x="253892" y="1758753"/>
                </a:lnTo>
                <a:lnTo>
                  <a:pt x="253892" y="1763683"/>
                </a:lnTo>
                <a:lnTo>
                  <a:pt x="297029" y="1752591"/>
                </a:lnTo>
                <a:lnTo>
                  <a:pt x="341398" y="1741498"/>
                </a:lnTo>
                <a:lnTo>
                  <a:pt x="432602" y="1720546"/>
                </a:lnTo>
                <a:cubicBezTo>
                  <a:pt x="454786" y="1643311"/>
                  <a:pt x="476971" y="1572238"/>
                  <a:pt x="499156" y="1507327"/>
                </a:cubicBezTo>
                <a:lnTo>
                  <a:pt x="501621" y="1502397"/>
                </a:lnTo>
                <a:lnTo>
                  <a:pt x="502853" y="1502397"/>
                </a:lnTo>
                <a:lnTo>
                  <a:pt x="502853" y="1499932"/>
                </a:lnTo>
                <a:cubicBezTo>
                  <a:pt x="512713" y="1481034"/>
                  <a:pt x="522984" y="1457617"/>
                  <a:pt x="533665" y="1429680"/>
                </a:cubicBezTo>
                <a:lnTo>
                  <a:pt x="537363" y="1421053"/>
                </a:lnTo>
                <a:lnTo>
                  <a:pt x="537363" y="1419821"/>
                </a:lnTo>
                <a:lnTo>
                  <a:pt x="548455" y="1393938"/>
                </a:lnTo>
                <a:cubicBezTo>
                  <a:pt x="551742" y="1384079"/>
                  <a:pt x="554207" y="1375451"/>
                  <a:pt x="555850" y="1368056"/>
                </a:cubicBezTo>
                <a:cubicBezTo>
                  <a:pt x="558315" y="1364770"/>
                  <a:pt x="562012" y="1356964"/>
                  <a:pt x="566942" y="1344639"/>
                </a:cubicBezTo>
                <a:lnTo>
                  <a:pt x="573105" y="1326152"/>
                </a:lnTo>
                <a:lnTo>
                  <a:pt x="580500" y="1307665"/>
                </a:lnTo>
                <a:cubicBezTo>
                  <a:pt x="585430" y="1292875"/>
                  <a:pt x="589949" y="1279728"/>
                  <a:pt x="594057" y="1268225"/>
                </a:cubicBezTo>
                <a:cubicBezTo>
                  <a:pt x="598165" y="1253435"/>
                  <a:pt x="600630" y="1243165"/>
                  <a:pt x="601452" y="1237413"/>
                </a:cubicBezTo>
                <a:cubicBezTo>
                  <a:pt x="616242" y="1215228"/>
                  <a:pt x="633496" y="1179486"/>
                  <a:pt x="653216" y="1130187"/>
                </a:cubicBezTo>
                <a:lnTo>
                  <a:pt x="664309" y="1101840"/>
                </a:lnTo>
                <a:lnTo>
                  <a:pt x="675401" y="1074725"/>
                </a:lnTo>
                <a:cubicBezTo>
                  <a:pt x="684439" y="1054184"/>
                  <a:pt x="693477" y="1036929"/>
                  <a:pt x="702516" y="1022961"/>
                </a:cubicBezTo>
                <a:cubicBezTo>
                  <a:pt x="702516" y="1017209"/>
                  <a:pt x="704159" y="1010636"/>
                  <a:pt x="707445" y="1003241"/>
                </a:cubicBezTo>
                <a:lnTo>
                  <a:pt x="711143" y="993381"/>
                </a:lnTo>
                <a:cubicBezTo>
                  <a:pt x="712786" y="989273"/>
                  <a:pt x="713608" y="985576"/>
                  <a:pt x="713608" y="982289"/>
                </a:cubicBezTo>
                <a:cubicBezTo>
                  <a:pt x="721824" y="972429"/>
                  <a:pt x="729219" y="960926"/>
                  <a:pt x="735793" y="947780"/>
                </a:cubicBezTo>
                <a:lnTo>
                  <a:pt x="745652" y="929292"/>
                </a:lnTo>
                <a:lnTo>
                  <a:pt x="754280" y="910805"/>
                </a:lnTo>
                <a:cubicBezTo>
                  <a:pt x="768248" y="878761"/>
                  <a:pt x="780984" y="856165"/>
                  <a:pt x="792487" y="843019"/>
                </a:cubicBezTo>
                <a:cubicBezTo>
                  <a:pt x="794952" y="827407"/>
                  <a:pt x="802347" y="808509"/>
                  <a:pt x="814671" y="786324"/>
                </a:cubicBezTo>
                <a:lnTo>
                  <a:pt x="831926" y="759210"/>
                </a:lnTo>
                <a:lnTo>
                  <a:pt x="847949" y="732095"/>
                </a:lnTo>
                <a:cubicBezTo>
                  <a:pt x="855343" y="714840"/>
                  <a:pt x="868079" y="690602"/>
                  <a:pt x="886155" y="659379"/>
                </a:cubicBezTo>
                <a:lnTo>
                  <a:pt x="905875" y="623637"/>
                </a:lnTo>
                <a:cubicBezTo>
                  <a:pt x="913270" y="609668"/>
                  <a:pt x="919433" y="596933"/>
                  <a:pt x="924362" y="585430"/>
                </a:cubicBezTo>
                <a:lnTo>
                  <a:pt x="929292" y="582965"/>
                </a:lnTo>
                <a:lnTo>
                  <a:pt x="932990" y="579267"/>
                </a:lnTo>
                <a:cubicBezTo>
                  <a:pt x="936276" y="575159"/>
                  <a:pt x="939563" y="572694"/>
                  <a:pt x="942850" y="571872"/>
                </a:cubicBezTo>
                <a:cubicBezTo>
                  <a:pt x="940385" y="570229"/>
                  <a:pt x="939152" y="564888"/>
                  <a:pt x="939152" y="555850"/>
                </a:cubicBezTo>
                <a:cubicBezTo>
                  <a:pt x="947369" y="551742"/>
                  <a:pt x="958050" y="538185"/>
                  <a:pt x="971197" y="515178"/>
                </a:cubicBezTo>
                <a:lnTo>
                  <a:pt x="978592" y="502853"/>
                </a:lnTo>
                <a:lnTo>
                  <a:pt x="987219" y="490528"/>
                </a:lnTo>
                <a:cubicBezTo>
                  <a:pt x="993792" y="481490"/>
                  <a:pt x="1000365" y="474506"/>
                  <a:pt x="1006939" y="469576"/>
                </a:cubicBezTo>
                <a:lnTo>
                  <a:pt x="1006939" y="458484"/>
                </a:lnTo>
                <a:lnTo>
                  <a:pt x="1009404" y="454786"/>
                </a:lnTo>
                <a:lnTo>
                  <a:pt x="1009404" y="451089"/>
                </a:lnTo>
                <a:cubicBezTo>
                  <a:pt x="1025015" y="429726"/>
                  <a:pt x="1044324" y="404665"/>
                  <a:pt x="1067330" y="375907"/>
                </a:cubicBezTo>
                <a:lnTo>
                  <a:pt x="1094445" y="341398"/>
                </a:lnTo>
                <a:lnTo>
                  <a:pt x="1122792" y="306888"/>
                </a:lnTo>
                <a:lnTo>
                  <a:pt x="1127722" y="306888"/>
                </a:lnTo>
                <a:cubicBezTo>
                  <a:pt x="1134295" y="306888"/>
                  <a:pt x="1140869" y="308943"/>
                  <a:pt x="1147442" y="313051"/>
                </a:cubicBezTo>
                <a:lnTo>
                  <a:pt x="1151139" y="316748"/>
                </a:lnTo>
                <a:lnTo>
                  <a:pt x="1157302" y="320446"/>
                </a:lnTo>
                <a:cubicBezTo>
                  <a:pt x="1160588" y="322089"/>
                  <a:pt x="1164697" y="322911"/>
                  <a:pt x="1169627" y="322911"/>
                </a:cubicBezTo>
                <a:lnTo>
                  <a:pt x="1170859" y="327841"/>
                </a:lnTo>
                <a:lnTo>
                  <a:pt x="1172091" y="331538"/>
                </a:lnTo>
                <a:cubicBezTo>
                  <a:pt x="1173735" y="335647"/>
                  <a:pt x="1174556" y="338933"/>
                  <a:pt x="1174556" y="341398"/>
                </a:cubicBezTo>
                <a:cubicBezTo>
                  <a:pt x="1177843" y="341398"/>
                  <a:pt x="1179486" y="338522"/>
                  <a:pt x="1179487" y="332771"/>
                </a:cubicBezTo>
                <a:lnTo>
                  <a:pt x="1200439" y="347560"/>
                </a:lnTo>
                <a:lnTo>
                  <a:pt x="1202904" y="359885"/>
                </a:lnTo>
                <a:lnTo>
                  <a:pt x="1202904" y="372210"/>
                </a:lnTo>
                <a:cubicBezTo>
                  <a:pt x="1219337" y="383713"/>
                  <a:pt x="1231662" y="395627"/>
                  <a:pt x="1239878" y="407952"/>
                </a:cubicBezTo>
                <a:cubicBezTo>
                  <a:pt x="1240700" y="423564"/>
                  <a:pt x="1241111" y="439997"/>
                  <a:pt x="1241111" y="457251"/>
                </a:cubicBezTo>
                <a:cubicBezTo>
                  <a:pt x="1241111" y="499156"/>
                  <a:pt x="1238235" y="545990"/>
                  <a:pt x="1232483" y="597754"/>
                </a:cubicBezTo>
                <a:lnTo>
                  <a:pt x="1227553" y="643356"/>
                </a:lnTo>
                <a:lnTo>
                  <a:pt x="1222623" y="687726"/>
                </a:lnTo>
                <a:cubicBezTo>
                  <a:pt x="1217693" y="723057"/>
                  <a:pt x="1214407" y="752226"/>
                  <a:pt x="1212763" y="775232"/>
                </a:cubicBezTo>
                <a:cubicBezTo>
                  <a:pt x="1210298" y="776875"/>
                  <a:pt x="1208244" y="779340"/>
                  <a:pt x="1206601" y="782627"/>
                </a:cubicBezTo>
                <a:lnTo>
                  <a:pt x="1205369" y="792487"/>
                </a:lnTo>
                <a:cubicBezTo>
                  <a:pt x="1203725" y="800703"/>
                  <a:pt x="1200849" y="805633"/>
                  <a:pt x="1196741" y="807277"/>
                </a:cubicBezTo>
                <a:cubicBezTo>
                  <a:pt x="1196741" y="808098"/>
                  <a:pt x="1197152" y="808920"/>
                  <a:pt x="1197974" y="809742"/>
                </a:cubicBezTo>
                <a:lnTo>
                  <a:pt x="1200439" y="810974"/>
                </a:lnTo>
                <a:cubicBezTo>
                  <a:pt x="1202082" y="811796"/>
                  <a:pt x="1202904" y="813850"/>
                  <a:pt x="1202904" y="817136"/>
                </a:cubicBezTo>
                <a:lnTo>
                  <a:pt x="1202904" y="820834"/>
                </a:lnTo>
                <a:cubicBezTo>
                  <a:pt x="1200439" y="844662"/>
                  <a:pt x="1197152" y="871366"/>
                  <a:pt x="1193044" y="900945"/>
                </a:cubicBezTo>
                <a:lnTo>
                  <a:pt x="1188114" y="937920"/>
                </a:lnTo>
                <a:lnTo>
                  <a:pt x="1183184" y="973662"/>
                </a:lnTo>
                <a:cubicBezTo>
                  <a:pt x="1175789" y="1029534"/>
                  <a:pt x="1172091" y="1075547"/>
                  <a:pt x="1172091" y="1111700"/>
                </a:cubicBezTo>
                <a:cubicBezTo>
                  <a:pt x="1169627" y="1112522"/>
                  <a:pt x="1167983" y="1114165"/>
                  <a:pt x="1167162" y="1116630"/>
                </a:cubicBezTo>
                <a:lnTo>
                  <a:pt x="1165929" y="1121560"/>
                </a:lnTo>
                <a:cubicBezTo>
                  <a:pt x="1165929" y="1126490"/>
                  <a:pt x="1163464" y="1129365"/>
                  <a:pt x="1158534" y="1130187"/>
                </a:cubicBezTo>
                <a:cubicBezTo>
                  <a:pt x="1162642" y="1136760"/>
                  <a:pt x="1164697" y="1143334"/>
                  <a:pt x="1164697" y="1149907"/>
                </a:cubicBezTo>
                <a:lnTo>
                  <a:pt x="1164697" y="1153604"/>
                </a:lnTo>
                <a:cubicBezTo>
                  <a:pt x="1163875" y="1161821"/>
                  <a:pt x="1159356" y="1167162"/>
                  <a:pt x="1151139" y="1169626"/>
                </a:cubicBezTo>
                <a:cubicBezTo>
                  <a:pt x="1151961" y="1172091"/>
                  <a:pt x="1154015" y="1174556"/>
                  <a:pt x="1157302" y="1177021"/>
                </a:cubicBezTo>
                <a:lnTo>
                  <a:pt x="1160999" y="1180719"/>
                </a:lnTo>
                <a:cubicBezTo>
                  <a:pt x="1162643" y="1181541"/>
                  <a:pt x="1163464" y="1183184"/>
                  <a:pt x="1163464" y="1185649"/>
                </a:cubicBezTo>
                <a:cubicBezTo>
                  <a:pt x="1155248" y="1239878"/>
                  <a:pt x="1151139" y="1279728"/>
                  <a:pt x="1151139" y="1305200"/>
                </a:cubicBezTo>
                <a:cubicBezTo>
                  <a:pt x="1151139" y="1311773"/>
                  <a:pt x="1151550" y="1317114"/>
                  <a:pt x="1152372" y="1321222"/>
                </a:cubicBezTo>
                <a:cubicBezTo>
                  <a:pt x="1149085" y="1331082"/>
                  <a:pt x="1147031" y="1341763"/>
                  <a:pt x="1146209" y="1353266"/>
                </a:cubicBezTo>
                <a:lnTo>
                  <a:pt x="1142512" y="1354499"/>
                </a:lnTo>
                <a:cubicBezTo>
                  <a:pt x="1144155" y="1356964"/>
                  <a:pt x="1145388" y="1359429"/>
                  <a:pt x="1146209" y="1361894"/>
                </a:cubicBezTo>
                <a:lnTo>
                  <a:pt x="1144977" y="1369289"/>
                </a:lnTo>
                <a:lnTo>
                  <a:pt x="1144977" y="1379149"/>
                </a:lnTo>
                <a:cubicBezTo>
                  <a:pt x="1144977" y="1390652"/>
                  <a:pt x="1145798" y="1401744"/>
                  <a:pt x="1147442" y="1412426"/>
                </a:cubicBezTo>
                <a:lnTo>
                  <a:pt x="1146209" y="1412426"/>
                </a:lnTo>
                <a:lnTo>
                  <a:pt x="1147442" y="1430913"/>
                </a:lnTo>
                <a:cubicBezTo>
                  <a:pt x="1148263" y="1438308"/>
                  <a:pt x="1148674" y="1444470"/>
                  <a:pt x="1148674" y="1449400"/>
                </a:cubicBezTo>
                <a:cubicBezTo>
                  <a:pt x="1147853" y="1462547"/>
                  <a:pt x="1144155" y="1471996"/>
                  <a:pt x="1137582" y="1477747"/>
                </a:cubicBezTo>
                <a:lnTo>
                  <a:pt x="1137582" y="1482677"/>
                </a:lnTo>
                <a:lnTo>
                  <a:pt x="1141279" y="1483910"/>
                </a:lnTo>
                <a:cubicBezTo>
                  <a:pt x="1144566" y="1483910"/>
                  <a:pt x="1146209" y="1485142"/>
                  <a:pt x="1146209" y="1487607"/>
                </a:cubicBezTo>
                <a:cubicBezTo>
                  <a:pt x="1142101" y="1491715"/>
                  <a:pt x="1140047" y="1497467"/>
                  <a:pt x="1140047" y="1504862"/>
                </a:cubicBezTo>
                <a:lnTo>
                  <a:pt x="1140047" y="1514722"/>
                </a:lnTo>
                <a:lnTo>
                  <a:pt x="1141279" y="1525814"/>
                </a:lnTo>
                <a:cubicBezTo>
                  <a:pt x="1142101" y="1529922"/>
                  <a:pt x="1142512" y="1533620"/>
                  <a:pt x="1142512" y="1536906"/>
                </a:cubicBezTo>
                <a:cubicBezTo>
                  <a:pt x="1142512" y="1549231"/>
                  <a:pt x="1139225" y="1557859"/>
                  <a:pt x="1132652" y="1562789"/>
                </a:cubicBezTo>
                <a:cubicBezTo>
                  <a:pt x="1139225" y="1571827"/>
                  <a:pt x="1142512" y="1580043"/>
                  <a:pt x="1142512" y="1587438"/>
                </a:cubicBezTo>
                <a:cubicBezTo>
                  <a:pt x="1142512" y="1597298"/>
                  <a:pt x="1136349" y="1605925"/>
                  <a:pt x="1124025" y="1613320"/>
                </a:cubicBezTo>
                <a:cubicBezTo>
                  <a:pt x="1125668" y="1616607"/>
                  <a:pt x="1127722" y="1619072"/>
                  <a:pt x="1130187" y="1620715"/>
                </a:cubicBezTo>
                <a:cubicBezTo>
                  <a:pt x="1132652" y="1622359"/>
                  <a:pt x="1135117" y="1623180"/>
                  <a:pt x="1137582" y="1623180"/>
                </a:cubicBezTo>
                <a:lnTo>
                  <a:pt x="1136349" y="1646597"/>
                </a:lnTo>
                <a:lnTo>
                  <a:pt x="1169627" y="1647830"/>
                </a:lnTo>
                <a:cubicBezTo>
                  <a:pt x="1181951" y="1647830"/>
                  <a:pt x="1193044" y="1647008"/>
                  <a:pt x="1202904" y="1645365"/>
                </a:cubicBezTo>
                <a:lnTo>
                  <a:pt x="1205369" y="1649062"/>
                </a:lnTo>
                <a:lnTo>
                  <a:pt x="1209066" y="1650295"/>
                </a:lnTo>
                <a:cubicBezTo>
                  <a:pt x="1212353" y="1651117"/>
                  <a:pt x="1214818" y="1652760"/>
                  <a:pt x="1216461" y="1655225"/>
                </a:cubicBezTo>
                <a:cubicBezTo>
                  <a:pt x="1216461" y="1652760"/>
                  <a:pt x="1218515" y="1649473"/>
                  <a:pt x="1222623" y="1645365"/>
                </a:cubicBezTo>
                <a:cubicBezTo>
                  <a:pt x="1249738" y="1647830"/>
                  <a:pt x="1276031" y="1652349"/>
                  <a:pt x="1301502" y="1658922"/>
                </a:cubicBezTo>
                <a:lnTo>
                  <a:pt x="1329849" y="1666317"/>
                </a:lnTo>
                <a:lnTo>
                  <a:pt x="1352243" y="1672159"/>
                </a:lnTo>
                <a:lnTo>
                  <a:pt x="1359396" y="1652760"/>
                </a:lnTo>
                <a:lnTo>
                  <a:pt x="1360629" y="1649062"/>
                </a:lnTo>
                <a:cubicBezTo>
                  <a:pt x="1368024" y="1639202"/>
                  <a:pt x="1375008" y="1627699"/>
                  <a:pt x="1381581" y="1614553"/>
                </a:cubicBezTo>
                <a:lnTo>
                  <a:pt x="1397603" y="1580043"/>
                </a:lnTo>
                <a:cubicBezTo>
                  <a:pt x="1410750" y="1552929"/>
                  <a:pt x="1425540" y="1532387"/>
                  <a:pt x="1441973" y="1518419"/>
                </a:cubicBezTo>
                <a:lnTo>
                  <a:pt x="1445670" y="1514722"/>
                </a:lnTo>
                <a:cubicBezTo>
                  <a:pt x="1461282" y="1490072"/>
                  <a:pt x="1481001" y="1464190"/>
                  <a:pt x="1504829" y="1437075"/>
                </a:cubicBezTo>
                <a:cubicBezTo>
                  <a:pt x="1518798" y="1421464"/>
                  <a:pt x="1531122" y="1409550"/>
                  <a:pt x="1541804" y="1401333"/>
                </a:cubicBezTo>
                <a:cubicBezTo>
                  <a:pt x="1555772" y="1388187"/>
                  <a:pt x="1570151" y="1377094"/>
                  <a:pt x="1584941" y="1368056"/>
                </a:cubicBezTo>
                <a:cubicBezTo>
                  <a:pt x="1592336" y="1363126"/>
                  <a:pt x="1600552" y="1358196"/>
                  <a:pt x="1609591" y="1353266"/>
                </a:cubicBezTo>
                <a:lnTo>
                  <a:pt x="1623148" y="1347104"/>
                </a:lnTo>
                <a:lnTo>
                  <a:pt x="1629310" y="1343407"/>
                </a:lnTo>
                <a:lnTo>
                  <a:pt x="1637938" y="1340942"/>
                </a:lnTo>
                <a:cubicBezTo>
                  <a:pt x="1662587" y="1331904"/>
                  <a:pt x="1685594" y="1327384"/>
                  <a:pt x="1706957" y="1327384"/>
                </a:cubicBezTo>
                <a:lnTo>
                  <a:pt x="1716817" y="1327384"/>
                </a:lnTo>
                <a:cubicBezTo>
                  <a:pt x="1742288" y="1328206"/>
                  <a:pt x="1764883" y="1333958"/>
                  <a:pt x="1784603" y="1344639"/>
                </a:cubicBezTo>
                <a:cubicBezTo>
                  <a:pt x="1794463" y="1349569"/>
                  <a:pt x="1803090" y="1356142"/>
                  <a:pt x="1810485" y="1364359"/>
                </a:cubicBezTo>
                <a:cubicBezTo>
                  <a:pt x="1817058" y="1372575"/>
                  <a:pt x="1821577" y="1382024"/>
                  <a:pt x="1824043" y="1392706"/>
                </a:cubicBezTo>
                <a:lnTo>
                  <a:pt x="1827740" y="1401333"/>
                </a:lnTo>
                <a:cubicBezTo>
                  <a:pt x="1828561" y="1403798"/>
                  <a:pt x="1829383" y="1405852"/>
                  <a:pt x="1830205" y="1407496"/>
                </a:cubicBezTo>
                <a:cubicBezTo>
                  <a:pt x="1831027" y="1409961"/>
                  <a:pt x="1831848" y="1412426"/>
                  <a:pt x="1832670" y="1414891"/>
                </a:cubicBezTo>
                <a:cubicBezTo>
                  <a:pt x="1833492" y="1416534"/>
                  <a:pt x="1833902" y="1418588"/>
                  <a:pt x="1833902" y="1421053"/>
                </a:cubicBezTo>
                <a:cubicBezTo>
                  <a:pt x="1833902" y="1423518"/>
                  <a:pt x="1833492" y="1426805"/>
                  <a:pt x="1832670" y="1430913"/>
                </a:cubicBezTo>
                <a:cubicBezTo>
                  <a:pt x="1830205" y="1436665"/>
                  <a:pt x="1827329" y="1444059"/>
                  <a:pt x="1824043" y="1453098"/>
                </a:cubicBezTo>
                <a:lnTo>
                  <a:pt x="1814183" y="1476515"/>
                </a:lnTo>
                <a:lnTo>
                  <a:pt x="1804323" y="1499932"/>
                </a:lnTo>
                <a:lnTo>
                  <a:pt x="1798160" y="1512257"/>
                </a:lnTo>
                <a:lnTo>
                  <a:pt x="1793230" y="1523349"/>
                </a:lnTo>
                <a:cubicBezTo>
                  <a:pt x="1783370" y="1544712"/>
                  <a:pt x="1769813" y="1567308"/>
                  <a:pt x="1752559" y="1591136"/>
                </a:cubicBezTo>
                <a:cubicBezTo>
                  <a:pt x="1748450" y="1596887"/>
                  <a:pt x="1742699" y="1599763"/>
                  <a:pt x="1735304" y="1599763"/>
                </a:cubicBezTo>
                <a:lnTo>
                  <a:pt x="1732839" y="1599763"/>
                </a:lnTo>
                <a:cubicBezTo>
                  <a:pt x="1725444" y="1598941"/>
                  <a:pt x="1719692" y="1595244"/>
                  <a:pt x="1715584" y="1588671"/>
                </a:cubicBezTo>
                <a:lnTo>
                  <a:pt x="1710654" y="1582508"/>
                </a:lnTo>
                <a:cubicBezTo>
                  <a:pt x="1706546" y="1578400"/>
                  <a:pt x="1704081" y="1573881"/>
                  <a:pt x="1703259" y="1568951"/>
                </a:cubicBezTo>
                <a:cubicBezTo>
                  <a:pt x="1701616" y="1560734"/>
                  <a:pt x="1697918" y="1550875"/>
                  <a:pt x="1692167" y="1539371"/>
                </a:cubicBezTo>
                <a:lnTo>
                  <a:pt x="1686004" y="1525814"/>
                </a:lnTo>
                <a:lnTo>
                  <a:pt x="1679842" y="1512257"/>
                </a:lnTo>
                <a:cubicBezTo>
                  <a:pt x="1678199" y="1508970"/>
                  <a:pt x="1677377" y="1505684"/>
                  <a:pt x="1677377" y="1502397"/>
                </a:cubicBezTo>
                <a:cubicBezTo>
                  <a:pt x="1677377" y="1500754"/>
                  <a:pt x="1677788" y="1499110"/>
                  <a:pt x="1678610" y="1497467"/>
                </a:cubicBezTo>
                <a:cubicBezTo>
                  <a:pt x="1685183" y="1479391"/>
                  <a:pt x="1688880" y="1468298"/>
                  <a:pt x="1689702" y="1464190"/>
                </a:cubicBezTo>
                <a:cubicBezTo>
                  <a:pt x="1690524" y="1462547"/>
                  <a:pt x="1692167" y="1460903"/>
                  <a:pt x="1694632" y="1459260"/>
                </a:cubicBezTo>
                <a:cubicBezTo>
                  <a:pt x="1695453" y="1459260"/>
                  <a:pt x="1695864" y="1458849"/>
                  <a:pt x="1695864" y="1458027"/>
                </a:cubicBezTo>
                <a:lnTo>
                  <a:pt x="1693399" y="1458027"/>
                </a:lnTo>
                <a:lnTo>
                  <a:pt x="1693399" y="1456795"/>
                </a:lnTo>
                <a:lnTo>
                  <a:pt x="1688469" y="1458027"/>
                </a:lnTo>
                <a:cubicBezTo>
                  <a:pt x="1690934" y="1457206"/>
                  <a:pt x="1692578" y="1455973"/>
                  <a:pt x="1693399" y="1454330"/>
                </a:cubicBezTo>
                <a:cubicBezTo>
                  <a:pt x="1694221" y="1453508"/>
                  <a:pt x="1694632" y="1452687"/>
                  <a:pt x="1694632" y="1451865"/>
                </a:cubicBezTo>
                <a:cubicBezTo>
                  <a:pt x="1694632" y="1451043"/>
                  <a:pt x="1694221" y="1450633"/>
                  <a:pt x="1693399" y="1450633"/>
                </a:cubicBezTo>
                <a:cubicBezTo>
                  <a:pt x="1692578" y="1448989"/>
                  <a:pt x="1690934" y="1448168"/>
                  <a:pt x="1688469" y="1448168"/>
                </a:cubicBezTo>
                <a:lnTo>
                  <a:pt x="1682307" y="1446935"/>
                </a:lnTo>
                <a:lnTo>
                  <a:pt x="1677377" y="1446935"/>
                </a:lnTo>
                <a:lnTo>
                  <a:pt x="1668750" y="1449400"/>
                </a:lnTo>
                <a:lnTo>
                  <a:pt x="1660122" y="1450633"/>
                </a:lnTo>
                <a:cubicBezTo>
                  <a:pt x="1657657" y="1451454"/>
                  <a:pt x="1655603" y="1452687"/>
                  <a:pt x="1653960" y="1454330"/>
                </a:cubicBezTo>
                <a:cubicBezTo>
                  <a:pt x="1646565" y="1461725"/>
                  <a:pt x="1639992" y="1467887"/>
                  <a:pt x="1634240" y="1472817"/>
                </a:cubicBezTo>
                <a:cubicBezTo>
                  <a:pt x="1624380" y="1480212"/>
                  <a:pt x="1614931" y="1484731"/>
                  <a:pt x="1605893" y="1486375"/>
                </a:cubicBezTo>
                <a:cubicBezTo>
                  <a:pt x="1601785" y="1487196"/>
                  <a:pt x="1598498" y="1489661"/>
                  <a:pt x="1596033" y="1493769"/>
                </a:cubicBezTo>
                <a:cubicBezTo>
                  <a:pt x="1591925" y="1504451"/>
                  <a:pt x="1585352" y="1514722"/>
                  <a:pt x="1576313" y="1524582"/>
                </a:cubicBezTo>
                <a:lnTo>
                  <a:pt x="1565221" y="1536906"/>
                </a:lnTo>
                <a:lnTo>
                  <a:pt x="1552896" y="1547999"/>
                </a:lnTo>
                <a:cubicBezTo>
                  <a:pt x="1533177" y="1566075"/>
                  <a:pt x="1520852" y="1583330"/>
                  <a:pt x="1515922" y="1599763"/>
                </a:cubicBezTo>
                <a:cubicBezTo>
                  <a:pt x="1515100" y="1603050"/>
                  <a:pt x="1513046" y="1605925"/>
                  <a:pt x="1509759" y="1608390"/>
                </a:cubicBezTo>
                <a:cubicBezTo>
                  <a:pt x="1502365" y="1614142"/>
                  <a:pt x="1494559" y="1624002"/>
                  <a:pt x="1486342" y="1637970"/>
                </a:cubicBezTo>
                <a:lnTo>
                  <a:pt x="1477715" y="1655225"/>
                </a:lnTo>
                <a:cubicBezTo>
                  <a:pt x="1473606" y="1661798"/>
                  <a:pt x="1469909" y="1667139"/>
                  <a:pt x="1466622" y="1671247"/>
                </a:cubicBezTo>
                <a:cubicBezTo>
                  <a:pt x="1466622" y="1676177"/>
                  <a:pt x="1469087" y="1679053"/>
                  <a:pt x="1474017" y="1679874"/>
                </a:cubicBezTo>
                <a:lnTo>
                  <a:pt x="1470320" y="1682339"/>
                </a:lnTo>
                <a:lnTo>
                  <a:pt x="1466622" y="1684804"/>
                </a:lnTo>
                <a:cubicBezTo>
                  <a:pt x="1460049" y="1687269"/>
                  <a:pt x="1456352" y="1691378"/>
                  <a:pt x="1455530" y="1697129"/>
                </a:cubicBezTo>
                <a:cubicBezTo>
                  <a:pt x="1454708" y="1706167"/>
                  <a:pt x="1451011" y="1716849"/>
                  <a:pt x="1444438" y="1729174"/>
                </a:cubicBezTo>
                <a:lnTo>
                  <a:pt x="1435810" y="1743963"/>
                </a:lnTo>
                <a:lnTo>
                  <a:pt x="1429648" y="1757521"/>
                </a:lnTo>
                <a:lnTo>
                  <a:pt x="1428415" y="1761218"/>
                </a:lnTo>
                <a:cubicBezTo>
                  <a:pt x="1426772" y="1773543"/>
                  <a:pt x="1423896" y="1787922"/>
                  <a:pt x="1419788" y="1804355"/>
                </a:cubicBezTo>
                <a:lnTo>
                  <a:pt x="1407463" y="1847492"/>
                </a:lnTo>
                <a:cubicBezTo>
                  <a:pt x="1404998" y="1858173"/>
                  <a:pt x="1402122" y="1871731"/>
                  <a:pt x="1398836" y="1888164"/>
                </a:cubicBezTo>
                <a:cubicBezTo>
                  <a:pt x="1398014" y="1893094"/>
                  <a:pt x="1397603" y="1898024"/>
                  <a:pt x="1397603" y="1902954"/>
                </a:cubicBezTo>
                <a:cubicBezTo>
                  <a:pt x="1397603" y="1909527"/>
                  <a:pt x="1398425" y="1915689"/>
                  <a:pt x="1400068" y="1921441"/>
                </a:cubicBezTo>
                <a:lnTo>
                  <a:pt x="1400068" y="1926371"/>
                </a:lnTo>
                <a:lnTo>
                  <a:pt x="1397603" y="1936231"/>
                </a:lnTo>
                <a:cubicBezTo>
                  <a:pt x="1397603" y="1940339"/>
                  <a:pt x="1398014" y="1944037"/>
                  <a:pt x="1398836" y="1947323"/>
                </a:cubicBezTo>
                <a:cubicBezTo>
                  <a:pt x="1400479" y="1953075"/>
                  <a:pt x="1403355" y="1955951"/>
                  <a:pt x="1407463" y="1955951"/>
                </a:cubicBezTo>
                <a:lnTo>
                  <a:pt x="1409928" y="1955951"/>
                </a:lnTo>
                <a:cubicBezTo>
                  <a:pt x="1412393" y="1955951"/>
                  <a:pt x="1413626" y="1956772"/>
                  <a:pt x="1413626" y="1958415"/>
                </a:cubicBezTo>
                <a:cubicBezTo>
                  <a:pt x="1415269" y="1963345"/>
                  <a:pt x="1418966" y="1966221"/>
                  <a:pt x="1424718" y="1967043"/>
                </a:cubicBezTo>
                <a:lnTo>
                  <a:pt x="1428415" y="1967043"/>
                </a:lnTo>
                <a:cubicBezTo>
                  <a:pt x="1432524" y="1967043"/>
                  <a:pt x="1437453" y="1966221"/>
                  <a:pt x="1443205" y="1964578"/>
                </a:cubicBezTo>
                <a:lnTo>
                  <a:pt x="1455530" y="1959648"/>
                </a:lnTo>
                <a:lnTo>
                  <a:pt x="1466622" y="1954718"/>
                </a:lnTo>
                <a:cubicBezTo>
                  <a:pt x="1477304" y="1950610"/>
                  <a:pt x="1485520" y="1948145"/>
                  <a:pt x="1491272" y="1947323"/>
                </a:cubicBezTo>
                <a:cubicBezTo>
                  <a:pt x="1492915" y="1945680"/>
                  <a:pt x="1493737" y="1943626"/>
                  <a:pt x="1493737" y="1941161"/>
                </a:cubicBezTo>
                <a:lnTo>
                  <a:pt x="1493737" y="1938696"/>
                </a:lnTo>
                <a:cubicBezTo>
                  <a:pt x="1493737" y="1937052"/>
                  <a:pt x="1494559" y="1935820"/>
                  <a:pt x="1496202" y="1934998"/>
                </a:cubicBezTo>
                <a:cubicBezTo>
                  <a:pt x="1500310" y="1933355"/>
                  <a:pt x="1505240" y="1930479"/>
                  <a:pt x="1510992" y="1926371"/>
                </a:cubicBezTo>
                <a:lnTo>
                  <a:pt x="1525782" y="1916511"/>
                </a:lnTo>
                <a:lnTo>
                  <a:pt x="1540571" y="1905419"/>
                </a:lnTo>
                <a:lnTo>
                  <a:pt x="1555361" y="1891861"/>
                </a:lnTo>
                <a:lnTo>
                  <a:pt x="1568918" y="1879537"/>
                </a:lnTo>
                <a:lnTo>
                  <a:pt x="1583708" y="1865979"/>
                </a:lnTo>
                <a:lnTo>
                  <a:pt x="1597266" y="1852422"/>
                </a:lnTo>
                <a:lnTo>
                  <a:pt x="1612055" y="1840097"/>
                </a:lnTo>
                <a:cubicBezTo>
                  <a:pt x="1613699" y="1837632"/>
                  <a:pt x="1615342" y="1834756"/>
                  <a:pt x="1616985" y="1831470"/>
                </a:cubicBezTo>
                <a:cubicBezTo>
                  <a:pt x="1618628" y="1825718"/>
                  <a:pt x="1621504" y="1819967"/>
                  <a:pt x="1625613" y="1814215"/>
                </a:cubicBezTo>
                <a:lnTo>
                  <a:pt x="1637938" y="1798193"/>
                </a:lnTo>
                <a:cubicBezTo>
                  <a:pt x="1649441" y="1785046"/>
                  <a:pt x="1656835" y="1773543"/>
                  <a:pt x="1660122" y="1763683"/>
                </a:cubicBezTo>
                <a:cubicBezTo>
                  <a:pt x="1661765" y="1763683"/>
                  <a:pt x="1662998" y="1763272"/>
                  <a:pt x="1663820" y="1762451"/>
                </a:cubicBezTo>
                <a:lnTo>
                  <a:pt x="1667517" y="1759986"/>
                </a:lnTo>
                <a:cubicBezTo>
                  <a:pt x="1669160" y="1759164"/>
                  <a:pt x="1670804" y="1758753"/>
                  <a:pt x="1672447" y="1758753"/>
                </a:cubicBezTo>
                <a:lnTo>
                  <a:pt x="1673680" y="1758753"/>
                </a:lnTo>
                <a:cubicBezTo>
                  <a:pt x="1677788" y="1748893"/>
                  <a:pt x="1683128" y="1738623"/>
                  <a:pt x="1689702" y="1727941"/>
                </a:cubicBezTo>
                <a:lnTo>
                  <a:pt x="1708189" y="1698362"/>
                </a:lnTo>
                <a:cubicBezTo>
                  <a:pt x="1725444" y="1673712"/>
                  <a:pt x="1736536" y="1653992"/>
                  <a:pt x="1741466" y="1639202"/>
                </a:cubicBezTo>
                <a:cubicBezTo>
                  <a:pt x="1743109" y="1636738"/>
                  <a:pt x="1744753" y="1634683"/>
                  <a:pt x="1746396" y="1633040"/>
                </a:cubicBezTo>
                <a:cubicBezTo>
                  <a:pt x="1751326" y="1628110"/>
                  <a:pt x="1756667" y="1621126"/>
                  <a:pt x="1762418" y="1612088"/>
                </a:cubicBezTo>
                <a:lnTo>
                  <a:pt x="1774743" y="1588671"/>
                </a:lnTo>
                <a:cubicBezTo>
                  <a:pt x="1786246" y="1567308"/>
                  <a:pt x="1796106" y="1552929"/>
                  <a:pt x="1804323" y="1545534"/>
                </a:cubicBezTo>
                <a:cubicBezTo>
                  <a:pt x="1804323" y="1543891"/>
                  <a:pt x="1803501" y="1543069"/>
                  <a:pt x="1801858" y="1543069"/>
                </a:cubicBezTo>
                <a:lnTo>
                  <a:pt x="1800625" y="1543069"/>
                </a:lnTo>
                <a:cubicBezTo>
                  <a:pt x="1799804" y="1543069"/>
                  <a:pt x="1799393" y="1542658"/>
                  <a:pt x="1799393" y="1541836"/>
                </a:cubicBezTo>
                <a:cubicBezTo>
                  <a:pt x="1802679" y="1534441"/>
                  <a:pt x="1805966" y="1526636"/>
                  <a:pt x="1809253" y="1518419"/>
                </a:cubicBezTo>
                <a:lnTo>
                  <a:pt x="1819113" y="1497467"/>
                </a:lnTo>
                <a:cubicBezTo>
                  <a:pt x="1826507" y="1481856"/>
                  <a:pt x="1832670" y="1466655"/>
                  <a:pt x="1837600" y="1451865"/>
                </a:cubicBezTo>
                <a:lnTo>
                  <a:pt x="1832670" y="1453098"/>
                </a:lnTo>
                <a:cubicBezTo>
                  <a:pt x="1835135" y="1448989"/>
                  <a:pt x="1837189" y="1444470"/>
                  <a:pt x="1838832" y="1439540"/>
                </a:cubicBezTo>
                <a:lnTo>
                  <a:pt x="1841297" y="1440773"/>
                </a:lnTo>
                <a:lnTo>
                  <a:pt x="1843762" y="1437075"/>
                </a:lnTo>
                <a:lnTo>
                  <a:pt x="1847460" y="1433378"/>
                </a:lnTo>
                <a:cubicBezTo>
                  <a:pt x="1848281" y="1431735"/>
                  <a:pt x="1848692" y="1430502"/>
                  <a:pt x="1848692" y="1429680"/>
                </a:cubicBezTo>
                <a:cubicBezTo>
                  <a:pt x="1848692" y="1427216"/>
                  <a:pt x="1847460" y="1425161"/>
                  <a:pt x="1844995" y="1423518"/>
                </a:cubicBezTo>
                <a:lnTo>
                  <a:pt x="1842530" y="1428448"/>
                </a:lnTo>
                <a:lnTo>
                  <a:pt x="1840065" y="1432145"/>
                </a:lnTo>
                <a:lnTo>
                  <a:pt x="1840065" y="1428448"/>
                </a:lnTo>
                <a:lnTo>
                  <a:pt x="1849925" y="1405031"/>
                </a:lnTo>
                <a:lnTo>
                  <a:pt x="1857320" y="1380381"/>
                </a:lnTo>
                <a:lnTo>
                  <a:pt x="1859785" y="1372986"/>
                </a:lnTo>
                <a:cubicBezTo>
                  <a:pt x="1872109" y="1359018"/>
                  <a:pt x="1880326" y="1342996"/>
                  <a:pt x="1884434" y="1324919"/>
                </a:cubicBezTo>
                <a:lnTo>
                  <a:pt x="1889364" y="1323687"/>
                </a:lnTo>
                <a:lnTo>
                  <a:pt x="1889364" y="1321222"/>
                </a:lnTo>
                <a:cubicBezTo>
                  <a:pt x="1890186" y="1313005"/>
                  <a:pt x="1894294" y="1307665"/>
                  <a:pt x="1901689" y="1305200"/>
                </a:cubicBezTo>
                <a:cubicBezTo>
                  <a:pt x="1902510" y="1301091"/>
                  <a:pt x="1903743" y="1297394"/>
                  <a:pt x="1905386" y="1294107"/>
                </a:cubicBezTo>
                <a:cubicBezTo>
                  <a:pt x="1910316" y="1284247"/>
                  <a:pt x="1916068" y="1279317"/>
                  <a:pt x="1922641" y="1279317"/>
                </a:cubicBezTo>
                <a:cubicBezTo>
                  <a:pt x="1923463" y="1279317"/>
                  <a:pt x="1924695" y="1279728"/>
                  <a:pt x="1926339" y="1280550"/>
                </a:cubicBezTo>
                <a:lnTo>
                  <a:pt x="1930036" y="1280550"/>
                </a:lnTo>
                <a:cubicBezTo>
                  <a:pt x="1934144" y="1280550"/>
                  <a:pt x="1938253" y="1278907"/>
                  <a:pt x="1942361" y="1275620"/>
                </a:cubicBezTo>
                <a:cubicBezTo>
                  <a:pt x="1946469" y="1285480"/>
                  <a:pt x="1952220" y="1294518"/>
                  <a:pt x="1959616" y="1302735"/>
                </a:cubicBezTo>
                <a:cubicBezTo>
                  <a:pt x="1963724" y="1307665"/>
                  <a:pt x="1969886" y="1313827"/>
                  <a:pt x="1978103" y="1321222"/>
                </a:cubicBezTo>
                <a:lnTo>
                  <a:pt x="1980568" y="1322454"/>
                </a:lnTo>
                <a:cubicBezTo>
                  <a:pt x="1992893" y="1324098"/>
                  <a:pt x="1999055" y="1330260"/>
                  <a:pt x="1999055" y="1340942"/>
                </a:cubicBezTo>
                <a:lnTo>
                  <a:pt x="1999055" y="1343407"/>
                </a:lnTo>
                <a:cubicBezTo>
                  <a:pt x="2004806" y="1349980"/>
                  <a:pt x="2009326" y="1356964"/>
                  <a:pt x="2012612" y="1364359"/>
                </a:cubicBezTo>
                <a:cubicBezTo>
                  <a:pt x="2015899" y="1398047"/>
                  <a:pt x="2017542" y="1431735"/>
                  <a:pt x="2017542" y="1465422"/>
                </a:cubicBezTo>
                <a:cubicBezTo>
                  <a:pt x="2017542" y="1520473"/>
                  <a:pt x="2013023" y="1575113"/>
                  <a:pt x="2003985" y="1629343"/>
                </a:cubicBezTo>
                <a:cubicBezTo>
                  <a:pt x="2004807" y="1633451"/>
                  <a:pt x="2005218" y="1638792"/>
                  <a:pt x="2005218" y="1645365"/>
                </a:cubicBezTo>
                <a:lnTo>
                  <a:pt x="2005218" y="1653992"/>
                </a:lnTo>
                <a:lnTo>
                  <a:pt x="2003985" y="1662620"/>
                </a:lnTo>
                <a:lnTo>
                  <a:pt x="2003985" y="1671247"/>
                </a:lnTo>
                <a:cubicBezTo>
                  <a:pt x="2003985" y="1677820"/>
                  <a:pt x="2004806" y="1681107"/>
                  <a:pt x="2006450" y="1681107"/>
                </a:cubicBezTo>
                <a:cubicBezTo>
                  <a:pt x="1999055" y="1727941"/>
                  <a:pt x="1991249" y="1787922"/>
                  <a:pt x="1983033" y="1861049"/>
                </a:cubicBezTo>
                <a:cubicBezTo>
                  <a:pt x="2001109" y="1845438"/>
                  <a:pt x="2018775" y="1829005"/>
                  <a:pt x="2036029" y="1811750"/>
                </a:cubicBezTo>
                <a:lnTo>
                  <a:pt x="2026170" y="1816680"/>
                </a:lnTo>
                <a:cubicBezTo>
                  <a:pt x="2038494" y="1805998"/>
                  <a:pt x="2049176" y="1796549"/>
                  <a:pt x="2058214" y="1788333"/>
                </a:cubicBezTo>
                <a:cubicBezTo>
                  <a:pt x="2059036" y="1789154"/>
                  <a:pt x="2059446" y="1790387"/>
                  <a:pt x="2059447" y="1792030"/>
                </a:cubicBezTo>
                <a:cubicBezTo>
                  <a:pt x="2061090" y="1790387"/>
                  <a:pt x="2063966" y="1787922"/>
                  <a:pt x="2068074" y="1784635"/>
                </a:cubicBezTo>
                <a:lnTo>
                  <a:pt x="2080399" y="1777240"/>
                </a:lnTo>
                <a:cubicBezTo>
                  <a:pt x="2089437" y="1770667"/>
                  <a:pt x="2093956" y="1764094"/>
                  <a:pt x="2093956" y="1757521"/>
                </a:cubicBezTo>
                <a:lnTo>
                  <a:pt x="2087794" y="1763683"/>
                </a:lnTo>
                <a:lnTo>
                  <a:pt x="2081631" y="1767381"/>
                </a:lnTo>
                <a:cubicBezTo>
                  <a:pt x="2077523" y="1770667"/>
                  <a:pt x="2074236" y="1773132"/>
                  <a:pt x="2071772" y="1774776"/>
                </a:cubicBezTo>
                <a:lnTo>
                  <a:pt x="2077934" y="1769846"/>
                </a:lnTo>
                <a:lnTo>
                  <a:pt x="2077934" y="1768613"/>
                </a:lnTo>
                <a:lnTo>
                  <a:pt x="2130931" y="1723011"/>
                </a:lnTo>
                <a:lnTo>
                  <a:pt x="2181462" y="1678642"/>
                </a:lnTo>
                <a:lnTo>
                  <a:pt x="2196252" y="1665085"/>
                </a:lnTo>
                <a:cubicBezTo>
                  <a:pt x="2237335" y="1639613"/>
                  <a:pt x="2275542" y="1610445"/>
                  <a:pt x="2310873" y="1577578"/>
                </a:cubicBezTo>
                <a:lnTo>
                  <a:pt x="2320733" y="1575113"/>
                </a:lnTo>
                <a:cubicBezTo>
                  <a:pt x="2325663" y="1570183"/>
                  <a:pt x="2330413" y="1565664"/>
                  <a:pt x="2334984" y="1561556"/>
                </a:cubicBezTo>
                <a:lnTo>
                  <a:pt x="2338206" y="1558842"/>
                </a:lnTo>
                <a:lnTo>
                  <a:pt x="2345227" y="1547691"/>
                </a:lnTo>
                <a:cubicBezTo>
                  <a:pt x="2361660" y="1523657"/>
                  <a:pt x="2380763" y="1499521"/>
                  <a:pt x="2402537" y="1475282"/>
                </a:cubicBezTo>
                <a:lnTo>
                  <a:pt x="2406234" y="1472817"/>
                </a:lnTo>
                <a:lnTo>
                  <a:pt x="2423489" y="1460492"/>
                </a:lnTo>
                <a:lnTo>
                  <a:pt x="2439512" y="1446935"/>
                </a:lnTo>
                <a:lnTo>
                  <a:pt x="2455534" y="1434610"/>
                </a:lnTo>
                <a:lnTo>
                  <a:pt x="2464161" y="1427215"/>
                </a:lnTo>
                <a:cubicBezTo>
                  <a:pt x="2467448" y="1424750"/>
                  <a:pt x="2471556" y="1421875"/>
                  <a:pt x="2476486" y="1418588"/>
                </a:cubicBezTo>
                <a:cubicBezTo>
                  <a:pt x="2508531" y="1397225"/>
                  <a:pt x="2538110" y="1386543"/>
                  <a:pt x="2565225" y="1386543"/>
                </a:cubicBezTo>
                <a:cubicBezTo>
                  <a:pt x="2573441" y="1386543"/>
                  <a:pt x="2581658" y="1387776"/>
                  <a:pt x="2589874" y="1390241"/>
                </a:cubicBezTo>
                <a:lnTo>
                  <a:pt x="2597270" y="1391473"/>
                </a:lnTo>
                <a:cubicBezTo>
                  <a:pt x="2608772" y="1392295"/>
                  <a:pt x="2619043" y="1394760"/>
                  <a:pt x="2628082" y="1398868"/>
                </a:cubicBezTo>
                <a:cubicBezTo>
                  <a:pt x="2637941" y="1402977"/>
                  <a:pt x="2646980" y="1409550"/>
                  <a:pt x="2655196" y="1418588"/>
                </a:cubicBezTo>
                <a:cubicBezTo>
                  <a:pt x="2669164" y="1435021"/>
                  <a:pt x="2676970" y="1455563"/>
                  <a:pt x="2678613" y="1480212"/>
                </a:cubicBezTo>
                <a:lnTo>
                  <a:pt x="2678613" y="1483910"/>
                </a:lnTo>
                <a:cubicBezTo>
                  <a:pt x="2678613" y="1501986"/>
                  <a:pt x="2673683" y="1526225"/>
                  <a:pt x="2663824" y="1556626"/>
                </a:cubicBezTo>
                <a:lnTo>
                  <a:pt x="2656428" y="1576346"/>
                </a:lnTo>
                <a:lnTo>
                  <a:pt x="2652731" y="1586206"/>
                </a:lnTo>
                <a:lnTo>
                  <a:pt x="2650266" y="1592368"/>
                </a:lnTo>
                <a:lnTo>
                  <a:pt x="2644104" y="1604693"/>
                </a:lnTo>
                <a:lnTo>
                  <a:pt x="2637941" y="1615785"/>
                </a:lnTo>
                <a:cubicBezTo>
                  <a:pt x="2605897" y="1674123"/>
                  <a:pt x="2560706" y="1723833"/>
                  <a:pt x="2502368" y="1764916"/>
                </a:cubicBezTo>
                <a:cubicBezTo>
                  <a:pt x="2500725" y="1766559"/>
                  <a:pt x="2499082" y="1768613"/>
                  <a:pt x="2497438" y="1771078"/>
                </a:cubicBezTo>
                <a:cubicBezTo>
                  <a:pt x="2495795" y="1772721"/>
                  <a:pt x="2494562" y="1774365"/>
                  <a:pt x="2493741" y="1776008"/>
                </a:cubicBezTo>
                <a:lnTo>
                  <a:pt x="2490044" y="1780938"/>
                </a:lnTo>
                <a:cubicBezTo>
                  <a:pt x="2487578" y="1784225"/>
                  <a:pt x="2484292" y="1786689"/>
                  <a:pt x="2480184" y="1788333"/>
                </a:cubicBezTo>
                <a:cubicBezTo>
                  <a:pt x="2461285" y="1796549"/>
                  <a:pt x="2443209" y="1806409"/>
                  <a:pt x="2425954" y="1817912"/>
                </a:cubicBezTo>
                <a:lnTo>
                  <a:pt x="2397607" y="1836400"/>
                </a:lnTo>
                <a:lnTo>
                  <a:pt x="2369260" y="1853654"/>
                </a:lnTo>
                <a:lnTo>
                  <a:pt x="2368028" y="1853654"/>
                </a:lnTo>
                <a:lnTo>
                  <a:pt x="2372958" y="1863514"/>
                </a:lnTo>
                <a:cubicBezTo>
                  <a:pt x="2376244" y="1868444"/>
                  <a:pt x="2380352" y="1873785"/>
                  <a:pt x="2385282" y="1879537"/>
                </a:cubicBezTo>
                <a:lnTo>
                  <a:pt x="2391445" y="1886931"/>
                </a:lnTo>
                <a:lnTo>
                  <a:pt x="2397607" y="1894326"/>
                </a:lnTo>
                <a:cubicBezTo>
                  <a:pt x="2399250" y="1894326"/>
                  <a:pt x="2400894" y="1893505"/>
                  <a:pt x="2402537" y="1891861"/>
                </a:cubicBezTo>
                <a:lnTo>
                  <a:pt x="2405002" y="1890629"/>
                </a:lnTo>
                <a:cubicBezTo>
                  <a:pt x="2405824" y="1889807"/>
                  <a:pt x="2406645" y="1889396"/>
                  <a:pt x="2407467" y="1889396"/>
                </a:cubicBezTo>
                <a:cubicBezTo>
                  <a:pt x="2416505" y="1897613"/>
                  <a:pt x="2430884" y="1901721"/>
                  <a:pt x="2450604" y="1901721"/>
                </a:cubicBezTo>
                <a:cubicBezTo>
                  <a:pt x="2455534" y="1901721"/>
                  <a:pt x="2460874" y="1901310"/>
                  <a:pt x="2466626" y="1900489"/>
                </a:cubicBezTo>
                <a:cubicBezTo>
                  <a:pt x="2476486" y="1899667"/>
                  <a:pt x="2487989" y="1897613"/>
                  <a:pt x="2501136" y="1894326"/>
                </a:cubicBezTo>
                <a:lnTo>
                  <a:pt x="2535645" y="1886931"/>
                </a:lnTo>
                <a:cubicBezTo>
                  <a:pt x="2538110" y="1886931"/>
                  <a:pt x="2540575" y="1885699"/>
                  <a:pt x="2543040" y="1883234"/>
                </a:cubicBezTo>
                <a:cubicBezTo>
                  <a:pt x="2547148" y="1879126"/>
                  <a:pt x="2552078" y="1875428"/>
                  <a:pt x="2557830" y="1872142"/>
                </a:cubicBezTo>
                <a:lnTo>
                  <a:pt x="2575085" y="1863514"/>
                </a:lnTo>
                <a:cubicBezTo>
                  <a:pt x="2590696" y="1856941"/>
                  <a:pt x="2601788" y="1849546"/>
                  <a:pt x="2608362" y="1841330"/>
                </a:cubicBezTo>
                <a:lnTo>
                  <a:pt x="2613292" y="1842562"/>
                </a:lnTo>
                <a:lnTo>
                  <a:pt x="2616989" y="1841330"/>
                </a:lnTo>
                <a:lnTo>
                  <a:pt x="2619454" y="1841330"/>
                </a:lnTo>
                <a:cubicBezTo>
                  <a:pt x="2621097" y="1841330"/>
                  <a:pt x="2622330" y="1841740"/>
                  <a:pt x="2623152" y="1842562"/>
                </a:cubicBezTo>
                <a:cubicBezTo>
                  <a:pt x="2630546" y="1835167"/>
                  <a:pt x="2639584" y="1827772"/>
                  <a:pt x="2650266" y="1820377"/>
                </a:cubicBezTo>
                <a:lnTo>
                  <a:pt x="2677381" y="1801890"/>
                </a:lnTo>
                <a:cubicBezTo>
                  <a:pt x="2701209" y="1787100"/>
                  <a:pt x="2718464" y="1773543"/>
                  <a:pt x="2729145" y="1761218"/>
                </a:cubicBezTo>
                <a:cubicBezTo>
                  <a:pt x="2730788" y="1759575"/>
                  <a:pt x="2732842" y="1757932"/>
                  <a:pt x="2735308" y="1756288"/>
                </a:cubicBezTo>
                <a:cubicBezTo>
                  <a:pt x="2741881" y="1753823"/>
                  <a:pt x="2749276" y="1749304"/>
                  <a:pt x="2757492" y="1742731"/>
                </a:cubicBezTo>
                <a:lnTo>
                  <a:pt x="2777212" y="1725476"/>
                </a:lnTo>
                <a:cubicBezTo>
                  <a:pt x="2794467" y="1709043"/>
                  <a:pt x="2807613" y="1698772"/>
                  <a:pt x="2816652" y="1694664"/>
                </a:cubicBezTo>
                <a:lnTo>
                  <a:pt x="2816652" y="1693432"/>
                </a:lnTo>
                <a:lnTo>
                  <a:pt x="2815419" y="1693432"/>
                </a:lnTo>
                <a:lnTo>
                  <a:pt x="2814186" y="1692199"/>
                </a:lnTo>
                <a:cubicBezTo>
                  <a:pt x="2813365" y="1692199"/>
                  <a:pt x="2812954" y="1691788"/>
                  <a:pt x="2812954" y="1690967"/>
                </a:cubicBezTo>
                <a:cubicBezTo>
                  <a:pt x="2825279" y="1676177"/>
                  <a:pt x="2843766" y="1651527"/>
                  <a:pt x="2868416" y="1617018"/>
                </a:cubicBezTo>
                <a:cubicBezTo>
                  <a:pt x="2893065" y="1586822"/>
                  <a:pt x="2910551" y="1563559"/>
                  <a:pt x="2920873" y="1547229"/>
                </a:cubicBezTo>
                <a:lnTo>
                  <a:pt x="2924543" y="1540744"/>
                </a:lnTo>
                <a:lnTo>
                  <a:pt x="2923170" y="1539371"/>
                </a:lnTo>
                <a:lnTo>
                  <a:pt x="2919473" y="1536906"/>
                </a:lnTo>
                <a:cubicBezTo>
                  <a:pt x="2918651" y="1536085"/>
                  <a:pt x="2918240" y="1535263"/>
                  <a:pt x="2918240" y="1534441"/>
                </a:cubicBezTo>
                <a:lnTo>
                  <a:pt x="2918240" y="1533209"/>
                </a:lnTo>
                <a:cubicBezTo>
                  <a:pt x="2919062" y="1530744"/>
                  <a:pt x="2919473" y="1528690"/>
                  <a:pt x="2919473" y="1527047"/>
                </a:cubicBezTo>
                <a:cubicBezTo>
                  <a:pt x="2919473" y="1523760"/>
                  <a:pt x="2918651" y="1520063"/>
                  <a:pt x="2917008" y="1515954"/>
                </a:cubicBezTo>
                <a:cubicBezTo>
                  <a:pt x="2915365" y="1511846"/>
                  <a:pt x="2911256" y="1506505"/>
                  <a:pt x="2904683" y="1499932"/>
                </a:cubicBezTo>
                <a:lnTo>
                  <a:pt x="2904683" y="1498699"/>
                </a:lnTo>
                <a:cubicBezTo>
                  <a:pt x="2904683" y="1497056"/>
                  <a:pt x="2906738" y="1495413"/>
                  <a:pt x="2910846" y="1493769"/>
                </a:cubicBezTo>
                <a:cubicBezTo>
                  <a:pt x="2915776" y="1491305"/>
                  <a:pt x="2922349" y="1489250"/>
                  <a:pt x="2930565" y="1487607"/>
                </a:cubicBezTo>
                <a:lnTo>
                  <a:pt x="2937960" y="1486375"/>
                </a:lnTo>
                <a:cubicBezTo>
                  <a:pt x="2943712" y="1485553"/>
                  <a:pt x="2948642" y="1485142"/>
                  <a:pt x="2952750" y="1485142"/>
                </a:cubicBezTo>
                <a:cubicBezTo>
                  <a:pt x="2959323" y="1485142"/>
                  <a:pt x="2968772" y="1484321"/>
                  <a:pt x="2981097" y="1482677"/>
                </a:cubicBezTo>
                <a:lnTo>
                  <a:pt x="2997120" y="1482677"/>
                </a:lnTo>
                <a:lnTo>
                  <a:pt x="3010677" y="1481445"/>
                </a:lnTo>
                <a:cubicBezTo>
                  <a:pt x="3016428" y="1481445"/>
                  <a:pt x="3020126" y="1482266"/>
                  <a:pt x="3021769" y="1483910"/>
                </a:cubicBezTo>
                <a:cubicBezTo>
                  <a:pt x="3031629" y="1491305"/>
                  <a:pt x="3036559" y="1499110"/>
                  <a:pt x="3036559" y="1507327"/>
                </a:cubicBezTo>
                <a:cubicBezTo>
                  <a:pt x="3036559" y="1509792"/>
                  <a:pt x="3036148" y="1512257"/>
                  <a:pt x="3035326" y="1514722"/>
                </a:cubicBezTo>
                <a:cubicBezTo>
                  <a:pt x="3035326" y="1515543"/>
                  <a:pt x="3036148" y="1516365"/>
                  <a:pt x="3037792" y="1517187"/>
                </a:cubicBezTo>
                <a:lnTo>
                  <a:pt x="3039024" y="1519652"/>
                </a:lnTo>
                <a:lnTo>
                  <a:pt x="3039024" y="1520884"/>
                </a:lnTo>
                <a:cubicBezTo>
                  <a:pt x="3039024" y="1522527"/>
                  <a:pt x="3040256" y="1523349"/>
                  <a:pt x="3042721" y="1523349"/>
                </a:cubicBezTo>
                <a:cubicBezTo>
                  <a:pt x="3040256" y="1528279"/>
                  <a:pt x="3039024" y="1534031"/>
                  <a:pt x="3039024" y="1540604"/>
                </a:cubicBezTo>
                <a:lnTo>
                  <a:pt x="3039024" y="1562789"/>
                </a:lnTo>
                <a:cubicBezTo>
                  <a:pt x="3039024" y="1573470"/>
                  <a:pt x="3037380" y="1582508"/>
                  <a:pt x="3034094" y="1589903"/>
                </a:cubicBezTo>
                <a:lnTo>
                  <a:pt x="3034094" y="1592368"/>
                </a:lnTo>
                <a:cubicBezTo>
                  <a:pt x="3036559" y="1596476"/>
                  <a:pt x="3037792" y="1600585"/>
                  <a:pt x="3037792" y="1604693"/>
                </a:cubicBezTo>
                <a:cubicBezTo>
                  <a:pt x="3037792" y="1609623"/>
                  <a:pt x="3035326" y="1613731"/>
                  <a:pt x="3030396" y="1617018"/>
                </a:cubicBezTo>
                <a:cubicBezTo>
                  <a:pt x="3028753" y="1617840"/>
                  <a:pt x="3027931" y="1618661"/>
                  <a:pt x="3027932" y="1619483"/>
                </a:cubicBezTo>
                <a:cubicBezTo>
                  <a:pt x="3027931" y="1620305"/>
                  <a:pt x="3028342" y="1621126"/>
                  <a:pt x="3029164" y="1621948"/>
                </a:cubicBezTo>
                <a:cubicBezTo>
                  <a:pt x="3032451" y="1626056"/>
                  <a:pt x="3034094" y="1630986"/>
                  <a:pt x="3034094" y="1636738"/>
                </a:cubicBezTo>
                <a:cubicBezTo>
                  <a:pt x="3034094" y="1640846"/>
                  <a:pt x="3033272" y="1644954"/>
                  <a:pt x="3031629" y="1649062"/>
                </a:cubicBezTo>
                <a:lnTo>
                  <a:pt x="3029164" y="1655225"/>
                </a:lnTo>
                <a:lnTo>
                  <a:pt x="3027932" y="1661387"/>
                </a:lnTo>
                <a:lnTo>
                  <a:pt x="3027932" y="1663852"/>
                </a:lnTo>
                <a:cubicBezTo>
                  <a:pt x="3027931" y="1667139"/>
                  <a:pt x="3028753" y="1670425"/>
                  <a:pt x="3030396" y="1673712"/>
                </a:cubicBezTo>
                <a:cubicBezTo>
                  <a:pt x="3031218" y="1674534"/>
                  <a:pt x="3031629" y="1675355"/>
                  <a:pt x="3031629" y="1676177"/>
                </a:cubicBezTo>
                <a:lnTo>
                  <a:pt x="3030396" y="1677409"/>
                </a:lnTo>
                <a:cubicBezTo>
                  <a:pt x="3026288" y="1680696"/>
                  <a:pt x="3024234" y="1685215"/>
                  <a:pt x="3024234" y="1690967"/>
                </a:cubicBezTo>
                <a:lnTo>
                  <a:pt x="3023002" y="1698362"/>
                </a:lnTo>
                <a:lnTo>
                  <a:pt x="3020536" y="1705756"/>
                </a:lnTo>
                <a:cubicBezTo>
                  <a:pt x="3022180" y="1707400"/>
                  <a:pt x="3025466" y="1708221"/>
                  <a:pt x="3030396" y="1708221"/>
                </a:cubicBezTo>
                <a:lnTo>
                  <a:pt x="3027932" y="1709454"/>
                </a:lnTo>
                <a:lnTo>
                  <a:pt x="3025466" y="1710686"/>
                </a:lnTo>
                <a:cubicBezTo>
                  <a:pt x="3022180" y="1711508"/>
                  <a:pt x="3020536" y="1712741"/>
                  <a:pt x="3020536" y="1714384"/>
                </a:cubicBezTo>
                <a:lnTo>
                  <a:pt x="3020536" y="1715616"/>
                </a:lnTo>
                <a:cubicBezTo>
                  <a:pt x="3022180" y="1717260"/>
                  <a:pt x="3023002" y="1719314"/>
                  <a:pt x="3023002" y="1721779"/>
                </a:cubicBezTo>
                <a:cubicBezTo>
                  <a:pt x="3023002" y="1724244"/>
                  <a:pt x="3022180" y="1726709"/>
                  <a:pt x="3020536" y="1729174"/>
                </a:cubicBezTo>
                <a:lnTo>
                  <a:pt x="3016839" y="1735336"/>
                </a:lnTo>
                <a:lnTo>
                  <a:pt x="3014374" y="1740266"/>
                </a:lnTo>
                <a:lnTo>
                  <a:pt x="3014374" y="1741498"/>
                </a:lnTo>
                <a:cubicBezTo>
                  <a:pt x="3015196" y="1744785"/>
                  <a:pt x="3015607" y="1748072"/>
                  <a:pt x="3015607" y="1751358"/>
                </a:cubicBezTo>
                <a:lnTo>
                  <a:pt x="3015607" y="1755056"/>
                </a:lnTo>
                <a:lnTo>
                  <a:pt x="3023002" y="1747661"/>
                </a:lnTo>
                <a:cubicBezTo>
                  <a:pt x="3021358" y="1746839"/>
                  <a:pt x="3020536" y="1745196"/>
                  <a:pt x="3020536" y="1742731"/>
                </a:cubicBezTo>
                <a:lnTo>
                  <a:pt x="3020536" y="1739034"/>
                </a:lnTo>
                <a:lnTo>
                  <a:pt x="3019304" y="1735336"/>
                </a:lnTo>
                <a:cubicBezTo>
                  <a:pt x="3024234" y="1732050"/>
                  <a:pt x="3028342" y="1727941"/>
                  <a:pt x="3031629" y="1723011"/>
                </a:cubicBezTo>
                <a:lnTo>
                  <a:pt x="3039024" y="1708221"/>
                </a:lnTo>
                <a:cubicBezTo>
                  <a:pt x="3045597" y="1695075"/>
                  <a:pt x="3052170" y="1686448"/>
                  <a:pt x="3058744" y="1682339"/>
                </a:cubicBezTo>
                <a:cubicBezTo>
                  <a:pt x="3061208" y="1680696"/>
                  <a:pt x="3062852" y="1679053"/>
                  <a:pt x="3063674" y="1677409"/>
                </a:cubicBezTo>
                <a:cubicBezTo>
                  <a:pt x="3067782" y="1663441"/>
                  <a:pt x="3077231" y="1644954"/>
                  <a:pt x="3092021" y="1621948"/>
                </a:cubicBezTo>
                <a:lnTo>
                  <a:pt x="3108043" y="1594833"/>
                </a:lnTo>
                <a:cubicBezTo>
                  <a:pt x="3113794" y="1584973"/>
                  <a:pt x="3118314" y="1575935"/>
                  <a:pt x="3121600" y="1567718"/>
                </a:cubicBezTo>
                <a:cubicBezTo>
                  <a:pt x="3122422" y="1566075"/>
                  <a:pt x="3123654" y="1565254"/>
                  <a:pt x="3125298" y="1565254"/>
                </a:cubicBezTo>
                <a:lnTo>
                  <a:pt x="3130228" y="1565254"/>
                </a:lnTo>
                <a:cubicBezTo>
                  <a:pt x="3131049" y="1565254"/>
                  <a:pt x="3131871" y="1564843"/>
                  <a:pt x="3132692" y="1564021"/>
                </a:cubicBezTo>
                <a:cubicBezTo>
                  <a:pt x="3135158" y="1554161"/>
                  <a:pt x="3143785" y="1540193"/>
                  <a:pt x="3158575" y="1522117"/>
                </a:cubicBezTo>
                <a:lnTo>
                  <a:pt x="3174597" y="1501164"/>
                </a:lnTo>
                <a:cubicBezTo>
                  <a:pt x="3180348" y="1492948"/>
                  <a:pt x="3184456" y="1485553"/>
                  <a:pt x="3186922" y="1478980"/>
                </a:cubicBezTo>
                <a:cubicBezTo>
                  <a:pt x="3187743" y="1475693"/>
                  <a:pt x="3190208" y="1473228"/>
                  <a:pt x="3194317" y="1471585"/>
                </a:cubicBezTo>
                <a:cubicBezTo>
                  <a:pt x="3197603" y="1469942"/>
                  <a:pt x="3200890" y="1467887"/>
                  <a:pt x="3204176" y="1465422"/>
                </a:cubicBezTo>
                <a:cubicBezTo>
                  <a:pt x="3206642" y="1462957"/>
                  <a:pt x="3209928" y="1459260"/>
                  <a:pt x="3214036" y="1454330"/>
                </a:cubicBezTo>
                <a:lnTo>
                  <a:pt x="3225129" y="1438308"/>
                </a:lnTo>
                <a:cubicBezTo>
                  <a:pt x="3229237" y="1431735"/>
                  <a:pt x="3232524" y="1426805"/>
                  <a:pt x="3234989" y="1423518"/>
                </a:cubicBezTo>
                <a:cubicBezTo>
                  <a:pt x="3236632" y="1421053"/>
                  <a:pt x="3238686" y="1419410"/>
                  <a:pt x="3241151" y="1418588"/>
                </a:cubicBezTo>
                <a:lnTo>
                  <a:pt x="3264568" y="1406263"/>
                </a:lnTo>
                <a:cubicBezTo>
                  <a:pt x="3284288" y="1396403"/>
                  <a:pt x="3303186" y="1391473"/>
                  <a:pt x="3321262" y="1391473"/>
                </a:cubicBezTo>
                <a:cubicBezTo>
                  <a:pt x="3329479" y="1391473"/>
                  <a:pt x="3337696" y="1392706"/>
                  <a:pt x="3345912" y="1395171"/>
                </a:cubicBezTo>
                <a:cubicBezTo>
                  <a:pt x="3360702" y="1400101"/>
                  <a:pt x="3373026" y="1408317"/>
                  <a:pt x="3382886" y="1419821"/>
                </a:cubicBezTo>
                <a:cubicBezTo>
                  <a:pt x="3391925" y="1431324"/>
                  <a:pt x="3397676" y="1444881"/>
                  <a:pt x="3400141" y="1460492"/>
                </a:cubicBezTo>
                <a:lnTo>
                  <a:pt x="3401374" y="1465422"/>
                </a:lnTo>
                <a:cubicBezTo>
                  <a:pt x="3403838" y="1471996"/>
                  <a:pt x="3405482" y="1477747"/>
                  <a:pt x="3406304" y="1482677"/>
                </a:cubicBezTo>
                <a:lnTo>
                  <a:pt x="3408769" y="1492537"/>
                </a:lnTo>
                <a:lnTo>
                  <a:pt x="3410001" y="1503629"/>
                </a:lnTo>
                <a:lnTo>
                  <a:pt x="3410001" y="1527047"/>
                </a:lnTo>
                <a:cubicBezTo>
                  <a:pt x="3410001" y="1531155"/>
                  <a:pt x="3409590" y="1534852"/>
                  <a:pt x="3408769" y="1538139"/>
                </a:cubicBezTo>
                <a:cubicBezTo>
                  <a:pt x="3407947" y="1539782"/>
                  <a:pt x="3406714" y="1542247"/>
                  <a:pt x="3405071" y="1545534"/>
                </a:cubicBezTo>
                <a:cubicBezTo>
                  <a:pt x="3404250" y="1547177"/>
                  <a:pt x="3403839" y="1548820"/>
                  <a:pt x="3403839" y="1550464"/>
                </a:cubicBezTo>
                <a:cubicBezTo>
                  <a:pt x="3403839" y="1553750"/>
                  <a:pt x="3405071" y="1557037"/>
                  <a:pt x="3407536" y="1560324"/>
                </a:cubicBezTo>
                <a:lnTo>
                  <a:pt x="3410001" y="1564021"/>
                </a:lnTo>
                <a:lnTo>
                  <a:pt x="3411234" y="1567718"/>
                </a:lnTo>
                <a:cubicBezTo>
                  <a:pt x="3408769" y="1566897"/>
                  <a:pt x="3407126" y="1566486"/>
                  <a:pt x="3406304" y="1566486"/>
                </a:cubicBezTo>
                <a:cubicBezTo>
                  <a:pt x="3403838" y="1566486"/>
                  <a:pt x="3402195" y="1567308"/>
                  <a:pt x="3401374" y="1568951"/>
                </a:cubicBezTo>
                <a:lnTo>
                  <a:pt x="3400141" y="1584973"/>
                </a:lnTo>
                <a:lnTo>
                  <a:pt x="3396444" y="1602228"/>
                </a:lnTo>
                <a:cubicBezTo>
                  <a:pt x="3393979" y="1611266"/>
                  <a:pt x="3392746" y="1618661"/>
                  <a:pt x="3392746" y="1624413"/>
                </a:cubicBezTo>
                <a:cubicBezTo>
                  <a:pt x="3392746" y="1627699"/>
                  <a:pt x="3393157" y="1630575"/>
                  <a:pt x="3393979" y="1633040"/>
                </a:cubicBezTo>
                <a:lnTo>
                  <a:pt x="3393979" y="1636738"/>
                </a:lnTo>
                <a:cubicBezTo>
                  <a:pt x="3393979" y="1638381"/>
                  <a:pt x="3393568" y="1640024"/>
                  <a:pt x="3392746" y="1641667"/>
                </a:cubicBezTo>
                <a:cubicBezTo>
                  <a:pt x="3387816" y="1649062"/>
                  <a:pt x="3384530" y="1657690"/>
                  <a:pt x="3382886" y="1667550"/>
                </a:cubicBezTo>
                <a:lnTo>
                  <a:pt x="3381654" y="1679874"/>
                </a:lnTo>
                <a:lnTo>
                  <a:pt x="3380422" y="1693432"/>
                </a:lnTo>
                <a:cubicBezTo>
                  <a:pt x="3378778" y="1716438"/>
                  <a:pt x="3373027" y="1734104"/>
                  <a:pt x="3363167" y="1746428"/>
                </a:cubicBezTo>
                <a:cubicBezTo>
                  <a:pt x="3362345" y="1748893"/>
                  <a:pt x="3361934" y="1751358"/>
                  <a:pt x="3361934" y="1753823"/>
                </a:cubicBezTo>
                <a:lnTo>
                  <a:pt x="3361934" y="1757521"/>
                </a:lnTo>
                <a:cubicBezTo>
                  <a:pt x="3363578" y="1762451"/>
                  <a:pt x="3364399" y="1767381"/>
                  <a:pt x="3364399" y="1772311"/>
                </a:cubicBezTo>
                <a:cubicBezTo>
                  <a:pt x="3364399" y="1776419"/>
                  <a:pt x="3363988" y="1780527"/>
                  <a:pt x="3363167" y="1784635"/>
                </a:cubicBezTo>
                <a:cubicBezTo>
                  <a:pt x="3361523" y="1792030"/>
                  <a:pt x="3358648" y="1799836"/>
                  <a:pt x="3354540" y="1808053"/>
                </a:cubicBezTo>
                <a:cubicBezTo>
                  <a:pt x="3353718" y="1809696"/>
                  <a:pt x="3353307" y="1811750"/>
                  <a:pt x="3353307" y="1814215"/>
                </a:cubicBezTo>
                <a:lnTo>
                  <a:pt x="3353307" y="1824075"/>
                </a:lnTo>
                <a:cubicBezTo>
                  <a:pt x="3353307" y="1831470"/>
                  <a:pt x="3352896" y="1839276"/>
                  <a:pt x="3352074" y="1847492"/>
                </a:cubicBezTo>
                <a:lnTo>
                  <a:pt x="3350842" y="1863514"/>
                </a:lnTo>
                <a:lnTo>
                  <a:pt x="3348377" y="1878304"/>
                </a:lnTo>
                <a:cubicBezTo>
                  <a:pt x="3345912" y="1893915"/>
                  <a:pt x="3344680" y="1907884"/>
                  <a:pt x="3344680" y="1920209"/>
                </a:cubicBezTo>
                <a:cubicBezTo>
                  <a:pt x="3344680" y="1927603"/>
                  <a:pt x="3345090" y="1934177"/>
                  <a:pt x="3345912" y="1939928"/>
                </a:cubicBezTo>
                <a:cubicBezTo>
                  <a:pt x="3343447" y="1939928"/>
                  <a:pt x="3342214" y="1941161"/>
                  <a:pt x="3342215" y="1943626"/>
                </a:cubicBezTo>
                <a:lnTo>
                  <a:pt x="3342215" y="1947323"/>
                </a:lnTo>
                <a:lnTo>
                  <a:pt x="3340982" y="1951021"/>
                </a:lnTo>
                <a:cubicBezTo>
                  <a:pt x="3340160" y="1951842"/>
                  <a:pt x="3339750" y="1953075"/>
                  <a:pt x="3339750" y="1954718"/>
                </a:cubicBezTo>
                <a:lnTo>
                  <a:pt x="3339750" y="1955951"/>
                </a:lnTo>
                <a:cubicBezTo>
                  <a:pt x="3341393" y="1961702"/>
                  <a:pt x="3342214" y="1965810"/>
                  <a:pt x="3342215" y="1968275"/>
                </a:cubicBezTo>
                <a:lnTo>
                  <a:pt x="3342215" y="1971973"/>
                </a:lnTo>
                <a:lnTo>
                  <a:pt x="3337285" y="1971973"/>
                </a:lnTo>
                <a:lnTo>
                  <a:pt x="3337285" y="1973205"/>
                </a:lnTo>
                <a:lnTo>
                  <a:pt x="3338517" y="1973205"/>
                </a:lnTo>
                <a:lnTo>
                  <a:pt x="3334820" y="1976903"/>
                </a:lnTo>
                <a:lnTo>
                  <a:pt x="3332355" y="1980600"/>
                </a:lnTo>
                <a:lnTo>
                  <a:pt x="3328657" y="1986763"/>
                </a:lnTo>
                <a:lnTo>
                  <a:pt x="3324960" y="1994157"/>
                </a:lnTo>
                <a:cubicBezTo>
                  <a:pt x="3325782" y="1995801"/>
                  <a:pt x="3326603" y="1996622"/>
                  <a:pt x="3327425" y="1996622"/>
                </a:cubicBezTo>
                <a:cubicBezTo>
                  <a:pt x="3328246" y="1996622"/>
                  <a:pt x="3328657" y="1996212"/>
                  <a:pt x="3328657" y="1995390"/>
                </a:cubicBezTo>
                <a:lnTo>
                  <a:pt x="3328657" y="1994157"/>
                </a:lnTo>
                <a:lnTo>
                  <a:pt x="3329890" y="1992925"/>
                </a:lnTo>
                <a:lnTo>
                  <a:pt x="3327425" y="1990460"/>
                </a:lnTo>
                <a:lnTo>
                  <a:pt x="3332355" y="1990460"/>
                </a:lnTo>
                <a:lnTo>
                  <a:pt x="3332355" y="1992925"/>
                </a:lnTo>
                <a:cubicBezTo>
                  <a:pt x="3337284" y="1992925"/>
                  <a:pt x="3341804" y="1991693"/>
                  <a:pt x="3345912" y="1989228"/>
                </a:cubicBezTo>
                <a:lnTo>
                  <a:pt x="3352074" y="1985530"/>
                </a:lnTo>
                <a:cubicBezTo>
                  <a:pt x="3353718" y="1984708"/>
                  <a:pt x="3356183" y="1983476"/>
                  <a:pt x="3359470" y="1981833"/>
                </a:cubicBezTo>
                <a:lnTo>
                  <a:pt x="3360702" y="1981833"/>
                </a:lnTo>
                <a:lnTo>
                  <a:pt x="3360702" y="1983065"/>
                </a:lnTo>
                <a:lnTo>
                  <a:pt x="3361934" y="1984298"/>
                </a:lnTo>
                <a:lnTo>
                  <a:pt x="3363167" y="1984298"/>
                </a:lnTo>
                <a:cubicBezTo>
                  <a:pt x="3363167" y="1979368"/>
                  <a:pt x="3366454" y="1974027"/>
                  <a:pt x="3373027" y="1968275"/>
                </a:cubicBezTo>
                <a:lnTo>
                  <a:pt x="3381654" y="1962113"/>
                </a:lnTo>
                <a:cubicBezTo>
                  <a:pt x="3384119" y="1959648"/>
                  <a:pt x="3385762" y="1956772"/>
                  <a:pt x="3386584" y="1953486"/>
                </a:cubicBezTo>
                <a:cubicBezTo>
                  <a:pt x="3386584" y="1952664"/>
                  <a:pt x="3386995" y="1951842"/>
                  <a:pt x="3387816" y="1951021"/>
                </a:cubicBezTo>
                <a:cubicBezTo>
                  <a:pt x="3391925" y="1950199"/>
                  <a:pt x="3395622" y="1948145"/>
                  <a:pt x="3398909" y="1944858"/>
                </a:cubicBezTo>
                <a:lnTo>
                  <a:pt x="3407536" y="1936231"/>
                </a:lnTo>
                <a:cubicBezTo>
                  <a:pt x="3414110" y="1927193"/>
                  <a:pt x="3420682" y="1921852"/>
                  <a:pt x="3427256" y="1920209"/>
                </a:cubicBezTo>
                <a:cubicBezTo>
                  <a:pt x="3426434" y="1919387"/>
                  <a:pt x="3426024" y="1918154"/>
                  <a:pt x="3426024" y="1916511"/>
                </a:cubicBezTo>
                <a:lnTo>
                  <a:pt x="3426024" y="1915279"/>
                </a:lnTo>
                <a:lnTo>
                  <a:pt x="3424791" y="1911581"/>
                </a:lnTo>
                <a:cubicBezTo>
                  <a:pt x="3429721" y="1911581"/>
                  <a:pt x="3434650" y="1909116"/>
                  <a:pt x="3439581" y="1904186"/>
                </a:cubicBezTo>
                <a:lnTo>
                  <a:pt x="3444511" y="1898024"/>
                </a:lnTo>
                <a:cubicBezTo>
                  <a:pt x="3446154" y="1896380"/>
                  <a:pt x="3448619" y="1895559"/>
                  <a:pt x="3451906" y="1895559"/>
                </a:cubicBezTo>
                <a:cubicBezTo>
                  <a:pt x="3453549" y="1895559"/>
                  <a:pt x="3454370" y="1894737"/>
                  <a:pt x="3454370" y="1893094"/>
                </a:cubicBezTo>
                <a:cubicBezTo>
                  <a:pt x="3456014" y="1889807"/>
                  <a:pt x="3458479" y="1885699"/>
                  <a:pt x="3461766" y="1880769"/>
                </a:cubicBezTo>
                <a:lnTo>
                  <a:pt x="3471625" y="1869677"/>
                </a:lnTo>
                <a:cubicBezTo>
                  <a:pt x="3479842" y="1860638"/>
                  <a:pt x="3485182" y="1852833"/>
                  <a:pt x="3487648" y="1846260"/>
                </a:cubicBezTo>
                <a:lnTo>
                  <a:pt x="3490112" y="1845027"/>
                </a:lnTo>
                <a:lnTo>
                  <a:pt x="3491345" y="1846260"/>
                </a:lnTo>
                <a:lnTo>
                  <a:pt x="3495042" y="1847492"/>
                </a:lnTo>
                <a:cubicBezTo>
                  <a:pt x="3495864" y="1841740"/>
                  <a:pt x="3499972" y="1835167"/>
                  <a:pt x="3507367" y="1827772"/>
                </a:cubicBezTo>
                <a:lnTo>
                  <a:pt x="3515995" y="1819145"/>
                </a:lnTo>
                <a:cubicBezTo>
                  <a:pt x="3518460" y="1815037"/>
                  <a:pt x="3520103" y="1811339"/>
                  <a:pt x="3520925" y="1808053"/>
                </a:cubicBezTo>
                <a:cubicBezTo>
                  <a:pt x="3520924" y="1806409"/>
                  <a:pt x="3522157" y="1805588"/>
                  <a:pt x="3524622" y="1805588"/>
                </a:cubicBezTo>
                <a:cubicBezTo>
                  <a:pt x="3529552" y="1805588"/>
                  <a:pt x="3533249" y="1803123"/>
                  <a:pt x="3535714" y="1798193"/>
                </a:cubicBezTo>
                <a:lnTo>
                  <a:pt x="3538180" y="1793263"/>
                </a:lnTo>
                <a:lnTo>
                  <a:pt x="3539412" y="1787100"/>
                </a:lnTo>
                <a:cubicBezTo>
                  <a:pt x="3539412" y="1786279"/>
                  <a:pt x="3539823" y="1785868"/>
                  <a:pt x="3540644" y="1785868"/>
                </a:cubicBezTo>
                <a:cubicBezTo>
                  <a:pt x="3544752" y="1783403"/>
                  <a:pt x="3548450" y="1780116"/>
                  <a:pt x="3551737" y="1776008"/>
                </a:cubicBezTo>
                <a:lnTo>
                  <a:pt x="3560364" y="1762451"/>
                </a:lnTo>
                <a:cubicBezTo>
                  <a:pt x="3568580" y="1750126"/>
                  <a:pt x="3576386" y="1741909"/>
                  <a:pt x="3583781" y="1737801"/>
                </a:cubicBezTo>
                <a:lnTo>
                  <a:pt x="3585014" y="1736569"/>
                </a:lnTo>
                <a:lnTo>
                  <a:pt x="3587479" y="1731639"/>
                </a:lnTo>
                <a:lnTo>
                  <a:pt x="3589944" y="1725476"/>
                </a:lnTo>
                <a:cubicBezTo>
                  <a:pt x="3592408" y="1720546"/>
                  <a:pt x="3595284" y="1717260"/>
                  <a:pt x="3598571" y="1715616"/>
                </a:cubicBezTo>
                <a:cubicBezTo>
                  <a:pt x="3600214" y="1714795"/>
                  <a:pt x="3601036" y="1713973"/>
                  <a:pt x="3601036" y="1713151"/>
                </a:cubicBezTo>
                <a:cubicBezTo>
                  <a:pt x="3601036" y="1712330"/>
                  <a:pt x="3600625" y="1711097"/>
                  <a:pt x="3599804" y="1709454"/>
                </a:cubicBezTo>
                <a:lnTo>
                  <a:pt x="3599804" y="1706989"/>
                </a:lnTo>
                <a:lnTo>
                  <a:pt x="3598571" y="1704524"/>
                </a:lnTo>
                <a:cubicBezTo>
                  <a:pt x="3601858" y="1706989"/>
                  <a:pt x="3604323" y="1708221"/>
                  <a:pt x="3605966" y="1708221"/>
                </a:cubicBezTo>
                <a:lnTo>
                  <a:pt x="3609664" y="1702059"/>
                </a:lnTo>
                <a:lnTo>
                  <a:pt x="3614594" y="1695897"/>
                </a:lnTo>
                <a:cubicBezTo>
                  <a:pt x="3618702" y="1690967"/>
                  <a:pt x="3620756" y="1686448"/>
                  <a:pt x="3620756" y="1682339"/>
                </a:cubicBezTo>
                <a:cubicBezTo>
                  <a:pt x="3620756" y="1680696"/>
                  <a:pt x="3621577" y="1679464"/>
                  <a:pt x="3623221" y="1678642"/>
                </a:cubicBezTo>
                <a:cubicBezTo>
                  <a:pt x="3627329" y="1677820"/>
                  <a:pt x="3630616" y="1675355"/>
                  <a:pt x="3633080" y="1671247"/>
                </a:cubicBezTo>
                <a:lnTo>
                  <a:pt x="3635546" y="1666317"/>
                </a:lnTo>
                <a:lnTo>
                  <a:pt x="3638010" y="1660155"/>
                </a:lnTo>
                <a:cubicBezTo>
                  <a:pt x="3642119" y="1649473"/>
                  <a:pt x="3648281" y="1643311"/>
                  <a:pt x="3656498" y="1641667"/>
                </a:cubicBezTo>
                <a:cubicBezTo>
                  <a:pt x="3658141" y="1640846"/>
                  <a:pt x="3658963" y="1639613"/>
                  <a:pt x="3658963" y="1637970"/>
                </a:cubicBezTo>
                <a:lnTo>
                  <a:pt x="3658963" y="1633040"/>
                </a:lnTo>
                <a:cubicBezTo>
                  <a:pt x="3658963" y="1629753"/>
                  <a:pt x="3659784" y="1626467"/>
                  <a:pt x="3661428" y="1623180"/>
                </a:cubicBezTo>
                <a:cubicBezTo>
                  <a:pt x="3663892" y="1619894"/>
                  <a:pt x="3667179" y="1617429"/>
                  <a:pt x="3671288" y="1615785"/>
                </a:cubicBezTo>
                <a:cubicBezTo>
                  <a:pt x="3672109" y="1614964"/>
                  <a:pt x="3672931" y="1614142"/>
                  <a:pt x="3673752" y="1613320"/>
                </a:cubicBezTo>
                <a:cubicBezTo>
                  <a:pt x="3674163" y="1609212"/>
                  <a:pt x="3680531" y="1599866"/>
                  <a:pt x="3692856" y="1585281"/>
                </a:cubicBezTo>
                <a:lnTo>
                  <a:pt x="3702298" y="1574418"/>
                </a:lnTo>
                <a:lnTo>
                  <a:pt x="3705453" y="1570183"/>
                </a:lnTo>
                <a:lnTo>
                  <a:pt x="3730102" y="1539371"/>
                </a:lnTo>
                <a:lnTo>
                  <a:pt x="3753520" y="1507327"/>
                </a:lnTo>
                <a:lnTo>
                  <a:pt x="3755985" y="1506094"/>
                </a:lnTo>
                <a:cubicBezTo>
                  <a:pt x="3760915" y="1502808"/>
                  <a:pt x="3765844" y="1498699"/>
                  <a:pt x="3770774" y="1493769"/>
                </a:cubicBezTo>
                <a:lnTo>
                  <a:pt x="3781867" y="1478980"/>
                </a:lnTo>
                <a:cubicBezTo>
                  <a:pt x="3790083" y="1466655"/>
                  <a:pt x="3799532" y="1459260"/>
                  <a:pt x="3810214" y="1456795"/>
                </a:cubicBezTo>
                <a:lnTo>
                  <a:pt x="3812679" y="1455563"/>
                </a:lnTo>
                <a:cubicBezTo>
                  <a:pt x="3824182" y="1442416"/>
                  <a:pt x="3836096" y="1431324"/>
                  <a:pt x="3848421" y="1422285"/>
                </a:cubicBezTo>
                <a:cubicBezTo>
                  <a:pt x="3850886" y="1419821"/>
                  <a:pt x="3854173" y="1417356"/>
                  <a:pt x="3858281" y="1414891"/>
                </a:cubicBezTo>
                <a:lnTo>
                  <a:pt x="3875536" y="1402566"/>
                </a:lnTo>
                <a:lnTo>
                  <a:pt x="3894023" y="1393938"/>
                </a:lnTo>
                <a:lnTo>
                  <a:pt x="3902650" y="1390241"/>
                </a:lnTo>
                <a:lnTo>
                  <a:pt x="3912510" y="1387776"/>
                </a:lnTo>
                <a:cubicBezTo>
                  <a:pt x="3919083" y="1386133"/>
                  <a:pt x="3925657" y="1385311"/>
                  <a:pt x="3932230" y="1385311"/>
                </a:cubicBezTo>
                <a:cubicBezTo>
                  <a:pt x="3938803" y="1385311"/>
                  <a:pt x="3945376" y="1386133"/>
                  <a:pt x="3951950" y="1387776"/>
                </a:cubicBezTo>
                <a:cubicBezTo>
                  <a:pt x="3965096" y="1391063"/>
                  <a:pt x="3977010" y="1395582"/>
                  <a:pt x="3987692" y="1401333"/>
                </a:cubicBezTo>
                <a:cubicBezTo>
                  <a:pt x="4008233" y="1413658"/>
                  <a:pt x="4025077" y="1432556"/>
                  <a:pt x="4038223" y="1458027"/>
                </a:cubicBezTo>
                <a:lnTo>
                  <a:pt x="4039456" y="1459260"/>
                </a:lnTo>
                <a:cubicBezTo>
                  <a:pt x="4043564" y="1451865"/>
                  <a:pt x="4048905" y="1439951"/>
                  <a:pt x="4055478" y="1423518"/>
                </a:cubicBezTo>
                <a:lnTo>
                  <a:pt x="4064106" y="1406263"/>
                </a:lnTo>
                <a:lnTo>
                  <a:pt x="4072733" y="1389008"/>
                </a:lnTo>
                <a:cubicBezTo>
                  <a:pt x="4072732" y="1384079"/>
                  <a:pt x="4070268" y="1381203"/>
                  <a:pt x="4065338" y="1380381"/>
                </a:cubicBezTo>
                <a:lnTo>
                  <a:pt x="4069036" y="1376684"/>
                </a:lnTo>
                <a:lnTo>
                  <a:pt x="4072733" y="1374219"/>
                </a:lnTo>
                <a:cubicBezTo>
                  <a:pt x="4075198" y="1372575"/>
                  <a:pt x="4078484" y="1371754"/>
                  <a:pt x="4082593" y="1371754"/>
                </a:cubicBezTo>
                <a:cubicBezTo>
                  <a:pt x="4082592" y="1357786"/>
                  <a:pt x="4086701" y="1342174"/>
                  <a:pt x="4094918" y="1324919"/>
                </a:cubicBezTo>
                <a:lnTo>
                  <a:pt x="4101080" y="1313827"/>
                </a:lnTo>
                <a:lnTo>
                  <a:pt x="4106010" y="1303967"/>
                </a:lnTo>
                <a:cubicBezTo>
                  <a:pt x="4110940" y="1294929"/>
                  <a:pt x="4114226" y="1288767"/>
                  <a:pt x="4115870" y="1285480"/>
                </a:cubicBezTo>
                <a:cubicBezTo>
                  <a:pt x="4119978" y="1270690"/>
                  <a:pt x="4125319" y="1253846"/>
                  <a:pt x="4131892" y="1234948"/>
                </a:cubicBezTo>
                <a:cubicBezTo>
                  <a:pt x="4136822" y="1223445"/>
                  <a:pt x="4143806" y="1207423"/>
                  <a:pt x="4152844" y="1186881"/>
                </a:cubicBezTo>
                <a:cubicBezTo>
                  <a:pt x="4171742" y="1144977"/>
                  <a:pt x="4182834" y="1114576"/>
                  <a:pt x="4186122" y="1095678"/>
                </a:cubicBezTo>
                <a:cubicBezTo>
                  <a:pt x="4189408" y="1090748"/>
                  <a:pt x="4192694" y="1085818"/>
                  <a:pt x="4195981" y="1080888"/>
                </a:cubicBezTo>
                <a:cubicBezTo>
                  <a:pt x="4200090" y="1074315"/>
                  <a:pt x="4203376" y="1068152"/>
                  <a:pt x="4205841" y="1062400"/>
                </a:cubicBezTo>
                <a:cubicBezTo>
                  <a:pt x="4211592" y="1049254"/>
                  <a:pt x="4214468" y="1038573"/>
                  <a:pt x="4214468" y="1030356"/>
                </a:cubicBezTo>
                <a:cubicBezTo>
                  <a:pt x="4214468" y="1027069"/>
                  <a:pt x="4214058" y="1024194"/>
                  <a:pt x="4213236" y="1021729"/>
                </a:cubicBezTo>
                <a:cubicBezTo>
                  <a:pt x="4218166" y="1015977"/>
                  <a:pt x="4222685" y="1009404"/>
                  <a:pt x="4226793" y="1002009"/>
                </a:cubicBezTo>
                <a:lnTo>
                  <a:pt x="4234188" y="985987"/>
                </a:lnTo>
                <a:lnTo>
                  <a:pt x="4234188" y="983522"/>
                </a:lnTo>
                <a:lnTo>
                  <a:pt x="4240350" y="969964"/>
                </a:lnTo>
                <a:lnTo>
                  <a:pt x="4240350" y="968732"/>
                </a:lnTo>
                <a:lnTo>
                  <a:pt x="4239118" y="968732"/>
                </a:lnTo>
                <a:cubicBezTo>
                  <a:pt x="4241582" y="959694"/>
                  <a:pt x="4242815" y="951477"/>
                  <a:pt x="4242816" y="944082"/>
                </a:cubicBezTo>
                <a:lnTo>
                  <a:pt x="4245280" y="944082"/>
                </a:lnTo>
                <a:cubicBezTo>
                  <a:pt x="4246924" y="932579"/>
                  <a:pt x="4250210" y="921076"/>
                  <a:pt x="4255140" y="909573"/>
                </a:cubicBezTo>
                <a:cubicBezTo>
                  <a:pt x="4261714" y="895605"/>
                  <a:pt x="4268286" y="885745"/>
                  <a:pt x="4274860" y="879993"/>
                </a:cubicBezTo>
                <a:lnTo>
                  <a:pt x="4274860" y="878761"/>
                </a:lnTo>
                <a:lnTo>
                  <a:pt x="4273628" y="876296"/>
                </a:lnTo>
                <a:lnTo>
                  <a:pt x="4273628" y="870133"/>
                </a:lnTo>
                <a:lnTo>
                  <a:pt x="4274860" y="868901"/>
                </a:lnTo>
                <a:lnTo>
                  <a:pt x="4273628" y="862738"/>
                </a:lnTo>
                <a:cubicBezTo>
                  <a:pt x="4273628" y="859452"/>
                  <a:pt x="4274038" y="856576"/>
                  <a:pt x="4274860" y="854111"/>
                </a:cubicBezTo>
                <a:cubicBezTo>
                  <a:pt x="4283898" y="829461"/>
                  <a:pt x="4295812" y="798238"/>
                  <a:pt x="4310602" y="760442"/>
                </a:cubicBezTo>
                <a:lnTo>
                  <a:pt x="4347576" y="664308"/>
                </a:lnTo>
                <a:cubicBezTo>
                  <a:pt x="4378800" y="585430"/>
                  <a:pt x="4403038" y="521751"/>
                  <a:pt x="4420293" y="473274"/>
                </a:cubicBezTo>
                <a:cubicBezTo>
                  <a:pt x="4423580" y="473274"/>
                  <a:pt x="4426456" y="471630"/>
                  <a:pt x="4428920" y="468344"/>
                </a:cubicBezTo>
                <a:lnTo>
                  <a:pt x="4432618" y="464646"/>
                </a:lnTo>
                <a:lnTo>
                  <a:pt x="4436316" y="462181"/>
                </a:lnTo>
                <a:cubicBezTo>
                  <a:pt x="4445354" y="428493"/>
                  <a:pt x="4459732" y="390287"/>
                  <a:pt x="4479452" y="347560"/>
                </a:cubicBezTo>
                <a:lnTo>
                  <a:pt x="4504102" y="293331"/>
                </a:lnTo>
                <a:lnTo>
                  <a:pt x="4527519" y="240334"/>
                </a:lnTo>
                <a:lnTo>
                  <a:pt x="4528752" y="236637"/>
                </a:lnTo>
                <a:lnTo>
                  <a:pt x="4523822" y="239102"/>
                </a:lnTo>
                <a:cubicBezTo>
                  <a:pt x="4526286" y="233350"/>
                  <a:pt x="4528340" y="227599"/>
                  <a:pt x="4529984" y="221847"/>
                </a:cubicBezTo>
                <a:lnTo>
                  <a:pt x="4532449" y="224312"/>
                </a:lnTo>
                <a:lnTo>
                  <a:pt x="4533682" y="220615"/>
                </a:lnTo>
                <a:lnTo>
                  <a:pt x="4537379" y="216917"/>
                </a:lnTo>
                <a:lnTo>
                  <a:pt x="4541076" y="208290"/>
                </a:lnTo>
                <a:cubicBezTo>
                  <a:pt x="4540254" y="206647"/>
                  <a:pt x="4539022" y="205414"/>
                  <a:pt x="4537379" y="204592"/>
                </a:cubicBezTo>
                <a:lnTo>
                  <a:pt x="4534914" y="209522"/>
                </a:lnTo>
                <a:lnTo>
                  <a:pt x="4532449" y="214452"/>
                </a:lnTo>
                <a:lnTo>
                  <a:pt x="4532449" y="209522"/>
                </a:lnTo>
                <a:lnTo>
                  <a:pt x="4543542" y="183640"/>
                </a:lnTo>
                <a:lnTo>
                  <a:pt x="4552168" y="155293"/>
                </a:lnTo>
                <a:lnTo>
                  <a:pt x="4554634" y="147898"/>
                </a:lnTo>
                <a:cubicBezTo>
                  <a:pt x="4566958" y="133108"/>
                  <a:pt x="4577640" y="114621"/>
                  <a:pt x="4586678" y="92436"/>
                </a:cubicBezTo>
                <a:lnTo>
                  <a:pt x="4590376" y="91204"/>
                </a:lnTo>
                <a:lnTo>
                  <a:pt x="4590376" y="89971"/>
                </a:lnTo>
                <a:lnTo>
                  <a:pt x="4591608" y="88739"/>
                </a:lnTo>
                <a:cubicBezTo>
                  <a:pt x="4594073" y="80523"/>
                  <a:pt x="4596538" y="74771"/>
                  <a:pt x="4599003" y="71484"/>
                </a:cubicBezTo>
                <a:lnTo>
                  <a:pt x="4603933" y="52997"/>
                </a:lnTo>
                <a:lnTo>
                  <a:pt x="4607630" y="52997"/>
                </a:lnTo>
                <a:cubicBezTo>
                  <a:pt x="4608452" y="52175"/>
                  <a:pt x="4609274" y="50943"/>
                  <a:pt x="4610096" y="49299"/>
                </a:cubicBezTo>
                <a:lnTo>
                  <a:pt x="4610096" y="44370"/>
                </a:lnTo>
                <a:cubicBezTo>
                  <a:pt x="4609274" y="42726"/>
                  <a:pt x="4608452" y="41905"/>
                  <a:pt x="4607630" y="41905"/>
                </a:cubicBezTo>
                <a:cubicBezTo>
                  <a:pt x="4606808" y="44370"/>
                  <a:pt x="4605987" y="46013"/>
                  <a:pt x="4605166" y="46835"/>
                </a:cubicBezTo>
                <a:cubicBezTo>
                  <a:pt x="4605987" y="45191"/>
                  <a:pt x="4606398" y="43137"/>
                  <a:pt x="4606398" y="40672"/>
                </a:cubicBezTo>
                <a:lnTo>
                  <a:pt x="4610096" y="32045"/>
                </a:lnTo>
                <a:cubicBezTo>
                  <a:pt x="4613382" y="24650"/>
                  <a:pt x="4616668" y="18488"/>
                  <a:pt x="4619956" y="13557"/>
                </a:cubicBezTo>
                <a:cubicBezTo>
                  <a:pt x="4626528" y="4519"/>
                  <a:pt x="4633512" y="0"/>
                  <a:pt x="464090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5" name="Graphic 6">
            <a:extLst>
              <a:ext uri="{FF2B5EF4-FFF2-40B4-BE49-F238E27FC236}">
                <a16:creationId xmlns:a16="http://schemas.microsoft.com/office/drawing/2014/main" id="{A82EA749-2D7E-2446-9A03-88A817A2CB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752600" y="1121363"/>
            <a:ext cx="1770557" cy="327880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56140D4-5539-BC60-75C0-5434842992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AD021A9-759C-38CF-6416-E6D1776ABD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CB14D0B6-FEE0-DDAB-B71D-238CE6DA42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93614AD-420E-204D-AEDE-BCF7763886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5D967A9-740F-7A43-E58D-CB6C5C5C65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19AFB46-1C21-3112-E8A7-A57DF507DC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0AFA9BF-BF7F-6F79-87F2-98D9E1AD40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83A79AC-D1B7-7EB2-426A-2063EF7537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61F6F04-48A9-D78C-3A4B-F7ED65FD64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0F4B23B-36C6-BDBF-942A-1D50E39B63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00BE42A6-2D17-B97D-BA94-30D1249DDD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accent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58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DC65BA7-982B-A7BA-C40E-A19B2AFCE9E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5A0080F4-67BF-0735-2D1A-85E4290AD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16582" y="-799489"/>
            <a:ext cx="8623194" cy="8471466"/>
          </a:xfrm>
          <a:custGeom>
            <a:avLst/>
            <a:gdLst>
              <a:gd name="connsiteX0" fmla="*/ 83591 w 93711"/>
              <a:gd name="connsiteY0" fmla="*/ 20183 h 92062"/>
              <a:gd name="connsiteX1" fmla="*/ 53913 w 93711"/>
              <a:gd name="connsiteY1" fmla="*/ 37636 h 92062"/>
              <a:gd name="connsiteX2" fmla="*/ 61525 w 93711"/>
              <a:gd name="connsiteY2" fmla="*/ 3847 h 92062"/>
              <a:gd name="connsiteX3" fmla="*/ 60513 w 93711"/>
              <a:gd name="connsiteY3" fmla="*/ 2000 h 92062"/>
              <a:gd name="connsiteX4" fmla="*/ 33725 w 93711"/>
              <a:gd name="connsiteY4" fmla="*/ 1903 h 92062"/>
              <a:gd name="connsiteX5" fmla="*/ 32665 w 93711"/>
              <a:gd name="connsiteY5" fmla="*/ 3750 h 92062"/>
              <a:gd name="connsiteX6" fmla="*/ 39941 w 93711"/>
              <a:gd name="connsiteY6" fmla="*/ 37636 h 92062"/>
              <a:gd name="connsiteX7" fmla="*/ 10455 w 93711"/>
              <a:gd name="connsiteY7" fmla="*/ 19891 h 92062"/>
              <a:gd name="connsiteX8" fmla="*/ 8383 w 93711"/>
              <a:gd name="connsiteY8" fmla="*/ 20328 h 92062"/>
              <a:gd name="connsiteX9" fmla="*/ 0 w 93711"/>
              <a:gd name="connsiteY9" fmla="*/ 45950 h 92062"/>
              <a:gd name="connsiteX10" fmla="*/ 1397 w 93711"/>
              <a:gd name="connsiteY10" fmla="*/ 47554 h 92062"/>
              <a:gd name="connsiteX11" fmla="*/ 35556 w 93711"/>
              <a:gd name="connsiteY11" fmla="*/ 51006 h 92062"/>
              <a:gd name="connsiteX12" fmla="*/ 9732 w 93711"/>
              <a:gd name="connsiteY12" fmla="*/ 73856 h 92062"/>
              <a:gd name="connsiteX13" fmla="*/ 9491 w 93711"/>
              <a:gd name="connsiteY13" fmla="*/ 75947 h 92062"/>
              <a:gd name="connsiteX14" fmla="*/ 31027 w 93711"/>
              <a:gd name="connsiteY14" fmla="*/ 91893 h 92062"/>
              <a:gd name="connsiteX15" fmla="*/ 32955 w 93711"/>
              <a:gd name="connsiteY15" fmla="*/ 91018 h 92062"/>
              <a:gd name="connsiteX16" fmla="*/ 46782 w 93711"/>
              <a:gd name="connsiteY16" fmla="*/ 59271 h 92062"/>
              <a:gd name="connsiteX17" fmla="*/ 60320 w 93711"/>
              <a:gd name="connsiteY17" fmla="*/ 91115 h 92062"/>
              <a:gd name="connsiteX18" fmla="*/ 62248 w 93711"/>
              <a:gd name="connsiteY18" fmla="*/ 91990 h 92062"/>
              <a:gd name="connsiteX19" fmla="*/ 83928 w 93711"/>
              <a:gd name="connsiteY19" fmla="*/ 76238 h 92062"/>
              <a:gd name="connsiteX20" fmla="*/ 83735 w 93711"/>
              <a:gd name="connsiteY20" fmla="*/ 74099 h 92062"/>
              <a:gd name="connsiteX21" fmla="*/ 58104 w 93711"/>
              <a:gd name="connsiteY21" fmla="*/ 51055 h 92062"/>
              <a:gd name="connsiteX22" fmla="*/ 92311 w 93711"/>
              <a:gd name="connsiteY22" fmla="*/ 47894 h 92062"/>
              <a:gd name="connsiteX23" fmla="*/ 93709 w 93711"/>
              <a:gd name="connsiteY23" fmla="*/ 46339 h 92062"/>
              <a:gd name="connsiteX24" fmla="*/ 85566 w 93711"/>
              <a:gd name="connsiteY24" fmla="*/ 20620 h 92062"/>
              <a:gd name="connsiteX25" fmla="*/ 83495 w 93711"/>
              <a:gd name="connsiteY25" fmla="*/ 20183 h 9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3711" h="92062">
                <a:moveTo>
                  <a:pt x="83591" y="20183"/>
                </a:moveTo>
                <a:lnTo>
                  <a:pt x="53913" y="37636"/>
                </a:lnTo>
                <a:lnTo>
                  <a:pt x="61525" y="3847"/>
                </a:lnTo>
                <a:cubicBezTo>
                  <a:pt x="61718" y="3069"/>
                  <a:pt x="61236" y="2243"/>
                  <a:pt x="60513" y="2000"/>
                </a:cubicBezTo>
                <a:cubicBezTo>
                  <a:pt x="52082" y="-626"/>
                  <a:pt x="42205" y="-674"/>
                  <a:pt x="33725" y="1903"/>
                </a:cubicBezTo>
                <a:cubicBezTo>
                  <a:pt x="32955" y="2146"/>
                  <a:pt x="32521" y="2923"/>
                  <a:pt x="32665" y="3750"/>
                </a:cubicBezTo>
                <a:lnTo>
                  <a:pt x="39941" y="37636"/>
                </a:lnTo>
                <a:lnTo>
                  <a:pt x="10455" y="19891"/>
                </a:lnTo>
                <a:cubicBezTo>
                  <a:pt x="9780" y="19453"/>
                  <a:pt x="8865" y="19648"/>
                  <a:pt x="8383" y="20328"/>
                </a:cubicBezTo>
                <a:cubicBezTo>
                  <a:pt x="3324" y="27621"/>
                  <a:pt x="289" y="36469"/>
                  <a:pt x="0" y="45950"/>
                </a:cubicBezTo>
                <a:cubicBezTo>
                  <a:pt x="0" y="46776"/>
                  <a:pt x="578" y="47457"/>
                  <a:pt x="1397" y="47554"/>
                </a:cubicBezTo>
                <a:lnTo>
                  <a:pt x="35556" y="51006"/>
                </a:lnTo>
                <a:lnTo>
                  <a:pt x="9732" y="73856"/>
                </a:lnTo>
                <a:cubicBezTo>
                  <a:pt x="9106" y="74391"/>
                  <a:pt x="9010" y="75314"/>
                  <a:pt x="9491" y="75947"/>
                </a:cubicBezTo>
                <a:cubicBezTo>
                  <a:pt x="14936" y="83190"/>
                  <a:pt x="22403" y="88781"/>
                  <a:pt x="31027" y="91893"/>
                </a:cubicBezTo>
                <a:cubicBezTo>
                  <a:pt x="31798" y="92185"/>
                  <a:pt x="32617" y="91796"/>
                  <a:pt x="32955" y="91018"/>
                </a:cubicBezTo>
                <a:lnTo>
                  <a:pt x="46782" y="59271"/>
                </a:lnTo>
                <a:lnTo>
                  <a:pt x="60320" y="91115"/>
                </a:lnTo>
                <a:cubicBezTo>
                  <a:pt x="60658" y="91844"/>
                  <a:pt x="61477" y="92233"/>
                  <a:pt x="62248" y="91990"/>
                </a:cubicBezTo>
                <a:cubicBezTo>
                  <a:pt x="70920" y="88927"/>
                  <a:pt x="78436" y="83385"/>
                  <a:pt x="83928" y="76238"/>
                </a:cubicBezTo>
                <a:cubicBezTo>
                  <a:pt x="84410" y="75606"/>
                  <a:pt x="84314" y="74682"/>
                  <a:pt x="83735" y="74099"/>
                </a:cubicBezTo>
                <a:lnTo>
                  <a:pt x="58104" y="51055"/>
                </a:lnTo>
                <a:lnTo>
                  <a:pt x="92311" y="47894"/>
                </a:lnTo>
                <a:cubicBezTo>
                  <a:pt x="93130" y="47797"/>
                  <a:pt x="93757" y="47117"/>
                  <a:pt x="93709" y="46339"/>
                </a:cubicBezTo>
                <a:cubicBezTo>
                  <a:pt x="93516" y="36858"/>
                  <a:pt x="90529" y="27961"/>
                  <a:pt x="85566" y="20620"/>
                </a:cubicBezTo>
                <a:cubicBezTo>
                  <a:pt x="85133" y="19940"/>
                  <a:pt x="84217" y="19745"/>
                  <a:pt x="83495" y="20183"/>
                </a:cubicBezTo>
                <a:close/>
              </a:path>
            </a:pathLst>
          </a:custGeom>
          <a:solidFill>
            <a:schemeClr val="tx1">
              <a:alpha val="3480"/>
            </a:schemeClr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4EB88-0F00-81E9-6A6C-379F6CDB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504" y="2687780"/>
            <a:ext cx="8159750" cy="217949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FE1A0-0C92-47CF-6A6D-80B31F92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0503" y="4935827"/>
            <a:ext cx="8173605" cy="924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sz="2000" dirty="0">
                <a:solidFill>
                  <a:schemeClr val="tx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0C498-D95D-2A66-BEDD-83CF45CADA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47953" y="1121363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355DC0A-B6E6-F6AB-4402-88E39EDA04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97CC6F-9C94-ABA5-5294-7DACF29F4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D928D6-A748-CAB6-2B06-64A9B5E83D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F71E606-F674-DDF6-8F12-B0B09CCEAF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CBC09F-C5F8-30E1-6331-352C0DD8C5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5EECA50-79A2-3881-24E9-80FF30FF89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B636B94-ACE2-A6FC-6A1A-1648A93D72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559509F-2097-1ABA-739F-1B31E28564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3A695A9-00B3-7766-E427-D9B686CA3E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7035417-9EF6-3427-4226-1AB3C1C720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07A283E-198D-12DF-DDB5-26D064D2A7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27B96-27BC-1225-CDC0-85BD435A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41DE9-2112-489C-149F-31C3FA74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140D1-248D-4A32-6133-076B6197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14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+ Bulle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6072387-7F54-2B7A-1073-8F8470FE3C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812740" y="-1"/>
            <a:ext cx="4379260" cy="6858001"/>
            <a:chOff x="7812740" y="-1"/>
            <a:chExt cx="4379260" cy="6858001"/>
          </a:xfrm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029D62F-A76F-A3F4-823C-D9B10C80B2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12740" y="-1"/>
              <a:ext cx="4379260" cy="6858000"/>
            </a:xfrm>
            <a:custGeom>
              <a:avLst/>
              <a:gdLst>
                <a:gd name="connsiteX0" fmla="*/ 1104260 w 4379260"/>
                <a:gd name="connsiteY0" fmla="*/ 1607873 h 6858000"/>
                <a:gd name="connsiteX1" fmla="*/ 1106437 w 4379260"/>
                <a:gd name="connsiteY1" fmla="*/ 1607873 h 6858000"/>
                <a:gd name="connsiteX2" fmla="*/ 1109157 w 4379260"/>
                <a:gd name="connsiteY2" fmla="*/ 1608417 h 6858000"/>
                <a:gd name="connsiteX3" fmla="*/ 1106437 w 4379260"/>
                <a:gd name="connsiteY3" fmla="*/ 1608961 h 6858000"/>
                <a:gd name="connsiteX4" fmla="*/ 1104260 w 4379260"/>
                <a:gd name="connsiteY4" fmla="*/ 1607873 h 6858000"/>
                <a:gd name="connsiteX5" fmla="*/ 1101539 w 4379260"/>
                <a:gd name="connsiteY5" fmla="*/ 1606240 h 6858000"/>
                <a:gd name="connsiteX6" fmla="*/ 1104260 w 4379260"/>
                <a:gd name="connsiteY6" fmla="*/ 1607873 h 6858000"/>
                <a:gd name="connsiteX7" fmla="*/ 1099363 w 4379260"/>
                <a:gd name="connsiteY7" fmla="*/ 1607873 h 6858000"/>
                <a:gd name="connsiteX8" fmla="*/ 1098818 w 4379260"/>
                <a:gd name="connsiteY8" fmla="*/ 1607328 h 6858000"/>
                <a:gd name="connsiteX9" fmla="*/ 1099363 w 4379260"/>
                <a:gd name="connsiteY9" fmla="*/ 1606784 h 6858000"/>
                <a:gd name="connsiteX10" fmla="*/ 1101539 w 4379260"/>
                <a:gd name="connsiteY10" fmla="*/ 1606240 h 6858000"/>
                <a:gd name="connsiteX11" fmla="*/ 1168470 w 4379260"/>
                <a:gd name="connsiteY11" fmla="*/ 1600254 h 6858000"/>
                <a:gd name="connsiteX12" fmla="*/ 1169558 w 4379260"/>
                <a:gd name="connsiteY12" fmla="*/ 1600799 h 6858000"/>
                <a:gd name="connsiteX13" fmla="*/ 1168470 w 4379260"/>
                <a:gd name="connsiteY13" fmla="*/ 1601887 h 6858000"/>
                <a:gd name="connsiteX14" fmla="*/ 1164661 w 4379260"/>
                <a:gd name="connsiteY14" fmla="*/ 1604063 h 6858000"/>
                <a:gd name="connsiteX15" fmla="*/ 1159764 w 4379260"/>
                <a:gd name="connsiteY15" fmla="*/ 1605152 h 6858000"/>
                <a:gd name="connsiteX16" fmla="*/ 1157043 w 4379260"/>
                <a:gd name="connsiteY16" fmla="*/ 1604608 h 6858000"/>
                <a:gd name="connsiteX17" fmla="*/ 1162484 w 4379260"/>
                <a:gd name="connsiteY17" fmla="*/ 1601887 h 6858000"/>
                <a:gd name="connsiteX18" fmla="*/ 1165205 w 4379260"/>
                <a:gd name="connsiteY18" fmla="*/ 1601343 h 6858000"/>
                <a:gd name="connsiteX19" fmla="*/ 1108613 w 4379260"/>
                <a:gd name="connsiteY19" fmla="*/ 1598622 h 6858000"/>
                <a:gd name="connsiteX20" fmla="*/ 1110790 w 4379260"/>
                <a:gd name="connsiteY20" fmla="*/ 1602431 h 6858000"/>
                <a:gd name="connsiteX21" fmla="*/ 1102628 w 4379260"/>
                <a:gd name="connsiteY21" fmla="*/ 1602975 h 6858000"/>
                <a:gd name="connsiteX22" fmla="*/ 1100451 w 4379260"/>
                <a:gd name="connsiteY22" fmla="*/ 1599710 h 6858000"/>
                <a:gd name="connsiteX23" fmla="*/ 1092833 w 4379260"/>
                <a:gd name="connsiteY23" fmla="*/ 1595901 h 6858000"/>
                <a:gd name="connsiteX24" fmla="*/ 1096642 w 4379260"/>
                <a:gd name="connsiteY24" fmla="*/ 1595901 h 6858000"/>
                <a:gd name="connsiteX25" fmla="*/ 1098818 w 4379260"/>
                <a:gd name="connsiteY25" fmla="*/ 1599710 h 6858000"/>
                <a:gd name="connsiteX26" fmla="*/ 1094465 w 4379260"/>
                <a:gd name="connsiteY26" fmla="*/ 1599710 h 6858000"/>
                <a:gd name="connsiteX27" fmla="*/ 1231048 w 4379260"/>
                <a:gd name="connsiteY27" fmla="*/ 1564340 h 6858000"/>
                <a:gd name="connsiteX28" fmla="*/ 1228871 w 4379260"/>
                <a:gd name="connsiteY28" fmla="*/ 1565973 h 6858000"/>
                <a:gd name="connsiteX29" fmla="*/ 1226694 w 4379260"/>
                <a:gd name="connsiteY29" fmla="*/ 1565429 h 6858000"/>
                <a:gd name="connsiteX30" fmla="*/ 1228327 w 4379260"/>
                <a:gd name="connsiteY30" fmla="*/ 1564884 h 6858000"/>
                <a:gd name="connsiteX31" fmla="*/ 1229415 w 4379260"/>
                <a:gd name="connsiteY31" fmla="*/ 1564884 h 6858000"/>
                <a:gd name="connsiteX32" fmla="*/ 1231048 w 4379260"/>
                <a:gd name="connsiteY32" fmla="*/ 1564340 h 6858000"/>
                <a:gd name="connsiteX33" fmla="*/ 1029711 w 4379260"/>
                <a:gd name="connsiteY33" fmla="*/ 1563796 h 6858000"/>
                <a:gd name="connsiteX34" fmla="*/ 1031888 w 4379260"/>
                <a:gd name="connsiteY34" fmla="*/ 1565429 h 6858000"/>
                <a:gd name="connsiteX35" fmla="*/ 1034064 w 4379260"/>
                <a:gd name="connsiteY35" fmla="*/ 1567061 h 6858000"/>
                <a:gd name="connsiteX36" fmla="*/ 1035697 w 4379260"/>
                <a:gd name="connsiteY36" fmla="*/ 1568694 h 6858000"/>
                <a:gd name="connsiteX37" fmla="*/ 1028623 w 4379260"/>
                <a:gd name="connsiteY37" fmla="*/ 1564340 h 6858000"/>
                <a:gd name="connsiteX38" fmla="*/ 1029711 w 4379260"/>
                <a:gd name="connsiteY38" fmla="*/ 1563796 h 6858000"/>
                <a:gd name="connsiteX39" fmla="*/ 1018284 w 4379260"/>
                <a:gd name="connsiteY39" fmla="*/ 1540942 h 6858000"/>
                <a:gd name="connsiteX40" fmla="*/ 1021005 w 4379260"/>
                <a:gd name="connsiteY40" fmla="*/ 1542030 h 6858000"/>
                <a:gd name="connsiteX41" fmla="*/ 1024814 w 4379260"/>
                <a:gd name="connsiteY41" fmla="*/ 1544751 h 6858000"/>
                <a:gd name="connsiteX42" fmla="*/ 1023181 w 4379260"/>
                <a:gd name="connsiteY42" fmla="*/ 1544751 h 6858000"/>
                <a:gd name="connsiteX43" fmla="*/ 1021549 w 4379260"/>
                <a:gd name="connsiteY43" fmla="*/ 1544207 h 6858000"/>
                <a:gd name="connsiteX44" fmla="*/ 1019372 w 4379260"/>
                <a:gd name="connsiteY44" fmla="*/ 1543663 h 6858000"/>
                <a:gd name="connsiteX45" fmla="*/ 1017196 w 4379260"/>
                <a:gd name="connsiteY45" fmla="*/ 1541486 h 6858000"/>
                <a:gd name="connsiteX46" fmla="*/ 1018284 w 4379260"/>
                <a:gd name="connsiteY46" fmla="*/ 1540942 h 6858000"/>
                <a:gd name="connsiteX47" fmla="*/ 998694 w 4379260"/>
                <a:gd name="connsiteY47" fmla="*/ 1516999 h 6858000"/>
                <a:gd name="connsiteX48" fmla="*/ 1003592 w 4379260"/>
                <a:gd name="connsiteY48" fmla="*/ 1521896 h 6858000"/>
                <a:gd name="connsiteX49" fmla="*/ 1006312 w 4379260"/>
                <a:gd name="connsiteY49" fmla="*/ 1528426 h 6858000"/>
                <a:gd name="connsiteX50" fmla="*/ 1005861 w 4379260"/>
                <a:gd name="connsiteY50" fmla="*/ 1529780 h 6858000"/>
                <a:gd name="connsiteX51" fmla="*/ 997900 w 4379260"/>
                <a:gd name="connsiteY51" fmla="*/ 1517396 h 6858000"/>
                <a:gd name="connsiteX52" fmla="*/ 1000871 w 4379260"/>
                <a:gd name="connsiteY52" fmla="*/ 1508293 h 6858000"/>
                <a:gd name="connsiteX53" fmla="*/ 1004136 w 4379260"/>
                <a:gd name="connsiteY53" fmla="*/ 1513190 h 6858000"/>
                <a:gd name="connsiteX54" fmla="*/ 1005224 w 4379260"/>
                <a:gd name="connsiteY54" fmla="*/ 1515911 h 6858000"/>
                <a:gd name="connsiteX55" fmla="*/ 1008489 w 4379260"/>
                <a:gd name="connsiteY55" fmla="*/ 1518631 h 6858000"/>
                <a:gd name="connsiteX56" fmla="*/ 1007401 w 4379260"/>
                <a:gd name="connsiteY56" fmla="*/ 1520808 h 6858000"/>
                <a:gd name="connsiteX57" fmla="*/ 1006857 w 4379260"/>
                <a:gd name="connsiteY57" fmla="*/ 1520264 h 6858000"/>
                <a:gd name="connsiteX58" fmla="*/ 1003592 w 4379260"/>
                <a:gd name="connsiteY58" fmla="*/ 1516455 h 6858000"/>
                <a:gd name="connsiteX59" fmla="*/ 1000871 w 4379260"/>
                <a:gd name="connsiteY59" fmla="*/ 1511558 h 6858000"/>
                <a:gd name="connsiteX60" fmla="*/ 1000327 w 4379260"/>
                <a:gd name="connsiteY60" fmla="*/ 1509381 h 6858000"/>
                <a:gd name="connsiteX61" fmla="*/ 1000871 w 4379260"/>
                <a:gd name="connsiteY61" fmla="*/ 1508293 h 6858000"/>
                <a:gd name="connsiteX62" fmla="*/ 1266962 w 4379260"/>
                <a:gd name="connsiteY62" fmla="*/ 1505572 h 6858000"/>
                <a:gd name="connsiteX63" fmla="*/ 1267506 w 4379260"/>
                <a:gd name="connsiteY63" fmla="*/ 1506116 h 6858000"/>
                <a:gd name="connsiteX64" fmla="*/ 1266418 w 4379260"/>
                <a:gd name="connsiteY64" fmla="*/ 1508293 h 6858000"/>
                <a:gd name="connsiteX65" fmla="*/ 1263697 w 4379260"/>
                <a:gd name="connsiteY65" fmla="*/ 1508293 h 6858000"/>
                <a:gd name="connsiteX66" fmla="*/ 1264785 w 4379260"/>
                <a:gd name="connsiteY66" fmla="*/ 1506660 h 6858000"/>
                <a:gd name="connsiteX67" fmla="*/ 1266962 w 4379260"/>
                <a:gd name="connsiteY67" fmla="*/ 1505572 h 6858000"/>
                <a:gd name="connsiteX68" fmla="*/ 2862878 w 4379260"/>
                <a:gd name="connsiteY68" fmla="*/ 1477820 h 6858000"/>
                <a:gd name="connsiteX69" fmla="*/ 2864511 w 4379260"/>
                <a:gd name="connsiteY69" fmla="*/ 1478908 h 6858000"/>
                <a:gd name="connsiteX70" fmla="*/ 2865599 w 4379260"/>
                <a:gd name="connsiteY70" fmla="*/ 1479452 h 6858000"/>
                <a:gd name="connsiteX71" fmla="*/ 2866143 w 4379260"/>
                <a:gd name="connsiteY71" fmla="*/ 1479997 h 6858000"/>
                <a:gd name="connsiteX72" fmla="*/ 2863966 w 4379260"/>
                <a:gd name="connsiteY72" fmla="*/ 1482173 h 6858000"/>
                <a:gd name="connsiteX73" fmla="*/ 2862334 w 4379260"/>
                <a:gd name="connsiteY73" fmla="*/ 1478908 h 6858000"/>
                <a:gd name="connsiteX74" fmla="*/ 2053253 w 4379260"/>
                <a:gd name="connsiteY74" fmla="*/ 1477820 h 6858000"/>
                <a:gd name="connsiteX75" fmla="*/ 2054886 w 4379260"/>
                <a:gd name="connsiteY75" fmla="*/ 1478908 h 6858000"/>
                <a:gd name="connsiteX76" fmla="*/ 2055974 w 4379260"/>
                <a:gd name="connsiteY76" fmla="*/ 1479452 h 6858000"/>
                <a:gd name="connsiteX77" fmla="*/ 2056518 w 4379260"/>
                <a:gd name="connsiteY77" fmla="*/ 1479997 h 6858000"/>
                <a:gd name="connsiteX78" fmla="*/ 2054341 w 4379260"/>
                <a:gd name="connsiteY78" fmla="*/ 1482173 h 6858000"/>
                <a:gd name="connsiteX79" fmla="*/ 2052709 w 4379260"/>
                <a:gd name="connsiteY79" fmla="*/ 1478908 h 6858000"/>
                <a:gd name="connsiteX80" fmla="*/ 1302876 w 4379260"/>
                <a:gd name="connsiteY80" fmla="*/ 1475099 h 6858000"/>
                <a:gd name="connsiteX81" fmla="*/ 1289272 w 4379260"/>
                <a:gd name="connsiteY81" fmla="*/ 1489247 h 6858000"/>
                <a:gd name="connsiteX82" fmla="*/ 1293081 w 4379260"/>
                <a:gd name="connsiteY82" fmla="*/ 1484350 h 6858000"/>
                <a:gd name="connsiteX83" fmla="*/ 1295802 w 4379260"/>
                <a:gd name="connsiteY83" fmla="*/ 1479997 h 6858000"/>
                <a:gd name="connsiteX84" fmla="*/ 1302876 w 4379260"/>
                <a:gd name="connsiteY84" fmla="*/ 1475099 h 6858000"/>
                <a:gd name="connsiteX85" fmla="*/ 2861790 w 4379260"/>
                <a:gd name="connsiteY85" fmla="*/ 1474555 h 6858000"/>
                <a:gd name="connsiteX86" fmla="*/ 2863422 w 4379260"/>
                <a:gd name="connsiteY86" fmla="*/ 1477820 h 6858000"/>
                <a:gd name="connsiteX87" fmla="*/ 2862334 w 4379260"/>
                <a:gd name="connsiteY87" fmla="*/ 1476188 h 6858000"/>
                <a:gd name="connsiteX88" fmla="*/ 2052165 w 4379260"/>
                <a:gd name="connsiteY88" fmla="*/ 1474555 h 6858000"/>
                <a:gd name="connsiteX89" fmla="*/ 2053797 w 4379260"/>
                <a:gd name="connsiteY89" fmla="*/ 1477820 h 6858000"/>
                <a:gd name="connsiteX90" fmla="*/ 2052709 w 4379260"/>
                <a:gd name="connsiteY90" fmla="*/ 1476188 h 6858000"/>
                <a:gd name="connsiteX91" fmla="*/ 2902057 w 4379260"/>
                <a:gd name="connsiteY91" fmla="*/ 1463128 h 6858000"/>
                <a:gd name="connsiteX92" fmla="*/ 2903690 w 4379260"/>
                <a:gd name="connsiteY92" fmla="*/ 1464216 h 6858000"/>
                <a:gd name="connsiteX93" fmla="*/ 2903145 w 4379260"/>
                <a:gd name="connsiteY93" fmla="*/ 1464760 h 6858000"/>
                <a:gd name="connsiteX94" fmla="*/ 2902601 w 4379260"/>
                <a:gd name="connsiteY94" fmla="*/ 1465849 h 6858000"/>
                <a:gd name="connsiteX95" fmla="*/ 2902601 w 4379260"/>
                <a:gd name="connsiteY95" fmla="*/ 1467481 h 6858000"/>
                <a:gd name="connsiteX96" fmla="*/ 2898248 w 4379260"/>
                <a:gd name="connsiteY96" fmla="*/ 1471290 h 6858000"/>
                <a:gd name="connsiteX97" fmla="*/ 2896616 w 4379260"/>
                <a:gd name="connsiteY97" fmla="*/ 1473467 h 6858000"/>
                <a:gd name="connsiteX98" fmla="*/ 2894983 w 4379260"/>
                <a:gd name="connsiteY98" fmla="*/ 1475643 h 6858000"/>
                <a:gd name="connsiteX99" fmla="*/ 2884644 w 4379260"/>
                <a:gd name="connsiteY99" fmla="*/ 1481629 h 6858000"/>
                <a:gd name="connsiteX100" fmla="*/ 2885732 w 4379260"/>
                <a:gd name="connsiteY100" fmla="*/ 1483806 h 6858000"/>
                <a:gd name="connsiteX101" fmla="*/ 2886277 w 4379260"/>
                <a:gd name="connsiteY101" fmla="*/ 1484894 h 6858000"/>
                <a:gd name="connsiteX102" fmla="*/ 2885732 w 4379260"/>
                <a:gd name="connsiteY102" fmla="*/ 1485438 h 6858000"/>
                <a:gd name="connsiteX103" fmla="*/ 2875938 w 4379260"/>
                <a:gd name="connsiteY103" fmla="*/ 1487615 h 6858000"/>
                <a:gd name="connsiteX104" fmla="*/ 2867231 w 4379260"/>
                <a:gd name="connsiteY104" fmla="*/ 1489791 h 6858000"/>
                <a:gd name="connsiteX105" fmla="*/ 2866143 w 4379260"/>
                <a:gd name="connsiteY105" fmla="*/ 1486526 h 6858000"/>
                <a:gd name="connsiteX106" fmla="*/ 2869408 w 4379260"/>
                <a:gd name="connsiteY106" fmla="*/ 1485438 h 6858000"/>
                <a:gd name="connsiteX107" fmla="*/ 2873761 w 4379260"/>
                <a:gd name="connsiteY107" fmla="*/ 1484350 h 6858000"/>
                <a:gd name="connsiteX108" fmla="*/ 2884100 w 4379260"/>
                <a:gd name="connsiteY108" fmla="*/ 1477276 h 6858000"/>
                <a:gd name="connsiteX109" fmla="*/ 2893895 w 4379260"/>
                <a:gd name="connsiteY109" fmla="*/ 1471290 h 6858000"/>
                <a:gd name="connsiteX110" fmla="*/ 2897704 w 4379260"/>
                <a:gd name="connsiteY110" fmla="*/ 1466937 h 6858000"/>
                <a:gd name="connsiteX111" fmla="*/ 2092432 w 4379260"/>
                <a:gd name="connsiteY111" fmla="*/ 1463128 h 6858000"/>
                <a:gd name="connsiteX112" fmla="*/ 2094065 w 4379260"/>
                <a:gd name="connsiteY112" fmla="*/ 1464216 h 6858000"/>
                <a:gd name="connsiteX113" fmla="*/ 2093520 w 4379260"/>
                <a:gd name="connsiteY113" fmla="*/ 1464760 h 6858000"/>
                <a:gd name="connsiteX114" fmla="*/ 2092976 w 4379260"/>
                <a:gd name="connsiteY114" fmla="*/ 1465849 h 6858000"/>
                <a:gd name="connsiteX115" fmla="*/ 2092976 w 4379260"/>
                <a:gd name="connsiteY115" fmla="*/ 1467481 h 6858000"/>
                <a:gd name="connsiteX116" fmla="*/ 2088623 w 4379260"/>
                <a:gd name="connsiteY116" fmla="*/ 1471290 h 6858000"/>
                <a:gd name="connsiteX117" fmla="*/ 2086991 w 4379260"/>
                <a:gd name="connsiteY117" fmla="*/ 1473467 h 6858000"/>
                <a:gd name="connsiteX118" fmla="*/ 2085358 w 4379260"/>
                <a:gd name="connsiteY118" fmla="*/ 1475643 h 6858000"/>
                <a:gd name="connsiteX119" fmla="*/ 2075019 w 4379260"/>
                <a:gd name="connsiteY119" fmla="*/ 1481629 h 6858000"/>
                <a:gd name="connsiteX120" fmla="*/ 2076108 w 4379260"/>
                <a:gd name="connsiteY120" fmla="*/ 1483806 h 6858000"/>
                <a:gd name="connsiteX121" fmla="*/ 2076652 w 4379260"/>
                <a:gd name="connsiteY121" fmla="*/ 1484894 h 6858000"/>
                <a:gd name="connsiteX122" fmla="*/ 2076108 w 4379260"/>
                <a:gd name="connsiteY122" fmla="*/ 1485438 h 6858000"/>
                <a:gd name="connsiteX123" fmla="*/ 2066313 w 4379260"/>
                <a:gd name="connsiteY123" fmla="*/ 1487615 h 6858000"/>
                <a:gd name="connsiteX124" fmla="*/ 2057606 w 4379260"/>
                <a:gd name="connsiteY124" fmla="*/ 1489791 h 6858000"/>
                <a:gd name="connsiteX125" fmla="*/ 2056518 w 4379260"/>
                <a:gd name="connsiteY125" fmla="*/ 1486526 h 6858000"/>
                <a:gd name="connsiteX126" fmla="*/ 2059783 w 4379260"/>
                <a:gd name="connsiteY126" fmla="*/ 1485438 h 6858000"/>
                <a:gd name="connsiteX127" fmla="*/ 2064136 w 4379260"/>
                <a:gd name="connsiteY127" fmla="*/ 1484350 h 6858000"/>
                <a:gd name="connsiteX128" fmla="*/ 2074475 w 4379260"/>
                <a:gd name="connsiteY128" fmla="*/ 1477276 h 6858000"/>
                <a:gd name="connsiteX129" fmla="*/ 2084270 w 4379260"/>
                <a:gd name="connsiteY129" fmla="*/ 1471290 h 6858000"/>
                <a:gd name="connsiteX130" fmla="*/ 2088079 w 4379260"/>
                <a:gd name="connsiteY130" fmla="*/ 1466937 h 6858000"/>
                <a:gd name="connsiteX131" fmla="*/ 2884644 w 4379260"/>
                <a:gd name="connsiteY131" fmla="*/ 1462040 h 6858000"/>
                <a:gd name="connsiteX132" fmla="*/ 2885732 w 4379260"/>
                <a:gd name="connsiteY132" fmla="*/ 1462040 h 6858000"/>
                <a:gd name="connsiteX133" fmla="*/ 2886277 w 4379260"/>
                <a:gd name="connsiteY133" fmla="*/ 1463672 h 6858000"/>
                <a:gd name="connsiteX134" fmla="*/ 2884644 w 4379260"/>
                <a:gd name="connsiteY134" fmla="*/ 1462584 h 6858000"/>
                <a:gd name="connsiteX135" fmla="*/ 2075019 w 4379260"/>
                <a:gd name="connsiteY135" fmla="*/ 1462040 h 6858000"/>
                <a:gd name="connsiteX136" fmla="*/ 2076108 w 4379260"/>
                <a:gd name="connsiteY136" fmla="*/ 1462040 h 6858000"/>
                <a:gd name="connsiteX137" fmla="*/ 2076652 w 4379260"/>
                <a:gd name="connsiteY137" fmla="*/ 1463672 h 6858000"/>
                <a:gd name="connsiteX138" fmla="*/ 2075019 w 4379260"/>
                <a:gd name="connsiteY138" fmla="*/ 1462584 h 6858000"/>
                <a:gd name="connsiteX139" fmla="*/ 2906954 w 4379260"/>
                <a:gd name="connsiteY139" fmla="*/ 1460951 h 6858000"/>
                <a:gd name="connsiteX140" fmla="*/ 2907499 w 4379260"/>
                <a:gd name="connsiteY140" fmla="*/ 1460951 h 6858000"/>
                <a:gd name="connsiteX141" fmla="*/ 2906954 w 4379260"/>
                <a:gd name="connsiteY141" fmla="*/ 1462040 h 6858000"/>
                <a:gd name="connsiteX142" fmla="*/ 2906954 w 4379260"/>
                <a:gd name="connsiteY142" fmla="*/ 1463128 h 6858000"/>
                <a:gd name="connsiteX143" fmla="*/ 2905322 w 4379260"/>
                <a:gd name="connsiteY143" fmla="*/ 1463672 h 6858000"/>
                <a:gd name="connsiteX144" fmla="*/ 2904234 w 4379260"/>
                <a:gd name="connsiteY144" fmla="*/ 1463672 h 6858000"/>
                <a:gd name="connsiteX145" fmla="*/ 2906954 w 4379260"/>
                <a:gd name="connsiteY145" fmla="*/ 1460951 h 6858000"/>
                <a:gd name="connsiteX146" fmla="*/ 2097330 w 4379260"/>
                <a:gd name="connsiteY146" fmla="*/ 1460951 h 6858000"/>
                <a:gd name="connsiteX147" fmla="*/ 2097874 w 4379260"/>
                <a:gd name="connsiteY147" fmla="*/ 1460951 h 6858000"/>
                <a:gd name="connsiteX148" fmla="*/ 2097330 w 4379260"/>
                <a:gd name="connsiteY148" fmla="*/ 1462040 h 6858000"/>
                <a:gd name="connsiteX149" fmla="*/ 2097330 w 4379260"/>
                <a:gd name="connsiteY149" fmla="*/ 1463128 h 6858000"/>
                <a:gd name="connsiteX150" fmla="*/ 2095697 w 4379260"/>
                <a:gd name="connsiteY150" fmla="*/ 1463672 h 6858000"/>
                <a:gd name="connsiteX151" fmla="*/ 2094609 w 4379260"/>
                <a:gd name="connsiteY151" fmla="*/ 1463672 h 6858000"/>
                <a:gd name="connsiteX152" fmla="*/ 2097330 w 4379260"/>
                <a:gd name="connsiteY152" fmla="*/ 1460951 h 6858000"/>
                <a:gd name="connsiteX153" fmla="*/ 2914028 w 4379260"/>
                <a:gd name="connsiteY153" fmla="*/ 1457142 h 6858000"/>
                <a:gd name="connsiteX154" fmla="*/ 2915661 w 4379260"/>
                <a:gd name="connsiteY154" fmla="*/ 1457686 h 6858000"/>
                <a:gd name="connsiteX155" fmla="*/ 2916205 w 4379260"/>
                <a:gd name="connsiteY155" fmla="*/ 1458230 h 6858000"/>
                <a:gd name="connsiteX156" fmla="*/ 2914573 w 4379260"/>
                <a:gd name="connsiteY156" fmla="*/ 1458230 h 6858000"/>
                <a:gd name="connsiteX157" fmla="*/ 2914028 w 4379260"/>
                <a:gd name="connsiteY157" fmla="*/ 1457142 h 6858000"/>
                <a:gd name="connsiteX158" fmla="*/ 2104404 w 4379260"/>
                <a:gd name="connsiteY158" fmla="*/ 1457142 h 6858000"/>
                <a:gd name="connsiteX159" fmla="*/ 2106036 w 4379260"/>
                <a:gd name="connsiteY159" fmla="*/ 1457686 h 6858000"/>
                <a:gd name="connsiteX160" fmla="*/ 2106580 w 4379260"/>
                <a:gd name="connsiteY160" fmla="*/ 1458230 h 6858000"/>
                <a:gd name="connsiteX161" fmla="*/ 2104948 w 4379260"/>
                <a:gd name="connsiteY161" fmla="*/ 1458230 h 6858000"/>
                <a:gd name="connsiteX162" fmla="*/ 2104404 w 4379260"/>
                <a:gd name="connsiteY162" fmla="*/ 1457142 h 6858000"/>
                <a:gd name="connsiteX163" fmla="*/ 1005224 w 4379260"/>
                <a:gd name="connsiteY163" fmla="*/ 1453877 h 6858000"/>
                <a:gd name="connsiteX164" fmla="*/ 1005768 w 4379260"/>
                <a:gd name="connsiteY164" fmla="*/ 1453877 h 6858000"/>
                <a:gd name="connsiteX165" fmla="*/ 1008489 w 4379260"/>
                <a:gd name="connsiteY165" fmla="*/ 1458775 h 6858000"/>
                <a:gd name="connsiteX166" fmla="*/ 1010122 w 4379260"/>
                <a:gd name="connsiteY166" fmla="*/ 1463128 h 6858000"/>
                <a:gd name="connsiteX167" fmla="*/ 1011210 w 4379260"/>
                <a:gd name="connsiteY167" fmla="*/ 1466937 h 6858000"/>
                <a:gd name="connsiteX168" fmla="*/ 1010122 w 4379260"/>
                <a:gd name="connsiteY168" fmla="*/ 1466937 h 6858000"/>
                <a:gd name="connsiteX169" fmla="*/ 1006312 w 4379260"/>
                <a:gd name="connsiteY169" fmla="*/ 1462040 h 6858000"/>
                <a:gd name="connsiteX170" fmla="*/ 1005768 w 4379260"/>
                <a:gd name="connsiteY170" fmla="*/ 1457686 h 6858000"/>
                <a:gd name="connsiteX171" fmla="*/ 1005224 w 4379260"/>
                <a:gd name="connsiteY171" fmla="*/ 1453877 h 6858000"/>
                <a:gd name="connsiteX172" fmla="*/ 1344776 w 4379260"/>
                <a:gd name="connsiteY172" fmla="*/ 1447892 h 6858000"/>
                <a:gd name="connsiteX173" fmla="*/ 1345864 w 4379260"/>
                <a:gd name="connsiteY173" fmla="*/ 1448980 h 6858000"/>
                <a:gd name="connsiteX174" fmla="*/ 1345864 w 4379260"/>
                <a:gd name="connsiteY174" fmla="*/ 1449524 h 6858000"/>
                <a:gd name="connsiteX175" fmla="*/ 1344231 w 4379260"/>
                <a:gd name="connsiteY175" fmla="*/ 1452245 h 6858000"/>
                <a:gd name="connsiteX176" fmla="*/ 1343687 w 4379260"/>
                <a:gd name="connsiteY176" fmla="*/ 1452789 h 6858000"/>
                <a:gd name="connsiteX177" fmla="*/ 1343143 w 4379260"/>
                <a:gd name="connsiteY177" fmla="*/ 1452245 h 6858000"/>
                <a:gd name="connsiteX178" fmla="*/ 1343143 w 4379260"/>
                <a:gd name="connsiteY178" fmla="*/ 1451701 h 6858000"/>
                <a:gd name="connsiteX179" fmla="*/ 1344776 w 4379260"/>
                <a:gd name="connsiteY179" fmla="*/ 1447892 h 6858000"/>
                <a:gd name="connsiteX180" fmla="*/ 2907499 w 4379260"/>
                <a:gd name="connsiteY180" fmla="*/ 1437009 h 6858000"/>
                <a:gd name="connsiteX181" fmla="*/ 2908587 w 4379260"/>
                <a:gd name="connsiteY181" fmla="*/ 1437009 h 6858000"/>
                <a:gd name="connsiteX182" fmla="*/ 2908587 w 4379260"/>
                <a:gd name="connsiteY182" fmla="*/ 1437553 h 6858000"/>
                <a:gd name="connsiteX183" fmla="*/ 2906954 w 4379260"/>
                <a:gd name="connsiteY183" fmla="*/ 1437553 h 6858000"/>
                <a:gd name="connsiteX184" fmla="*/ 2907499 w 4379260"/>
                <a:gd name="connsiteY184" fmla="*/ 1437009 h 6858000"/>
                <a:gd name="connsiteX185" fmla="*/ 2097874 w 4379260"/>
                <a:gd name="connsiteY185" fmla="*/ 1437009 h 6858000"/>
                <a:gd name="connsiteX186" fmla="*/ 2098962 w 4379260"/>
                <a:gd name="connsiteY186" fmla="*/ 1437009 h 6858000"/>
                <a:gd name="connsiteX187" fmla="*/ 2098962 w 4379260"/>
                <a:gd name="connsiteY187" fmla="*/ 1437553 h 6858000"/>
                <a:gd name="connsiteX188" fmla="*/ 2097330 w 4379260"/>
                <a:gd name="connsiteY188" fmla="*/ 1437553 h 6858000"/>
                <a:gd name="connsiteX189" fmla="*/ 2097874 w 4379260"/>
                <a:gd name="connsiteY189" fmla="*/ 1437009 h 6858000"/>
                <a:gd name="connsiteX190" fmla="*/ 973119 w 4379260"/>
                <a:gd name="connsiteY190" fmla="*/ 1434832 h 6858000"/>
                <a:gd name="connsiteX191" fmla="*/ 973663 w 4379260"/>
                <a:gd name="connsiteY191" fmla="*/ 1437009 h 6858000"/>
                <a:gd name="connsiteX192" fmla="*/ 973663 w 4379260"/>
                <a:gd name="connsiteY192" fmla="*/ 1438097 h 6858000"/>
                <a:gd name="connsiteX193" fmla="*/ 973119 w 4379260"/>
                <a:gd name="connsiteY193" fmla="*/ 1437553 h 6858000"/>
                <a:gd name="connsiteX194" fmla="*/ 2928074 w 4379260"/>
                <a:gd name="connsiteY194" fmla="*/ 1434390 h 6858000"/>
                <a:gd name="connsiteX195" fmla="*/ 2914028 w 4379260"/>
                <a:gd name="connsiteY195" fmla="*/ 1457142 h 6858000"/>
                <a:gd name="connsiteX196" fmla="*/ 2912940 w 4379260"/>
                <a:gd name="connsiteY196" fmla="*/ 1458230 h 6858000"/>
                <a:gd name="connsiteX197" fmla="*/ 2911308 w 4379260"/>
                <a:gd name="connsiteY197" fmla="*/ 1458775 h 6858000"/>
                <a:gd name="connsiteX198" fmla="*/ 2908587 w 4379260"/>
                <a:gd name="connsiteY198" fmla="*/ 1460951 h 6858000"/>
                <a:gd name="connsiteX199" fmla="*/ 2907499 w 4379260"/>
                <a:gd name="connsiteY199" fmla="*/ 1460951 h 6858000"/>
                <a:gd name="connsiteX200" fmla="*/ 2912940 w 4379260"/>
                <a:gd name="connsiteY200" fmla="*/ 1450612 h 6858000"/>
                <a:gd name="connsiteX201" fmla="*/ 2916749 w 4379260"/>
                <a:gd name="connsiteY201" fmla="*/ 1446259 h 6858000"/>
                <a:gd name="connsiteX202" fmla="*/ 2920014 w 4379260"/>
                <a:gd name="connsiteY202" fmla="*/ 1441906 h 6858000"/>
                <a:gd name="connsiteX203" fmla="*/ 2926000 w 4379260"/>
                <a:gd name="connsiteY203" fmla="*/ 1436464 h 6858000"/>
                <a:gd name="connsiteX204" fmla="*/ 2118451 w 4379260"/>
                <a:gd name="connsiteY204" fmla="*/ 1434388 h 6858000"/>
                <a:gd name="connsiteX205" fmla="*/ 2104404 w 4379260"/>
                <a:gd name="connsiteY205" fmla="*/ 1457142 h 6858000"/>
                <a:gd name="connsiteX206" fmla="*/ 2103315 w 4379260"/>
                <a:gd name="connsiteY206" fmla="*/ 1458230 h 6858000"/>
                <a:gd name="connsiteX207" fmla="*/ 2101683 w 4379260"/>
                <a:gd name="connsiteY207" fmla="*/ 1458775 h 6858000"/>
                <a:gd name="connsiteX208" fmla="*/ 2098962 w 4379260"/>
                <a:gd name="connsiteY208" fmla="*/ 1460951 h 6858000"/>
                <a:gd name="connsiteX209" fmla="*/ 2097874 w 4379260"/>
                <a:gd name="connsiteY209" fmla="*/ 1460951 h 6858000"/>
                <a:gd name="connsiteX210" fmla="*/ 2103315 w 4379260"/>
                <a:gd name="connsiteY210" fmla="*/ 1450612 h 6858000"/>
                <a:gd name="connsiteX211" fmla="*/ 2107124 w 4379260"/>
                <a:gd name="connsiteY211" fmla="*/ 1446259 h 6858000"/>
                <a:gd name="connsiteX212" fmla="*/ 2110389 w 4379260"/>
                <a:gd name="connsiteY212" fmla="*/ 1441906 h 6858000"/>
                <a:gd name="connsiteX213" fmla="*/ 2116375 w 4379260"/>
                <a:gd name="connsiteY213" fmla="*/ 1436464 h 6858000"/>
                <a:gd name="connsiteX214" fmla="*/ 2123514 w 4379260"/>
                <a:gd name="connsiteY214" fmla="*/ 1426187 h 6858000"/>
                <a:gd name="connsiteX215" fmla="*/ 2121272 w 4379260"/>
                <a:gd name="connsiteY215" fmla="*/ 1431567 h 6858000"/>
                <a:gd name="connsiteX216" fmla="*/ 2118451 w 4379260"/>
                <a:gd name="connsiteY216" fmla="*/ 1434388 h 6858000"/>
                <a:gd name="connsiteX217" fmla="*/ 2933140 w 4379260"/>
                <a:gd name="connsiteY217" fmla="*/ 1426184 h 6858000"/>
                <a:gd name="connsiteX218" fmla="*/ 2930897 w 4379260"/>
                <a:gd name="connsiteY218" fmla="*/ 1431567 h 6858000"/>
                <a:gd name="connsiteX219" fmla="*/ 2928074 w 4379260"/>
                <a:gd name="connsiteY219" fmla="*/ 1434390 h 6858000"/>
                <a:gd name="connsiteX220" fmla="*/ 2912940 w 4379260"/>
                <a:gd name="connsiteY220" fmla="*/ 1421772 h 6858000"/>
                <a:gd name="connsiteX221" fmla="*/ 2914028 w 4379260"/>
                <a:gd name="connsiteY221" fmla="*/ 1421772 h 6858000"/>
                <a:gd name="connsiteX222" fmla="*/ 2914028 w 4379260"/>
                <a:gd name="connsiteY222" fmla="*/ 1422316 h 6858000"/>
                <a:gd name="connsiteX223" fmla="*/ 2913484 w 4379260"/>
                <a:gd name="connsiteY223" fmla="*/ 1424493 h 6858000"/>
                <a:gd name="connsiteX224" fmla="*/ 2911852 w 4379260"/>
                <a:gd name="connsiteY224" fmla="*/ 1423405 h 6858000"/>
                <a:gd name="connsiteX225" fmla="*/ 2911852 w 4379260"/>
                <a:gd name="connsiteY225" fmla="*/ 1422316 h 6858000"/>
                <a:gd name="connsiteX226" fmla="*/ 2103315 w 4379260"/>
                <a:gd name="connsiteY226" fmla="*/ 1421772 h 6858000"/>
                <a:gd name="connsiteX227" fmla="*/ 2104404 w 4379260"/>
                <a:gd name="connsiteY227" fmla="*/ 1421772 h 6858000"/>
                <a:gd name="connsiteX228" fmla="*/ 2104404 w 4379260"/>
                <a:gd name="connsiteY228" fmla="*/ 1422316 h 6858000"/>
                <a:gd name="connsiteX229" fmla="*/ 2103859 w 4379260"/>
                <a:gd name="connsiteY229" fmla="*/ 1424493 h 6858000"/>
                <a:gd name="connsiteX230" fmla="*/ 2102227 w 4379260"/>
                <a:gd name="connsiteY230" fmla="*/ 1423405 h 6858000"/>
                <a:gd name="connsiteX231" fmla="*/ 2102227 w 4379260"/>
                <a:gd name="connsiteY231" fmla="*/ 1422316 h 6858000"/>
                <a:gd name="connsiteX232" fmla="*/ 2923823 w 4379260"/>
                <a:gd name="connsiteY232" fmla="*/ 1414154 h 6858000"/>
                <a:gd name="connsiteX233" fmla="*/ 2926544 w 4379260"/>
                <a:gd name="connsiteY233" fmla="*/ 1414698 h 6858000"/>
                <a:gd name="connsiteX234" fmla="*/ 2927088 w 4379260"/>
                <a:gd name="connsiteY234" fmla="*/ 1416875 h 6858000"/>
                <a:gd name="connsiteX235" fmla="*/ 2924367 w 4379260"/>
                <a:gd name="connsiteY235" fmla="*/ 1416331 h 6858000"/>
                <a:gd name="connsiteX236" fmla="*/ 2114198 w 4379260"/>
                <a:gd name="connsiteY236" fmla="*/ 1414154 h 6858000"/>
                <a:gd name="connsiteX237" fmla="*/ 2116919 w 4379260"/>
                <a:gd name="connsiteY237" fmla="*/ 1414698 h 6858000"/>
                <a:gd name="connsiteX238" fmla="*/ 2117463 w 4379260"/>
                <a:gd name="connsiteY238" fmla="*/ 1416875 h 6858000"/>
                <a:gd name="connsiteX239" fmla="*/ 2114742 w 4379260"/>
                <a:gd name="connsiteY239" fmla="*/ 1416331 h 6858000"/>
                <a:gd name="connsiteX240" fmla="*/ 2918926 w 4379260"/>
                <a:gd name="connsiteY240" fmla="*/ 1413610 h 6858000"/>
                <a:gd name="connsiteX241" fmla="*/ 2919470 w 4379260"/>
                <a:gd name="connsiteY241" fmla="*/ 1413610 h 6858000"/>
                <a:gd name="connsiteX242" fmla="*/ 2919470 w 4379260"/>
                <a:gd name="connsiteY242" fmla="*/ 1414154 h 6858000"/>
                <a:gd name="connsiteX243" fmla="*/ 2918926 w 4379260"/>
                <a:gd name="connsiteY243" fmla="*/ 1414154 h 6858000"/>
                <a:gd name="connsiteX244" fmla="*/ 2109301 w 4379260"/>
                <a:gd name="connsiteY244" fmla="*/ 1413610 h 6858000"/>
                <a:gd name="connsiteX245" fmla="*/ 2109845 w 4379260"/>
                <a:gd name="connsiteY245" fmla="*/ 1413610 h 6858000"/>
                <a:gd name="connsiteX246" fmla="*/ 2109845 w 4379260"/>
                <a:gd name="connsiteY246" fmla="*/ 1414154 h 6858000"/>
                <a:gd name="connsiteX247" fmla="*/ 2109301 w 4379260"/>
                <a:gd name="connsiteY247" fmla="*/ 1414154 h 6858000"/>
                <a:gd name="connsiteX248" fmla="*/ 2926000 w 4379260"/>
                <a:gd name="connsiteY248" fmla="*/ 1413066 h 6858000"/>
                <a:gd name="connsiteX249" fmla="*/ 2928176 w 4379260"/>
                <a:gd name="connsiteY249" fmla="*/ 1413610 h 6858000"/>
                <a:gd name="connsiteX250" fmla="*/ 2928721 w 4379260"/>
                <a:gd name="connsiteY250" fmla="*/ 1414698 h 6858000"/>
                <a:gd name="connsiteX251" fmla="*/ 2926000 w 4379260"/>
                <a:gd name="connsiteY251" fmla="*/ 1414154 h 6858000"/>
                <a:gd name="connsiteX252" fmla="*/ 2116375 w 4379260"/>
                <a:gd name="connsiteY252" fmla="*/ 1413066 h 6858000"/>
                <a:gd name="connsiteX253" fmla="*/ 2118552 w 4379260"/>
                <a:gd name="connsiteY253" fmla="*/ 1413610 h 6858000"/>
                <a:gd name="connsiteX254" fmla="*/ 2119096 w 4379260"/>
                <a:gd name="connsiteY254" fmla="*/ 1414698 h 6858000"/>
                <a:gd name="connsiteX255" fmla="*/ 2116375 w 4379260"/>
                <a:gd name="connsiteY255" fmla="*/ 1414154 h 6858000"/>
                <a:gd name="connsiteX256" fmla="*/ 2941242 w 4379260"/>
                <a:gd name="connsiteY256" fmla="*/ 1413060 h 6858000"/>
                <a:gd name="connsiteX257" fmla="*/ 2933140 w 4379260"/>
                <a:gd name="connsiteY257" fmla="*/ 1426184 h 6858000"/>
                <a:gd name="connsiteX258" fmla="*/ 2933618 w 4379260"/>
                <a:gd name="connsiteY258" fmla="*/ 1425037 h 6858000"/>
                <a:gd name="connsiteX259" fmla="*/ 2934706 w 4379260"/>
                <a:gd name="connsiteY259" fmla="*/ 1421772 h 6858000"/>
                <a:gd name="connsiteX260" fmla="*/ 2935795 w 4379260"/>
                <a:gd name="connsiteY260" fmla="*/ 1419052 h 6858000"/>
                <a:gd name="connsiteX261" fmla="*/ 2939604 w 4379260"/>
                <a:gd name="connsiteY261" fmla="*/ 1414698 h 6858000"/>
                <a:gd name="connsiteX262" fmla="*/ 2131619 w 4379260"/>
                <a:gd name="connsiteY262" fmla="*/ 1413058 h 6858000"/>
                <a:gd name="connsiteX263" fmla="*/ 2123514 w 4379260"/>
                <a:gd name="connsiteY263" fmla="*/ 1426187 h 6858000"/>
                <a:gd name="connsiteX264" fmla="*/ 2123993 w 4379260"/>
                <a:gd name="connsiteY264" fmla="*/ 1425037 h 6858000"/>
                <a:gd name="connsiteX265" fmla="*/ 2125081 w 4379260"/>
                <a:gd name="connsiteY265" fmla="*/ 1421772 h 6858000"/>
                <a:gd name="connsiteX266" fmla="*/ 2126170 w 4379260"/>
                <a:gd name="connsiteY266" fmla="*/ 1419052 h 6858000"/>
                <a:gd name="connsiteX267" fmla="*/ 2129979 w 4379260"/>
                <a:gd name="connsiteY267" fmla="*/ 1414698 h 6858000"/>
                <a:gd name="connsiteX268" fmla="*/ 2920014 w 4379260"/>
                <a:gd name="connsiteY268" fmla="*/ 1412522 h 6858000"/>
                <a:gd name="connsiteX269" fmla="*/ 2920014 w 4379260"/>
                <a:gd name="connsiteY269" fmla="*/ 1413610 h 6858000"/>
                <a:gd name="connsiteX270" fmla="*/ 2919470 w 4379260"/>
                <a:gd name="connsiteY270" fmla="*/ 1413610 h 6858000"/>
                <a:gd name="connsiteX271" fmla="*/ 2919470 w 4379260"/>
                <a:gd name="connsiteY271" fmla="*/ 1413066 h 6858000"/>
                <a:gd name="connsiteX272" fmla="*/ 2920014 w 4379260"/>
                <a:gd name="connsiteY272" fmla="*/ 1412522 h 6858000"/>
                <a:gd name="connsiteX273" fmla="*/ 2110389 w 4379260"/>
                <a:gd name="connsiteY273" fmla="*/ 1412522 h 6858000"/>
                <a:gd name="connsiteX274" fmla="*/ 2110389 w 4379260"/>
                <a:gd name="connsiteY274" fmla="*/ 1413610 h 6858000"/>
                <a:gd name="connsiteX275" fmla="*/ 2109845 w 4379260"/>
                <a:gd name="connsiteY275" fmla="*/ 1413610 h 6858000"/>
                <a:gd name="connsiteX276" fmla="*/ 2109845 w 4379260"/>
                <a:gd name="connsiteY276" fmla="*/ 1413066 h 6858000"/>
                <a:gd name="connsiteX277" fmla="*/ 2110389 w 4379260"/>
                <a:gd name="connsiteY277" fmla="*/ 1412522 h 6858000"/>
                <a:gd name="connsiteX278" fmla="*/ 2920014 w 4379260"/>
                <a:gd name="connsiteY278" fmla="*/ 1411433 h 6858000"/>
                <a:gd name="connsiteX279" fmla="*/ 2920558 w 4379260"/>
                <a:gd name="connsiteY279" fmla="*/ 1411978 h 6858000"/>
                <a:gd name="connsiteX280" fmla="*/ 2921102 w 4379260"/>
                <a:gd name="connsiteY280" fmla="*/ 1412522 h 6858000"/>
                <a:gd name="connsiteX281" fmla="*/ 2920014 w 4379260"/>
                <a:gd name="connsiteY281" fmla="*/ 1412522 h 6858000"/>
                <a:gd name="connsiteX282" fmla="*/ 2110389 w 4379260"/>
                <a:gd name="connsiteY282" fmla="*/ 1411433 h 6858000"/>
                <a:gd name="connsiteX283" fmla="*/ 2110934 w 4379260"/>
                <a:gd name="connsiteY283" fmla="*/ 1411978 h 6858000"/>
                <a:gd name="connsiteX284" fmla="*/ 2111478 w 4379260"/>
                <a:gd name="connsiteY284" fmla="*/ 1412522 h 6858000"/>
                <a:gd name="connsiteX285" fmla="*/ 2110389 w 4379260"/>
                <a:gd name="connsiteY285" fmla="*/ 1412522 h 6858000"/>
                <a:gd name="connsiteX286" fmla="*/ 3105268 w 4379260"/>
                <a:gd name="connsiteY286" fmla="*/ 1404824 h 6858000"/>
                <a:gd name="connsiteX287" fmla="*/ 3102901 w 4379260"/>
                <a:gd name="connsiteY287" fmla="*/ 1409257 h 6858000"/>
                <a:gd name="connsiteX288" fmla="*/ 3102901 w 4379260"/>
                <a:gd name="connsiteY288" fmla="*/ 1408713 h 6858000"/>
                <a:gd name="connsiteX289" fmla="*/ 2840024 w 4379260"/>
                <a:gd name="connsiteY289" fmla="*/ 1403271 h 6858000"/>
                <a:gd name="connsiteX290" fmla="*/ 2842200 w 4379260"/>
                <a:gd name="connsiteY290" fmla="*/ 1410345 h 6858000"/>
                <a:gd name="connsiteX291" fmla="*/ 2841656 w 4379260"/>
                <a:gd name="connsiteY291" fmla="*/ 1415242 h 6858000"/>
                <a:gd name="connsiteX292" fmla="*/ 2842200 w 4379260"/>
                <a:gd name="connsiteY292" fmla="*/ 1420140 h 6858000"/>
                <a:gd name="connsiteX293" fmla="*/ 2840024 w 4379260"/>
                <a:gd name="connsiteY293" fmla="*/ 1412522 h 6858000"/>
                <a:gd name="connsiteX294" fmla="*/ 2840568 w 4379260"/>
                <a:gd name="connsiteY294" fmla="*/ 1407624 h 6858000"/>
                <a:gd name="connsiteX295" fmla="*/ 2840024 w 4379260"/>
                <a:gd name="connsiteY295" fmla="*/ 1403271 h 6858000"/>
                <a:gd name="connsiteX296" fmla="*/ 2030399 w 4379260"/>
                <a:gd name="connsiteY296" fmla="*/ 1403271 h 6858000"/>
                <a:gd name="connsiteX297" fmla="*/ 2032575 w 4379260"/>
                <a:gd name="connsiteY297" fmla="*/ 1410345 h 6858000"/>
                <a:gd name="connsiteX298" fmla="*/ 2032031 w 4379260"/>
                <a:gd name="connsiteY298" fmla="*/ 1415242 h 6858000"/>
                <a:gd name="connsiteX299" fmla="*/ 2032575 w 4379260"/>
                <a:gd name="connsiteY299" fmla="*/ 1420140 h 6858000"/>
                <a:gd name="connsiteX300" fmla="*/ 2030399 w 4379260"/>
                <a:gd name="connsiteY300" fmla="*/ 1412522 h 6858000"/>
                <a:gd name="connsiteX301" fmla="*/ 2030943 w 4379260"/>
                <a:gd name="connsiteY301" fmla="*/ 1407624 h 6858000"/>
                <a:gd name="connsiteX302" fmla="*/ 2030399 w 4379260"/>
                <a:gd name="connsiteY302" fmla="*/ 1403271 h 6858000"/>
                <a:gd name="connsiteX303" fmla="*/ 2929265 w 4379260"/>
                <a:gd name="connsiteY303" fmla="*/ 1396741 h 6858000"/>
                <a:gd name="connsiteX304" fmla="*/ 2930353 w 4379260"/>
                <a:gd name="connsiteY304" fmla="*/ 1397830 h 6858000"/>
                <a:gd name="connsiteX305" fmla="*/ 2930353 w 4379260"/>
                <a:gd name="connsiteY305" fmla="*/ 1398374 h 6858000"/>
                <a:gd name="connsiteX306" fmla="*/ 2929809 w 4379260"/>
                <a:gd name="connsiteY306" fmla="*/ 1398918 h 6858000"/>
                <a:gd name="connsiteX307" fmla="*/ 2119640 w 4379260"/>
                <a:gd name="connsiteY307" fmla="*/ 1396741 h 6858000"/>
                <a:gd name="connsiteX308" fmla="*/ 2120728 w 4379260"/>
                <a:gd name="connsiteY308" fmla="*/ 1397830 h 6858000"/>
                <a:gd name="connsiteX309" fmla="*/ 2120728 w 4379260"/>
                <a:gd name="connsiteY309" fmla="*/ 1398374 h 6858000"/>
                <a:gd name="connsiteX310" fmla="*/ 2120184 w 4379260"/>
                <a:gd name="connsiteY310" fmla="*/ 1398918 h 6858000"/>
                <a:gd name="connsiteX311" fmla="*/ 2936339 w 4379260"/>
                <a:gd name="connsiteY311" fmla="*/ 1394565 h 6858000"/>
                <a:gd name="connsiteX312" fmla="*/ 2936883 w 4379260"/>
                <a:gd name="connsiteY312" fmla="*/ 1395109 h 6858000"/>
                <a:gd name="connsiteX313" fmla="*/ 2937971 w 4379260"/>
                <a:gd name="connsiteY313" fmla="*/ 1396197 h 6858000"/>
                <a:gd name="connsiteX314" fmla="*/ 2938515 w 4379260"/>
                <a:gd name="connsiteY314" fmla="*/ 1397285 h 6858000"/>
                <a:gd name="connsiteX315" fmla="*/ 2936883 w 4379260"/>
                <a:gd name="connsiteY315" fmla="*/ 1396197 h 6858000"/>
                <a:gd name="connsiteX316" fmla="*/ 2935795 w 4379260"/>
                <a:gd name="connsiteY316" fmla="*/ 1395109 h 6858000"/>
                <a:gd name="connsiteX317" fmla="*/ 2936339 w 4379260"/>
                <a:gd name="connsiteY317" fmla="*/ 1394565 h 6858000"/>
                <a:gd name="connsiteX318" fmla="*/ 2126714 w 4379260"/>
                <a:gd name="connsiteY318" fmla="*/ 1394565 h 6858000"/>
                <a:gd name="connsiteX319" fmla="*/ 2127258 w 4379260"/>
                <a:gd name="connsiteY319" fmla="*/ 1395109 h 6858000"/>
                <a:gd name="connsiteX320" fmla="*/ 2128346 w 4379260"/>
                <a:gd name="connsiteY320" fmla="*/ 1396197 h 6858000"/>
                <a:gd name="connsiteX321" fmla="*/ 2128890 w 4379260"/>
                <a:gd name="connsiteY321" fmla="*/ 1397285 h 6858000"/>
                <a:gd name="connsiteX322" fmla="*/ 2127258 w 4379260"/>
                <a:gd name="connsiteY322" fmla="*/ 1396197 h 6858000"/>
                <a:gd name="connsiteX323" fmla="*/ 2126170 w 4379260"/>
                <a:gd name="connsiteY323" fmla="*/ 1395109 h 6858000"/>
                <a:gd name="connsiteX324" fmla="*/ 2126714 w 4379260"/>
                <a:gd name="connsiteY324" fmla="*/ 1394565 h 6858000"/>
                <a:gd name="connsiteX325" fmla="*/ 2941236 w 4379260"/>
                <a:gd name="connsiteY325" fmla="*/ 1388035 h 6858000"/>
                <a:gd name="connsiteX326" fmla="*/ 2941780 w 4379260"/>
                <a:gd name="connsiteY326" fmla="*/ 1388579 h 6858000"/>
                <a:gd name="connsiteX327" fmla="*/ 2942324 w 4379260"/>
                <a:gd name="connsiteY327" fmla="*/ 1389123 h 6858000"/>
                <a:gd name="connsiteX328" fmla="*/ 2941780 w 4379260"/>
                <a:gd name="connsiteY328" fmla="*/ 1389667 h 6858000"/>
                <a:gd name="connsiteX329" fmla="*/ 2941780 w 4379260"/>
                <a:gd name="connsiteY329" fmla="*/ 1390211 h 6858000"/>
                <a:gd name="connsiteX330" fmla="*/ 2942324 w 4379260"/>
                <a:gd name="connsiteY330" fmla="*/ 1391844 h 6858000"/>
                <a:gd name="connsiteX331" fmla="*/ 2940692 w 4379260"/>
                <a:gd name="connsiteY331" fmla="*/ 1390756 h 6858000"/>
                <a:gd name="connsiteX332" fmla="*/ 2940148 w 4379260"/>
                <a:gd name="connsiteY332" fmla="*/ 1389667 h 6858000"/>
                <a:gd name="connsiteX333" fmla="*/ 2940692 w 4379260"/>
                <a:gd name="connsiteY333" fmla="*/ 1388579 h 6858000"/>
                <a:gd name="connsiteX334" fmla="*/ 2131611 w 4379260"/>
                <a:gd name="connsiteY334" fmla="*/ 1388035 h 6858000"/>
                <a:gd name="connsiteX335" fmla="*/ 2132155 w 4379260"/>
                <a:gd name="connsiteY335" fmla="*/ 1388579 h 6858000"/>
                <a:gd name="connsiteX336" fmla="*/ 2132699 w 4379260"/>
                <a:gd name="connsiteY336" fmla="*/ 1389123 h 6858000"/>
                <a:gd name="connsiteX337" fmla="*/ 2132155 w 4379260"/>
                <a:gd name="connsiteY337" fmla="*/ 1389667 h 6858000"/>
                <a:gd name="connsiteX338" fmla="*/ 2132155 w 4379260"/>
                <a:gd name="connsiteY338" fmla="*/ 1390211 h 6858000"/>
                <a:gd name="connsiteX339" fmla="*/ 2132699 w 4379260"/>
                <a:gd name="connsiteY339" fmla="*/ 1391844 h 6858000"/>
                <a:gd name="connsiteX340" fmla="*/ 2131067 w 4379260"/>
                <a:gd name="connsiteY340" fmla="*/ 1390756 h 6858000"/>
                <a:gd name="connsiteX341" fmla="*/ 2130523 w 4379260"/>
                <a:gd name="connsiteY341" fmla="*/ 1389667 h 6858000"/>
                <a:gd name="connsiteX342" fmla="*/ 2131067 w 4379260"/>
                <a:gd name="connsiteY342" fmla="*/ 1388579 h 6858000"/>
                <a:gd name="connsiteX343" fmla="*/ 2964090 w 4379260"/>
                <a:gd name="connsiteY343" fmla="*/ 1387491 h 6858000"/>
                <a:gd name="connsiteX344" fmla="*/ 2965179 w 4379260"/>
                <a:gd name="connsiteY344" fmla="*/ 1388579 h 6858000"/>
                <a:gd name="connsiteX345" fmla="*/ 2965179 w 4379260"/>
                <a:gd name="connsiteY345" fmla="*/ 1389123 h 6858000"/>
                <a:gd name="connsiteX346" fmla="*/ 2964635 w 4379260"/>
                <a:gd name="connsiteY346" fmla="*/ 1390211 h 6858000"/>
                <a:gd name="connsiteX347" fmla="*/ 2964635 w 4379260"/>
                <a:gd name="connsiteY347" fmla="*/ 1391300 h 6858000"/>
                <a:gd name="connsiteX348" fmla="*/ 2962458 w 4379260"/>
                <a:gd name="connsiteY348" fmla="*/ 1389123 h 6858000"/>
                <a:gd name="connsiteX349" fmla="*/ 2962458 w 4379260"/>
                <a:gd name="connsiteY349" fmla="*/ 1388579 h 6858000"/>
                <a:gd name="connsiteX350" fmla="*/ 2963546 w 4379260"/>
                <a:gd name="connsiteY350" fmla="*/ 1388035 h 6858000"/>
                <a:gd name="connsiteX351" fmla="*/ 2154466 w 4379260"/>
                <a:gd name="connsiteY351" fmla="*/ 1387491 h 6858000"/>
                <a:gd name="connsiteX352" fmla="*/ 2155554 w 4379260"/>
                <a:gd name="connsiteY352" fmla="*/ 1388579 h 6858000"/>
                <a:gd name="connsiteX353" fmla="*/ 2155554 w 4379260"/>
                <a:gd name="connsiteY353" fmla="*/ 1389123 h 6858000"/>
                <a:gd name="connsiteX354" fmla="*/ 2155010 w 4379260"/>
                <a:gd name="connsiteY354" fmla="*/ 1390211 h 6858000"/>
                <a:gd name="connsiteX355" fmla="*/ 2155010 w 4379260"/>
                <a:gd name="connsiteY355" fmla="*/ 1391300 h 6858000"/>
                <a:gd name="connsiteX356" fmla="*/ 2152833 w 4379260"/>
                <a:gd name="connsiteY356" fmla="*/ 1389123 h 6858000"/>
                <a:gd name="connsiteX357" fmla="*/ 2152833 w 4379260"/>
                <a:gd name="connsiteY357" fmla="*/ 1388579 h 6858000"/>
                <a:gd name="connsiteX358" fmla="*/ 2153921 w 4379260"/>
                <a:gd name="connsiteY358" fmla="*/ 1388035 h 6858000"/>
                <a:gd name="connsiteX359" fmla="*/ 2935795 w 4379260"/>
                <a:gd name="connsiteY359" fmla="*/ 1386947 h 6858000"/>
                <a:gd name="connsiteX360" fmla="*/ 2937427 w 4379260"/>
                <a:gd name="connsiteY360" fmla="*/ 1389123 h 6858000"/>
                <a:gd name="connsiteX361" fmla="*/ 2937427 w 4379260"/>
                <a:gd name="connsiteY361" fmla="*/ 1389667 h 6858000"/>
                <a:gd name="connsiteX362" fmla="*/ 2936339 w 4379260"/>
                <a:gd name="connsiteY362" fmla="*/ 1390211 h 6858000"/>
                <a:gd name="connsiteX363" fmla="*/ 2935250 w 4379260"/>
                <a:gd name="connsiteY363" fmla="*/ 1390211 h 6858000"/>
                <a:gd name="connsiteX364" fmla="*/ 2935250 w 4379260"/>
                <a:gd name="connsiteY364" fmla="*/ 1389123 h 6858000"/>
                <a:gd name="connsiteX365" fmla="*/ 2935795 w 4379260"/>
                <a:gd name="connsiteY365" fmla="*/ 1389123 h 6858000"/>
                <a:gd name="connsiteX366" fmla="*/ 2936339 w 4379260"/>
                <a:gd name="connsiteY366" fmla="*/ 1388035 h 6858000"/>
                <a:gd name="connsiteX367" fmla="*/ 2935795 w 4379260"/>
                <a:gd name="connsiteY367" fmla="*/ 1386947 h 6858000"/>
                <a:gd name="connsiteX368" fmla="*/ 2126170 w 4379260"/>
                <a:gd name="connsiteY368" fmla="*/ 1386947 h 6858000"/>
                <a:gd name="connsiteX369" fmla="*/ 2127802 w 4379260"/>
                <a:gd name="connsiteY369" fmla="*/ 1389123 h 6858000"/>
                <a:gd name="connsiteX370" fmla="*/ 2127802 w 4379260"/>
                <a:gd name="connsiteY370" fmla="*/ 1389667 h 6858000"/>
                <a:gd name="connsiteX371" fmla="*/ 2126714 w 4379260"/>
                <a:gd name="connsiteY371" fmla="*/ 1390211 h 6858000"/>
                <a:gd name="connsiteX372" fmla="*/ 2125626 w 4379260"/>
                <a:gd name="connsiteY372" fmla="*/ 1390211 h 6858000"/>
                <a:gd name="connsiteX373" fmla="*/ 2125626 w 4379260"/>
                <a:gd name="connsiteY373" fmla="*/ 1389123 h 6858000"/>
                <a:gd name="connsiteX374" fmla="*/ 2126170 w 4379260"/>
                <a:gd name="connsiteY374" fmla="*/ 1389123 h 6858000"/>
                <a:gd name="connsiteX375" fmla="*/ 2126714 w 4379260"/>
                <a:gd name="connsiteY375" fmla="*/ 1388035 h 6858000"/>
                <a:gd name="connsiteX376" fmla="*/ 2126170 w 4379260"/>
                <a:gd name="connsiteY376" fmla="*/ 1386947 h 6858000"/>
                <a:gd name="connsiteX377" fmla="*/ 2963248 w 4379260"/>
                <a:gd name="connsiteY377" fmla="*/ 1377415 h 6858000"/>
                <a:gd name="connsiteX378" fmla="*/ 2961914 w 4379260"/>
                <a:gd name="connsiteY378" fmla="*/ 1380417 h 6858000"/>
                <a:gd name="connsiteX379" fmla="*/ 2958649 w 4379260"/>
                <a:gd name="connsiteY379" fmla="*/ 1385314 h 6858000"/>
                <a:gd name="connsiteX380" fmla="*/ 2955384 w 4379260"/>
                <a:gd name="connsiteY380" fmla="*/ 1390211 h 6858000"/>
                <a:gd name="connsiteX381" fmla="*/ 2949943 w 4379260"/>
                <a:gd name="connsiteY381" fmla="*/ 1401094 h 6858000"/>
                <a:gd name="connsiteX382" fmla="*/ 2943957 w 4379260"/>
                <a:gd name="connsiteY382" fmla="*/ 1410345 h 6858000"/>
                <a:gd name="connsiteX383" fmla="*/ 2941242 w 4379260"/>
                <a:gd name="connsiteY383" fmla="*/ 1413060 h 6858000"/>
                <a:gd name="connsiteX384" fmla="*/ 2153624 w 4379260"/>
                <a:gd name="connsiteY384" fmla="*/ 1377413 h 6858000"/>
                <a:gd name="connsiteX385" fmla="*/ 2152289 w 4379260"/>
                <a:gd name="connsiteY385" fmla="*/ 1380417 h 6858000"/>
                <a:gd name="connsiteX386" fmla="*/ 2149024 w 4379260"/>
                <a:gd name="connsiteY386" fmla="*/ 1385314 h 6858000"/>
                <a:gd name="connsiteX387" fmla="*/ 2145759 w 4379260"/>
                <a:gd name="connsiteY387" fmla="*/ 1390211 h 6858000"/>
                <a:gd name="connsiteX388" fmla="*/ 2140318 w 4379260"/>
                <a:gd name="connsiteY388" fmla="*/ 1401094 h 6858000"/>
                <a:gd name="connsiteX389" fmla="*/ 2134332 w 4379260"/>
                <a:gd name="connsiteY389" fmla="*/ 1410345 h 6858000"/>
                <a:gd name="connsiteX390" fmla="*/ 2131619 w 4379260"/>
                <a:gd name="connsiteY390" fmla="*/ 1413058 h 6858000"/>
                <a:gd name="connsiteX391" fmla="*/ 2944501 w 4379260"/>
                <a:gd name="connsiteY391" fmla="*/ 1371710 h 6858000"/>
                <a:gd name="connsiteX392" fmla="*/ 2945045 w 4379260"/>
                <a:gd name="connsiteY392" fmla="*/ 1371710 h 6858000"/>
                <a:gd name="connsiteX393" fmla="*/ 2945045 w 4379260"/>
                <a:gd name="connsiteY393" fmla="*/ 1372254 h 6858000"/>
                <a:gd name="connsiteX394" fmla="*/ 2944501 w 4379260"/>
                <a:gd name="connsiteY394" fmla="*/ 1372254 h 6858000"/>
                <a:gd name="connsiteX395" fmla="*/ 2134876 w 4379260"/>
                <a:gd name="connsiteY395" fmla="*/ 1371710 h 6858000"/>
                <a:gd name="connsiteX396" fmla="*/ 2135420 w 4379260"/>
                <a:gd name="connsiteY396" fmla="*/ 1371710 h 6858000"/>
                <a:gd name="connsiteX397" fmla="*/ 2135420 w 4379260"/>
                <a:gd name="connsiteY397" fmla="*/ 1372254 h 6858000"/>
                <a:gd name="connsiteX398" fmla="*/ 2134876 w 4379260"/>
                <a:gd name="connsiteY398" fmla="*/ 1372254 h 6858000"/>
                <a:gd name="connsiteX399" fmla="*/ 3123836 w 4379260"/>
                <a:gd name="connsiteY399" fmla="*/ 1370051 h 6858000"/>
                <a:gd name="connsiteX400" fmla="*/ 3121946 w 4379260"/>
                <a:gd name="connsiteY400" fmla="*/ 1378240 h 6858000"/>
                <a:gd name="connsiteX401" fmla="*/ 3117049 w 4379260"/>
                <a:gd name="connsiteY401" fmla="*/ 1386947 h 6858000"/>
                <a:gd name="connsiteX402" fmla="*/ 3113784 w 4379260"/>
                <a:gd name="connsiteY402" fmla="*/ 1391300 h 6858000"/>
                <a:gd name="connsiteX403" fmla="*/ 3110519 w 4379260"/>
                <a:gd name="connsiteY403" fmla="*/ 1396197 h 6858000"/>
                <a:gd name="connsiteX404" fmla="*/ 3105268 w 4379260"/>
                <a:gd name="connsiteY404" fmla="*/ 1404824 h 6858000"/>
                <a:gd name="connsiteX405" fmla="*/ 2840568 w 4379260"/>
                <a:gd name="connsiteY405" fmla="*/ 1355386 h 6858000"/>
                <a:gd name="connsiteX406" fmla="*/ 2841112 w 4379260"/>
                <a:gd name="connsiteY406" fmla="*/ 1355386 h 6858000"/>
                <a:gd name="connsiteX407" fmla="*/ 2842200 w 4379260"/>
                <a:gd name="connsiteY407" fmla="*/ 1357562 h 6858000"/>
                <a:gd name="connsiteX408" fmla="*/ 2842744 w 4379260"/>
                <a:gd name="connsiteY408" fmla="*/ 1359739 h 6858000"/>
                <a:gd name="connsiteX409" fmla="*/ 2842200 w 4379260"/>
                <a:gd name="connsiteY409" fmla="*/ 1361371 h 6858000"/>
                <a:gd name="connsiteX410" fmla="*/ 2840568 w 4379260"/>
                <a:gd name="connsiteY410" fmla="*/ 1363548 h 6858000"/>
                <a:gd name="connsiteX411" fmla="*/ 2839480 w 4379260"/>
                <a:gd name="connsiteY411" fmla="*/ 1361915 h 6858000"/>
                <a:gd name="connsiteX412" fmla="*/ 2840024 w 4379260"/>
                <a:gd name="connsiteY412" fmla="*/ 1359195 h 6858000"/>
                <a:gd name="connsiteX413" fmla="*/ 2840568 w 4379260"/>
                <a:gd name="connsiteY413" fmla="*/ 1357562 h 6858000"/>
                <a:gd name="connsiteX414" fmla="*/ 2838935 w 4379260"/>
                <a:gd name="connsiteY414" fmla="*/ 1355930 h 6858000"/>
                <a:gd name="connsiteX415" fmla="*/ 2840568 w 4379260"/>
                <a:gd name="connsiteY415" fmla="*/ 1355386 h 6858000"/>
                <a:gd name="connsiteX416" fmla="*/ 2030943 w 4379260"/>
                <a:gd name="connsiteY416" fmla="*/ 1355386 h 6858000"/>
                <a:gd name="connsiteX417" fmla="*/ 2031487 w 4379260"/>
                <a:gd name="connsiteY417" fmla="*/ 1355386 h 6858000"/>
                <a:gd name="connsiteX418" fmla="*/ 2032575 w 4379260"/>
                <a:gd name="connsiteY418" fmla="*/ 1357562 h 6858000"/>
                <a:gd name="connsiteX419" fmla="*/ 2033120 w 4379260"/>
                <a:gd name="connsiteY419" fmla="*/ 1359739 h 6858000"/>
                <a:gd name="connsiteX420" fmla="*/ 2032575 w 4379260"/>
                <a:gd name="connsiteY420" fmla="*/ 1361371 h 6858000"/>
                <a:gd name="connsiteX421" fmla="*/ 2030943 w 4379260"/>
                <a:gd name="connsiteY421" fmla="*/ 1363548 h 6858000"/>
                <a:gd name="connsiteX422" fmla="*/ 2029855 w 4379260"/>
                <a:gd name="connsiteY422" fmla="*/ 1361915 h 6858000"/>
                <a:gd name="connsiteX423" fmla="*/ 2030399 w 4379260"/>
                <a:gd name="connsiteY423" fmla="*/ 1359195 h 6858000"/>
                <a:gd name="connsiteX424" fmla="*/ 2030943 w 4379260"/>
                <a:gd name="connsiteY424" fmla="*/ 1357562 h 6858000"/>
                <a:gd name="connsiteX425" fmla="*/ 2029310 w 4379260"/>
                <a:gd name="connsiteY425" fmla="*/ 1355930 h 6858000"/>
                <a:gd name="connsiteX426" fmla="*/ 2030943 w 4379260"/>
                <a:gd name="connsiteY426" fmla="*/ 1355386 h 6858000"/>
                <a:gd name="connsiteX427" fmla="*/ 2818258 w 4379260"/>
                <a:gd name="connsiteY427" fmla="*/ 1351849 h 6858000"/>
                <a:gd name="connsiteX428" fmla="*/ 2818802 w 4379260"/>
                <a:gd name="connsiteY428" fmla="*/ 1352665 h 6858000"/>
                <a:gd name="connsiteX429" fmla="*/ 2818258 w 4379260"/>
                <a:gd name="connsiteY429" fmla="*/ 1358106 h 6858000"/>
                <a:gd name="connsiteX430" fmla="*/ 2818802 w 4379260"/>
                <a:gd name="connsiteY430" fmla="*/ 1363004 h 6858000"/>
                <a:gd name="connsiteX431" fmla="*/ 2817713 w 4379260"/>
                <a:gd name="connsiteY431" fmla="*/ 1361915 h 6858000"/>
                <a:gd name="connsiteX432" fmla="*/ 2816081 w 4379260"/>
                <a:gd name="connsiteY432" fmla="*/ 1361371 h 6858000"/>
                <a:gd name="connsiteX433" fmla="*/ 2813360 w 4379260"/>
                <a:gd name="connsiteY433" fmla="*/ 1363548 h 6858000"/>
                <a:gd name="connsiteX434" fmla="*/ 2814448 w 4379260"/>
                <a:gd name="connsiteY434" fmla="*/ 1365725 h 6858000"/>
                <a:gd name="connsiteX435" fmla="*/ 2816081 w 4379260"/>
                <a:gd name="connsiteY435" fmla="*/ 1367357 h 6858000"/>
                <a:gd name="connsiteX436" fmla="*/ 2818258 w 4379260"/>
                <a:gd name="connsiteY436" fmla="*/ 1370078 h 6858000"/>
                <a:gd name="connsiteX437" fmla="*/ 2817713 w 4379260"/>
                <a:gd name="connsiteY437" fmla="*/ 1371166 h 6858000"/>
                <a:gd name="connsiteX438" fmla="*/ 2817169 w 4379260"/>
                <a:gd name="connsiteY438" fmla="*/ 1371166 h 6858000"/>
                <a:gd name="connsiteX439" fmla="*/ 2814448 w 4379260"/>
                <a:gd name="connsiteY439" fmla="*/ 1376063 h 6858000"/>
                <a:gd name="connsiteX440" fmla="*/ 2815537 w 4379260"/>
                <a:gd name="connsiteY440" fmla="*/ 1379873 h 6858000"/>
                <a:gd name="connsiteX441" fmla="*/ 2816081 w 4379260"/>
                <a:gd name="connsiteY441" fmla="*/ 1381505 h 6858000"/>
                <a:gd name="connsiteX442" fmla="*/ 2816081 w 4379260"/>
                <a:gd name="connsiteY442" fmla="*/ 1383137 h 6858000"/>
                <a:gd name="connsiteX443" fmla="*/ 2816625 w 4379260"/>
                <a:gd name="connsiteY443" fmla="*/ 1380961 h 6858000"/>
                <a:gd name="connsiteX444" fmla="*/ 2817169 w 4379260"/>
                <a:gd name="connsiteY444" fmla="*/ 1378784 h 6858000"/>
                <a:gd name="connsiteX445" fmla="*/ 2818258 w 4379260"/>
                <a:gd name="connsiteY445" fmla="*/ 1376063 h 6858000"/>
                <a:gd name="connsiteX446" fmla="*/ 2817713 w 4379260"/>
                <a:gd name="connsiteY446" fmla="*/ 1390211 h 6858000"/>
                <a:gd name="connsiteX447" fmla="*/ 2818258 w 4379260"/>
                <a:gd name="connsiteY447" fmla="*/ 1407624 h 6858000"/>
                <a:gd name="connsiteX448" fmla="*/ 2819346 w 4379260"/>
                <a:gd name="connsiteY448" fmla="*/ 1423405 h 6858000"/>
                <a:gd name="connsiteX449" fmla="*/ 2820434 w 4379260"/>
                <a:gd name="connsiteY449" fmla="*/ 1439185 h 6858000"/>
                <a:gd name="connsiteX450" fmla="*/ 2813904 w 4379260"/>
                <a:gd name="connsiteY450" fmla="*/ 1398374 h 6858000"/>
                <a:gd name="connsiteX451" fmla="*/ 2813360 w 4379260"/>
                <a:gd name="connsiteY451" fmla="*/ 1387491 h 6858000"/>
                <a:gd name="connsiteX452" fmla="*/ 2812816 w 4379260"/>
                <a:gd name="connsiteY452" fmla="*/ 1377152 h 6858000"/>
                <a:gd name="connsiteX453" fmla="*/ 2810095 w 4379260"/>
                <a:gd name="connsiteY453" fmla="*/ 1359739 h 6858000"/>
                <a:gd name="connsiteX454" fmla="*/ 2813360 w 4379260"/>
                <a:gd name="connsiteY454" fmla="*/ 1358651 h 6858000"/>
                <a:gd name="connsiteX455" fmla="*/ 2816081 w 4379260"/>
                <a:gd name="connsiteY455" fmla="*/ 1358106 h 6858000"/>
                <a:gd name="connsiteX456" fmla="*/ 2818258 w 4379260"/>
                <a:gd name="connsiteY456" fmla="*/ 1352665 h 6858000"/>
                <a:gd name="connsiteX457" fmla="*/ 2008633 w 4379260"/>
                <a:gd name="connsiteY457" fmla="*/ 1351849 h 6858000"/>
                <a:gd name="connsiteX458" fmla="*/ 2009177 w 4379260"/>
                <a:gd name="connsiteY458" fmla="*/ 1352665 h 6858000"/>
                <a:gd name="connsiteX459" fmla="*/ 2008633 w 4379260"/>
                <a:gd name="connsiteY459" fmla="*/ 1358106 h 6858000"/>
                <a:gd name="connsiteX460" fmla="*/ 2009177 w 4379260"/>
                <a:gd name="connsiteY460" fmla="*/ 1363004 h 6858000"/>
                <a:gd name="connsiteX461" fmla="*/ 2008088 w 4379260"/>
                <a:gd name="connsiteY461" fmla="*/ 1361915 h 6858000"/>
                <a:gd name="connsiteX462" fmla="*/ 2006456 w 4379260"/>
                <a:gd name="connsiteY462" fmla="*/ 1361371 h 6858000"/>
                <a:gd name="connsiteX463" fmla="*/ 2003735 w 4379260"/>
                <a:gd name="connsiteY463" fmla="*/ 1363548 h 6858000"/>
                <a:gd name="connsiteX464" fmla="*/ 2004824 w 4379260"/>
                <a:gd name="connsiteY464" fmla="*/ 1365725 h 6858000"/>
                <a:gd name="connsiteX465" fmla="*/ 2006456 w 4379260"/>
                <a:gd name="connsiteY465" fmla="*/ 1367357 h 6858000"/>
                <a:gd name="connsiteX466" fmla="*/ 2008633 w 4379260"/>
                <a:gd name="connsiteY466" fmla="*/ 1370078 h 6858000"/>
                <a:gd name="connsiteX467" fmla="*/ 2008088 w 4379260"/>
                <a:gd name="connsiteY467" fmla="*/ 1371166 h 6858000"/>
                <a:gd name="connsiteX468" fmla="*/ 2007544 w 4379260"/>
                <a:gd name="connsiteY468" fmla="*/ 1371166 h 6858000"/>
                <a:gd name="connsiteX469" fmla="*/ 2004824 w 4379260"/>
                <a:gd name="connsiteY469" fmla="*/ 1376063 h 6858000"/>
                <a:gd name="connsiteX470" fmla="*/ 2005912 w 4379260"/>
                <a:gd name="connsiteY470" fmla="*/ 1379873 h 6858000"/>
                <a:gd name="connsiteX471" fmla="*/ 2006456 w 4379260"/>
                <a:gd name="connsiteY471" fmla="*/ 1381505 h 6858000"/>
                <a:gd name="connsiteX472" fmla="*/ 2006456 w 4379260"/>
                <a:gd name="connsiteY472" fmla="*/ 1383137 h 6858000"/>
                <a:gd name="connsiteX473" fmla="*/ 2007000 w 4379260"/>
                <a:gd name="connsiteY473" fmla="*/ 1380961 h 6858000"/>
                <a:gd name="connsiteX474" fmla="*/ 2007544 w 4379260"/>
                <a:gd name="connsiteY474" fmla="*/ 1378784 h 6858000"/>
                <a:gd name="connsiteX475" fmla="*/ 2008633 w 4379260"/>
                <a:gd name="connsiteY475" fmla="*/ 1376063 h 6858000"/>
                <a:gd name="connsiteX476" fmla="*/ 2008088 w 4379260"/>
                <a:gd name="connsiteY476" fmla="*/ 1390211 h 6858000"/>
                <a:gd name="connsiteX477" fmla="*/ 2008633 w 4379260"/>
                <a:gd name="connsiteY477" fmla="*/ 1407624 h 6858000"/>
                <a:gd name="connsiteX478" fmla="*/ 2009721 w 4379260"/>
                <a:gd name="connsiteY478" fmla="*/ 1423405 h 6858000"/>
                <a:gd name="connsiteX479" fmla="*/ 2010809 w 4379260"/>
                <a:gd name="connsiteY479" fmla="*/ 1439185 h 6858000"/>
                <a:gd name="connsiteX480" fmla="*/ 2004280 w 4379260"/>
                <a:gd name="connsiteY480" fmla="*/ 1398374 h 6858000"/>
                <a:gd name="connsiteX481" fmla="*/ 2003735 w 4379260"/>
                <a:gd name="connsiteY481" fmla="*/ 1387491 h 6858000"/>
                <a:gd name="connsiteX482" fmla="*/ 2003191 w 4379260"/>
                <a:gd name="connsiteY482" fmla="*/ 1377152 h 6858000"/>
                <a:gd name="connsiteX483" fmla="*/ 2000470 w 4379260"/>
                <a:gd name="connsiteY483" fmla="*/ 1359739 h 6858000"/>
                <a:gd name="connsiteX484" fmla="*/ 2003735 w 4379260"/>
                <a:gd name="connsiteY484" fmla="*/ 1358651 h 6858000"/>
                <a:gd name="connsiteX485" fmla="*/ 2006456 w 4379260"/>
                <a:gd name="connsiteY485" fmla="*/ 1358106 h 6858000"/>
                <a:gd name="connsiteX486" fmla="*/ 2008633 w 4379260"/>
                <a:gd name="connsiteY486" fmla="*/ 1352665 h 6858000"/>
                <a:gd name="connsiteX487" fmla="*/ 2817713 w 4379260"/>
                <a:gd name="connsiteY487" fmla="*/ 1351032 h 6858000"/>
                <a:gd name="connsiteX488" fmla="*/ 2818258 w 4379260"/>
                <a:gd name="connsiteY488" fmla="*/ 1351032 h 6858000"/>
                <a:gd name="connsiteX489" fmla="*/ 2818258 w 4379260"/>
                <a:gd name="connsiteY489" fmla="*/ 1351849 h 6858000"/>
                <a:gd name="connsiteX490" fmla="*/ 2008089 w 4379260"/>
                <a:gd name="connsiteY490" fmla="*/ 1351032 h 6858000"/>
                <a:gd name="connsiteX491" fmla="*/ 2008633 w 4379260"/>
                <a:gd name="connsiteY491" fmla="*/ 1351032 h 6858000"/>
                <a:gd name="connsiteX492" fmla="*/ 2008633 w 4379260"/>
                <a:gd name="connsiteY492" fmla="*/ 1351849 h 6858000"/>
                <a:gd name="connsiteX493" fmla="*/ 2959737 w 4379260"/>
                <a:gd name="connsiteY493" fmla="*/ 1342326 h 6858000"/>
                <a:gd name="connsiteX494" fmla="*/ 2960826 w 4379260"/>
                <a:gd name="connsiteY494" fmla="*/ 1342870 h 6858000"/>
                <a:gd name="connsiteX495" fmla="*/ 2962458 w 4379260"/>
                <a:gd name="connsiteY495" fmla="*/ 1343414 h 6858000"/>
                <a:gd name="connsiteX496" fmla="*/ 2963002 w 4379260"/>
                <a:gd name="connsiteY496" fmla="*/ 1345047 h 6858000"/>
                <a:gd name="connsiteX497" fmla="*/ 2962458 w 4379260"/>
                <a:gd name="connsiteY497" fmla="*/ 1345047 h 6858000"/>
                <a:gd name="connsiteX498" fmla="*/ 2959737 w 4379260"/>
                <a:gd name="connsiteY498" fmla="*/ 1342326 h 6858000"/>
                <a:gd name="connsiteX499" fmla="*/ 2150112 w 4379260"/>
                <a:gd name="connsiteY499" fmla="*/ 1342326 h 6858000"/>
                <a:gd name="connsiteX500" fmla="*/ 2151201 w 4379260"/>
                <a:gd name="connsiteY500" fmla="*/ 1342870 h 6858000"/>
                <a:gd name="connsiteX501" fmla="*/ 2152833 w 4379260"/>
                <a:gd name="connsiteY501" fmla="*/ 1343414 h 6858000"/>
                <a:gd name="connsiteX502" fmla="*/ 2153377 w 4379260"/>
                <a:gd name="connsiteY502" fmla="*/ 1345047 h 6858000"/>
                <a:gd name="connsiteX503" fmla="*/ 2152833 w 4379260"/>
                <a:gd name="connsiteY503" fmla="*/ 1345047 h 6858000"/>
                <a:gd name="connsiteX504" fmla="*/ 2150112 w 4379260"/>
                <a:gd name="connsiteY504" fmla="*/ 1342326 h 6858000"/>
                <a:gd name="connsiteX505" fmla="*/ 2961914 w 4379260"/>
                <a:gd name="connsiteY505" fmla="*/ 1339061 h 6858000"/>
                <a:gd name="connsiteX506" fmla="*/ 2963546 w 4379260"/>
                <a:gd name="connsiteY506" fmla="*/ 1339605 h 6858000"/>
                <a:gd name="connsiteX507" fmla="*/ 2964090 w 4379260"/>
                <a:gd name="connsiteY507" fmla="*/ 1340694 h 6858000"/>
                <a:gd name="connsiteX508" fmla="*/ 2961914 w 4379260"/>
                <a:gd name="connsiteY508" fmla="*/ 1340149 h 6858000"/>
                <a:gd name="connsiteX509" fmla="*/ 2152289 w 4379260"/>
                <a:gd name="connsiteY509" fmla="*/ 1339061 h 6858000"/>
                <a:gd name="connsiteX510" fmla="*/ 2153921 w 4379260"/>
                <a:gd name="connsiteY510" fmla="*/ 1339605 h 6858000"/>
                <a:gd name="connsiteX511" fmla="*/ 2154466 w 4379260"/>
                <a:gd name="connsiteY511" fmla="*/ 1340694 h 6858000"/>
                <a:gd name="connsiteX512" fmla="*/ 2152289 w 4379260"/>
                <a:gd name="connsiteY512" fmla="*/ 1340149 h 6858000"/>
                <a:gd name="connsiteX513" fmla="*/ 1541083 w 4379260"/>
                <a:gd name="connsiteY513" fmla="*/ 1334466 h 6858000"/>
                <a:gd name="connsiteX514" fmla="*/ 1527741 w 4379260"/>
                <a:gd name="connsiteY514" fmla="*/ 1341238 h 6858000"/>
                <a:gd name="connsiteX515" fmla="*/ 1537536 w 4379260"/>
                <a:gd name="connsiteY515" fmla="*/ 1335796 h 6858000"/>
                <a:gd name="connsiteX516" fmla="*/ 2965723 w 4379260"/>
                <a:gd name="connsiteY516" fmla="*/ 1333620 h 6858000"/>
                <a:gd name="connsiteX517" fmla="*/ 2966811 w 4379260"/>
                <a:gd name="connsiteY517" fmla="*/ 1334708 h 6858000"/>
                <a:gd name="connsiteX518" fmla="*/ 2966811 w 4379260"/>
                <a:gd name="connsiteY518" fmla="*/ 1335796 h 6858000"/>
                <a:gd name="connsiteX519" fmla="*/ 2965179 w 4379260"/>
                <a:gd name="connsiteY519" fmla="*/ 1335252 h 6858000"/>
                <a:gd name="connsiteX520" fmla="*/ 2965179 w 4379260"/>
                <a:gd name="connsiteY520" fmla="*/ 1334164 h 6858000"/>
                <a:gd name="connsiteX521" fmla="*/ 2965723 w 4379260"/>
                <a:gd name="connsiteY521" fmla="*/ 1333620 h 6858000"/>
                <a:gd name="connsiteX522" fmla="*/ 2156098 w 4379260"/>
                <a:gd name="connsiteY522" fmla="*/ 1333620 h 6858000"/>
                <a:gd name="connsiteX523" fmla="*/ 2157186 w 4379260"/>
                <a:gd name="connsiteY523" fmla="*/ 1334708 h 6858000"/>
                <a:gd name="connsiteX524" fmla="*/ 2157186 w 4379260"/>
                <a:gd name="connsiteY524" fmla="*/ 1335796 h 6858000"/>
                <a:gd name="connsiteX525" fmla="*/ 2155554 w 4379260"/>
                <a:gd name="connsiteY525" fmla="*/ 1335252 h 6858000"/>
                <a:gd name="connsiteX526" fmla="*/ 2155554 w 4379260"/>
                <a:gd name="connsiteY526" fmla="*/ 1334164 h 6858000"/>
                <a:gd name="connsiteX527" fmla="*/ 2156098 w 4379260"/>
                <a:gd name="connsiteY527" fmla="*/ 1333620 h 6858000"/>
                <a:gd name="connsiteX528" fmla="*/ 1422589 w 4379260"/>
                <a:gd name="connsiteY528" fmla="*/ 1333620 h 6858000"/>
                <a:gd name="connsiteX529" fmla="*/ 1423134 w 4379260"/>
                <a:gd name="connsiteY529" fmla="*/ 1335252 h 6858000"/>
                <a:gd name="connsiteX530" fmla="*/ 1423678 w 4379260"/>
                <a:gd name="connsiteY530" fmla="*/ 1336340 h 6858000"/>
                <a:gd name="connsiteX531" fmla="*/ 1424222 w 4379260"/>
                <a:gd name="connsiteY531" fmla="*/ 1338517 h 6858000"/>
                <a:gd name="connsiteX532" fmla="*/ 1423678 w 4379260"/>
                <a:gd name="connsiteY532" fmla="*/ 1341238 h 6858000"/>
                <a:gd name="connsiteX533" fmla="*/ 1422589 w 4379260"/>
                <a:gd name="connsiteY533" fmla="*/ 1341782 h 6858000"/>
                <a:gd name="connsiteX534" fmla="*/ 1420957 w 4379260"/>
                <a:gd name="connsiteY534" fmla="*/ 1339605 h 6858000"/>
                <a:gd name="connsiteX535" fmla="*/ 1422045 w 4379260"/>
                <a:gd name="connsiteY535" fmla="*/ 1336884 h 6858000"/>
                <a:gd name="connsiteX536" fmla="*/ 2988578 w 4379260"/>
                <a:gd name="connsiteY536" fmla="*/ 1333075 h 6858000"/>
                <a:gd name="connsiteX537" fmla="*/ 2989122 w 4379260"/>
                <a:gd name="connsiteY537" fmla="*/ 1334708 h 6858000"/>
                <a:gd name="connsiteX538" fmla="*/ 2986401 w 4379260"/>
                <a:gd name="connsiteY538" fmla="*/ 1339605 h 6858000"/>
                <a:gd name="connsiteX539" fmla="*/ 2983680 w 4379260"/>
                <a:gd name="connsiteY539" fmla="*/ 1343414 h 6858000"/>
                <a:gd name="connsiteX540" fmla="*/ 2983680 w 4379260"/>
                <a:gd name="connsiteY540" fmla="*/ 1344503 h 6858000"/>
                <a:gd name="connsiteX541" fmla="*/ 2984768 w 4379260"/>
                <a:gd name="connsiteY541" fmla="*/ 1348312 h 6858000"/>
                <a:gd name="connsiteX542" fmla="*/ 2983680 w 4379260"/>
                <a:gd name="connsiteY542" fmla="*/ 1348312 h 6858000"/>
                <a:gd name="connsiteX543" fmla="*/ 2982048 w 4379260"/>
                <a:gd name="connsiteY543" fmla="*/ 1348856 h 6858000"/>
                <a:gd name="connsiteX544" fmla="*/ 2981504 w 4379260"/>
                <a:gd name="connsiteY544" fmla="*/ 1349944 h 6858000"/>
                <a:gd name="connsiteX545" fmla="*/ 2979871 w 4379260"/>
                <a:gd name="connsiteY545" fmla="*/ 1350488 h 6858000"/>
                <a:gd name="connsiteX546" fmla="*/ 2963248 w 4379260"/>
                <a:gd name="connsiteY546" fmla="*/ 1377415 h 6858000"/>
                <a:gd name="connsiteX547" fmla="*/ 2964090 w 4379260"/>
                <a:gd name="connsiteY547" fmla="*/ 1375519 h 6858000"/>
                <a:gd name="connsiteX548" fmla="*/ 2965723 w 4379260"/>
                <a:gd name="connsiteY548" fmla="*/ 1370078 h 6858000"/>
                <a:gd name="connsiteX549" fmla="*/ 2970076 w 4379260"/>
                <a:gd name="connsiteY549" fmla="*/ 1360283 h 6858000"/>
                <a:gd name="connsiteX550" fmla="*/ 2971709 w 4379260"/>
                <a:gd name="connsiteY550" fmla="*/ 1358651 h 6858000"/>
                <a:gd name="connsiteX551" fmla="*/ 2973885 w 4379260"/>
                <a:gd name="connsiteY551" fmla="*/ 1357562 h 6858000"/>
                <a:gd name="connsiteX552" fmla="*/ 2976606 w 4379260"/>
                <a:gd name="connsiteY552" fmla="*/ 1354841 h 6858000"/>
                <a:gd name="connsiteX553" fmla="*/ 2978783 w 4379260"/>
                <a:gd name="connsiteY553" fmla="*/ 1348856 h 6858000"/>
                <a:gd name="connsiteX554" fmla="*/ 2980415 w 4379260"/>
                <a:gd name="connsiteY554" fmla="*/ 1342870 h 6858000"/>
                <a:gd name="connsiteX555" fmla="*/ 2988578 w 4379260"/>
                <a:gd name="connsiteY555" fmla="*/ 1333075 h 6858000"/>
                <a:gd name="connsiteX556" fmla="*/ 2178952 w 4379260"/>
                <a:gd name="connsiteY556" fmla="*/ 1333075 h 6858000"/>
                <a:gd name="connsiteX557" fmla="*/ 2179497 w 4379260"/>
                <a:gd name="connsiteY557" fmla="*/ 1334708 h 6858000"/>
                <a:gd name="connsiteX558" fmla="*/ 2176776 w 4379260"/>
                <a:gd name="connsiteY558" fmla="*/ 1339605 h 6858000"/>
                <a:gd name="connsiteX559" fmla="*/ 2174055 w 4379260"/>
                <a:gd name="connsiteY559" fmla="*/ 1343414 h 6858000"/>
                <a:gd name="connsiteX560" fmla="*/ 2174055 w 4379260"/>
                <a:gd name="connsiteY560" fmla="*/ 1344503 h 6858000"/>
                <a:gd name="connsiteX561" fmla="*/ 2175143 w 4379260"/>
                <a:gd name="connsiteY561" fmla="*/ 1348312 h 6858000"/>
                <a:gd name="connsiteX562" fmla="*/ 2174055 w 4379260"/>
                <a:gd name="connsiteY562" fmla="*/ 1348312 h 6858000"/>
                <a:gd name="connsiteX563" fmla="*/ 2172423 w 4379260"/>
                <a:gd name="connsiteY563" fmla="*/ 1348856 h 6858000"/>
                <a:gd name="connsiteX564" fmla="*/ 2171878 w 4379260"/>
                <a:gd name="connsiteY564" fmla="*/ 1349944 h 6858000"/>
                <a:gd name="connsiteX565" fmla="*/ 2170246 w 4379260"/>
                <a:gd name="connsiteY565" fmla="*/ 1350488 h 6858000"/>
                <a:gd name="connsiteX566" fmla="*/ 2153624 w 4379260"/>
                <a:gd name="connsiteY566" fmla="*/ 1377413 h 6858000"/>
                <a:gd name="connsiteX567" fmla="*/ 2154466 w 4379260"/>
                <a:gd name="connsiteY567" fmla="*/ 1375519 h 6858000"/>
                <a:gd name="connsiteX568" fmla="*/ 2156098 w 4379260"/>
                <a:gd name="connsiteY568" fmla="*/ 1370078 h 6858000"/>
                <a:gd name="connsiteX569" fmla="*/ 2160451 w 4379260"/>
                <a:gd name="connsiteY569" fmla="*/ 1360283 h 6858000"/>
                <a:gd name="connsiteX570" fmla="*/ 2162084 w 4379260"/>
                <a:gd name="connsiteY570" fmla="*/ 1358651 h 6858000"/>
                <a:gd name="connsiteX571" fmla="*/ 2164260 w 4379260"/>
                <a:gd name="connsiteY571" fmla="*/ 1357562 h 6858000"/>
                <a:gd name="connsiteX572" fmla="*/ 2166981 w 4379260"/>
                <a:gd name="connsiteY572" fmla="*/ 1354841 h 6858000"/>
                <a:gd name="connsiteX573" fmla="*/ 2169158 w 4379260"/>
                <a:gd name="connsiteY573" fmla="*/ 1348856 h 6858000"/>
                <a:gd name="connsiteX574" fmla="*/ 2170790 w 4379260"/>
                <a:gd name="connsiteY574" fmla="*/ 1342870 h 6858000"/>
                <a:gd name="connsiteX575" fmla="*/ 2178952 w 4379260"/>
                <a:gd name="connsiteY575" fmla="*/ 1333075 h 6858000"/>
                <a:gd name="connsiteX576" fmla="*/ 2968988 w 4379260"/>
                <a:gd name="connsiteY576" fmla="*/ 1329266 h 6858000"/>
                <a:gd name="connsiteX577" fmla="*/ 2970076 w 4379260"/>
                <a:gd name="connsiteY577" fmla="*/ 1329266 h 6858000"/>
                <a:gd name="connsiteX578" fmla="*/ 2970076 w 4379260"/>
                <a:gd name="connsiteY578" fmla="*/ 1330355 h 6858000"/>
                <a:gd name="connsiteX579" fmla="*/ 2969532 w 4379260"/>
                <a:gd name="connsiteY579" fmla="*/ 1330899 h 6858000"/>
                <a:gd name="connsiteX580" fmla="*/ 2968444 w 4379260"/>
                <a:gd name="connsiteY580" fmla="*/ 1330355 h 6858000"/>
                <a:gd name="connsiteX581" fmla="*/ 2967900 w 4379260"/>
                <a:gd name="connsiteY581" fmla="*/ 1330355 h 6858000"/>
                <a:gd name="connsiteX582" fmla="*/ 2967900 w 4379260"/>
                <a:gd name="connsiteY582" fmla="*/ 1329810 h 6858000"/>
                <a:gd name="connsiteX583" fmla="*/ 2968988 w 4379260"/>
                <a:gd name="connsiteY583" fmla="*/ 1329266 h 6858000"/>
                <a:gd name="connsiteX584" fmla="*/ 2841656 w 4379260"/>
                <a:gd name="connsiteY584" fmla="*/ 1329266 h 6858000"/>
                <a:gd name="connsiteX585" fmla="*/ 2842200 w 4379260"/>
                <a:gd name="connsiteY585" fmla="*/ 1329266 h 6858000"/>
                <a:gd name="connsiteX586" fmla="*/ 2843833 w 4379260"/>
                <a:gd name="connsiteY586" fmla="*/ 1330355 h 6858000"/>
                <a:gd name="connsiteX587" fmla="*/ 2843833 w 4379260"/>
                <a:gd name="connsiteY587" fmla="*/ 1331987 h 6858000"/>
                <a:gd name="connsiteX588" fmla="*/ 2843289 w 4379260"/>
                <a:gd name="connsiteY588" fmla="*/ 1333075 h 6858000"/>
                <a:gd name="connsiteX589" fmla="*/ 2842744 w 4379260"/>
                <a:gd name="connsiteY589" fmla="*/ 1332531 h 6858000"/>
                <a:gd name="connsiteX590" fmla="*/ 2841656 w 4379260"/>
                <a:gd name="connsiteY590" fmla="*/ 1331443 h 6858000"/>
                <a:gd name="connsiteX591" fmla="*/ 2159363 w 4379260"/>
                <a:gd name="connsiteY591" fmla="*/ 1329266 h 6858000"/>
                <a:gd name="connsiteX592" fmla="*/ 2160451 w 4379260"/>
                <a:gd name="connsiteY592" fmla="*/ 1329266 h 6858000"/>
                <a:gd name="connsiteX593" fmla="*/ 2160451 w 4379260"/>
                <a:gd name="connsiteY593" fmla="*/ 1330355 h 6858000"/>
                <a:gd name="connsiteX594" fmla="*/ 2159907 w 4379260"/>
                <a:gd name="connsiteY594" fmla="*/ 1330899 h 6858000"/>
                <a:gd name="connsiteX595" fmla="*/ 2158819 w 4379260"/>
                <a:gd name="connsiteY595" fmla="*/ 1330355 h 6858000"/>
                <a:gd name="connsiteX596" fmla="*/ 2158275 w 4379260"/>
                <a:gd name="connsiteY596" fmla="*/ 1330355 h 6858000"/>
                <a:gd name="connsiteX597" fmla="*/ 2158275 w 4379260"/>
                <a:gd name="connsiteY597" fmla="*/ 1329810 h 6858000"/>
                <a:gd name="connsiteX598" fmla="*/ 2159363 w 4379260"/>
                <a:gd name="connsiteY598" fmla="*/ 1329266 h 6858000"/>
                <a:gd name="connsiteX599" fmla="*/ 2032031 w 4379260"/>
                <a:gd name="connsiteY599" fmla="*/ 1329266 h 6858000"/>
                <a:gd name="connsiteX600" fmla="*/ 2032575 w 4379260"/>
                <a:gd name="connsiteY600" fmla="*/ 1329266 h 6858000"/>
                <a:gd name="connsiteX601" fmla="*/ 2034208 w 4379260"/>
                <a:gd name="connsiteY601" fmla="*/ 1330355 h 6858000"/>
                <a:gd name="connsiteX602" fmla="*/ 2034208 w 4379260"/>
                <a:gd name="connsiteY602" fmla="*/ 1331987 h 6858000"/>
                <a:gd name="connsiteX603" fmla="*/ 2033664 w 4379260"/>
                <a:gd name="connsiteY603" fmla="*/ 1333075 h 6858000"/>
                <a:gd name="connsiteX604" fmla="*/ 2033120 w 4379260"/>
                <a:gd name="connsiteY604" fmla="*/ 1332531 h 6858000"/>
                <a:gd name="connsiteX605" fmla="*/ 2032031 w 4379260"/>
                <a:gd name="connsiteY605" fmla="*/ 1331443 h 6858000"/>
                <a:gd name="connsiteX606" fmla="*/ 1551930 w 4379260"/>
                <a:gd name="connsiteY606" fmla="*/ 1328960 h 6858000"/>
                <a:gd name="connsiteX607" fmla="*/ 1549507 w 4379260"/>
                <a:gd name="connsiteY607" fmla="*/ 1330899 h 6858000"/>
                <a:gd name="connsiteX608" fmla="*/ 1545698 w 4379260"/>
                <a:gd name="connsiteY608" fmla="*/ 1332531 h 6858000"/>
                <a:gd name="connsiteX609" fmla="*/ 1541889 w 4379260"/>
                <a:gd name="connsiteY609" fmla="*/ 1334164 h 6858000"/>
                <a:gd name="connsiteX610" fmla="*/ 1541083 w 4379260"/>
                <a:gd name="connsiteY610" fmla="*/ 1334466 h 6858000"/>
                <a:gd name="connsiteX611" fmla="*/ 3109975 w 4379260"/>
                <a:gd name="connsiteY611" fmla="*/ 1320560 h 6858000"/>
                <a:gd name="connsiteX612" fmla="*/ 3093106 w 4379260"/>
                <a:gd name="connsiteY612" fmla="*/ 1378784 h 6858000"/>
                <a:gd name="connsiteX613" fmla="*/ 3092562 w 4379260"/>
                <a:gd name="connsiteY613" fmla="*/ 1379873 h 6858000"/>
                <a:gd name="connsiteX614" fmla="*/ 3069707 w 4379260"/>
                <a:gd name="connsiteY614" fmla="*/ 1394565 h 6858000"/>
                <a:gd name="connsiteX615" fmla="*/ 3061001 w 4379260"/>
                <a:gd name="connsiteY615" fmla="*/ 1395653 h 6858000"/>
                <a:gd name="connsiteX616" fmla="*/ 3058280 w 4379260"/>
                <a:gd name="connsiteY616" fmla="*/ 1395653 h 6858000"/>
                <a:gd name="connsiteX617" fmla="*/ 3053927 w 4379260"/>
                <a:gd name="connsiteY617" fmla="*/ 1395109 h 6858000"/>
                <a:gd name="connsiteX618" fmla="*/ 3052838 w 4379260"/>
                <a:gd name="connsiteY618" fmla="*/ 1394565 h 6858000"/>
                <a:gd name="connsiteX619" fmla="*/ 3052294 w 4379260"/>
                <a:gd name="connsiteY619" fmla="*/ 1393476 h 6858000"/>
                <a:gd name="connsiteX620" fmla="*/ 3051750 w 4379260"/>
                <a:gd name="connsiteY620" fmla="*/ 1392932 h 6858000"/>
                <a:gd name="connsiteX621" fmla="*/ 3051750 w 4379260"/>
                <a:gd name="connsiteY621" fmla="*/ 1391844 h 6858000"/>
                <a:gd name="connsiteX622" fmla="*/ 3051206 w 4379260"/>
                <a:gd name="connsiteY622" fmla="*/ 1389123 h 6858000"/>
                <a:gd name="connsiteX623" fmla="*/ 3051750 w 4379260"/>
                <a:gd name="connsiteY623" fmla="*/ 1384770 h 6858000"/>
                <a:gd name="connsiteX624" fmla="*/ 3056648 w 4379260"/>
                <a:gd name="connsiteY624" fmla="*/ 1372254 h 6858000"/>
                <a:gd name="connsiteX625" fmla="*/ 3064810 w 4379260"/>
                <a:gd name="connsiteY625" fmla="*/ 1359195 h 6858000"/>
                <a:gd name="connsiteX626" fmla="*/ 3066442 w 4379260"/>
                <a:gd name="connsiteY626" fmla="*/ 1357562 h 6858000"/>
                <a:gd name="connsiteX627" fmla="*/ 3068075 w 4379260"/>
                <a:gd name="connsiteY627" fmla="*/ 1355930 h 6858000"/>
                <a:gd name="connsiteX628" fmla="*/ 3071340 w 4379260"/>
                <a:gd name="connsiteY628" fmla="*/ 1352665 h 6858000"/>
                <a:gd name="connsiteX629" fmla="*/ 3078414 w 4379260"/>
                <a:gd name="connsiteY629" fmla="*/ 1345591 h 6858000"/>
                <a:gd name="connsiteX630" fmla="*/ 3093650 w 4379260"/>
                <a:gd name="connsiteY630" fmla="*/ 1332531 h 6858000"/>
                <a:gd name="connsiteX631" fmla="*/ 3101812 w 4379260"/>
                <a:gd name="connsiteY631" fmla="*/ 1326546 h 6858000"/>
                <a:gd name="connsiteX632" fmla="*/ 2282393 w 4379260"/>
                <a:gd name="connsiteY632" fmla="*/ 1315662 h 6858000"/>
                <a:gd name="connsiteX633" fmla="*/ 2283481 w 4379260"/>
                <a:gd name="connsiteY633" fmla="*/ 1315662 h 6858000"/>
                <a:gd name="connsiteX634" fmla="*/ 2286202 w 4379260"/>
                <a:gd name="connsiteY634" fmla="*/ 1316207 h 6858000"/>
                <a:gd name="connsiteX635" fmla="*/ 2288378 w 4379260"/>
                <a:gd name="connsiteY635" fmla="*/ 1316207 h 6858000"/>
                <a:gd name="connsiteX636" fmla="*/ 2286746 w 4379260"/>
                <a:gd name="connsiteY636" fmla="*/ 1317295 h 6858000"/>
                <a:gd name="connsiteX637" fmla="*/ 2280760 w 4379260"/>
                <a:gd name="connsiteY637" fmla="*/ 1317295 h 6858000"/>
                <a:gd name="connsiteX638" fmla="*/ 2280760 w 4379260"/>
                <a:gd name="connsiteY638" fmla="*/ 1316207 h 6858000"/>
                <a:gd name="connsiteX639" fmla="*/ 2282393 w 4379260"/>
                <a:gd name="connsiteY639" fmla="*/ 1315662 h 6858000"/>
                <a:gd name="connsiteX640" fmla="*/ 2293820 w 4379260"/>
                <a:gd name="connsiteY640" fmla="*/ 1314574 h 6858000"/>
                <a:gd name="connsiteX641" fmla="*/ 2294908 w 4379260"/>
                <a:gd name="connsiteY641" fmla="*/ 1315118 h 6858000"/>
                <a:gd name="connsiteX642" fmla="*/ 2295452 w 4379260"/>
                <a:gd name="connsiteY642" fmla="*/ 1315118 h 6858000"/>
                <a:gd name="connsiteX643" fmla="*/ 2296541 w 4379260"/>
                <a:gd name="connsiteY643" fmla="*/ 1316751 h 6858000"/>
                <a:gd name="connsiteX644" fmla="*/ 2294364 w 4379260"/>
                <a:gd name="connsiteY644" fmla="*/ 1317295 h 6858000"/>
                <a:gd name="connsiteX645" fmla="*/ 2292732 w 4379260"/>
                <a:gd name="connsiteY645" fmla="*/ 1316751 h 6858000"/>
                <a:gd name="connsiteX646" fmla="*/ 2291643 w 4379260"/>
                <a:gd name="connsiteY646" fmla="*/ 1315662 h 6858000"/>
                <a:gd name="connsiteX647" fmla="*/ 2309600 w 4379260"/>
                <a:gd name="connsiteY647" fmla="*/ 1313486 h 6858000"/>
                <a:gd name="connsiteX648" fmla="*/ 2313954 w 4379260"/>
                <a:gd name="connsiteY648" fmla="*/ 1313486 h 6858000"/>
                <a:gd name="connsiteX649" fmla="*/ 2313954 w 4379260"/>
                <a:gd name="connsiteY649" fmla="*/ 1314030 h 6858000"/>
                <a:gd name="connsiteX650" fmla="*/ 2311777 w 4379260"/>
                <a:gd name="connsiteY650" fmla="*/ 1315662 h 6858000"/>
                <a:gd name="connsiteX651" fmla="*/ 2308512 w 4379260"/>
                <a:gd name="connsiteY651" fmla="*/ 1316207 h 6858000"/>
                <a:gd name="connsiteX652" fmla="*/ 2306335 w 4379260"/>
                <a:gd name="connsiteY652" fmla="*/ 1317295 h 6858000"/>
                <a:gd name="connsiteX653" fmla="*/ 2304703 w 4379260"/>
                <a:gd name="connsiteY653" fmla="*/ 1315118 h 6858000"/>
                <a:gd name="connsiteX654" fmla="*/ 2309600 w 4379260"/>
                <a:gd name="connsiteY654" fmla="*/ 1313486 h 6858000"/>
                <a:gd name="connsiteX655" fmla="*/ 2247023 w 4379260"/>
                <a:gd name="connsiteY655" fmla="*/ 1309133 h 6858000"/>
                <a:gd name="connsiteX656" fmla="*/ 2252464 w 4379260"/>
                <a:gd name="connsiteY656" fmla="*/ 1312398 h 6858000"/>
                <a:gd name="connsiteX657" fmla="*/ 2254097 w 4379260"/>
                <a:gd name="connsiteY657" fmla="*/ 1314030 h 6858000"/>
                <a:gd name="connsiteX658" fmla="*/ 2255729 w 4379260"/>
                <a:gd name="connsiteY658" fmla="*/ 1315118 h 6858000"/>
                <a:gd name="connsiteX659" fmla="*/ 2254641 w 4379260"/>
                <a:gd name="connsiteY659" fmla="*/ 1316207 h 6858000"/>
                <a:gd name="connsiteX660" fmla="*/ 2251920 w 4379260"/>
                <a:gd name="connsiteY660" fmla="*/ 1315118 h 6858000"/>
                <a:gd name="connsiteX661" fmla="*/ 2249744 w 4379260"/>
                <a:gd name="connsiteY661" fmla="*/ 1312942 h 6858000"/>
                <a:gd name="connsiteX662" fmla="*/ 2247023 w 4379260"/>
                <a:gd name="connsiteY662" fmla="*/ 1311309 h 6858000"/>
                <a:gd name="connsiteX663" fmla="*/ 2980959 w 4379260"/>
                <a:gd name="connsiteY663" fmla="*/ 1303147 h 6858000"/>
                <a:gd name="connsiteX664" fmla="*/ 2982592 w 4379260"/>
                <a:gd name="connsiteY664" fmla="*/ 1304779 h 6858000"/>
                <a:gd name="connsiteX665" fmla="*/ 2982592 w 4379260"/>
                <a:gd name="connsiteY665" fmla="*/ 1306412 h 6858000"/>
                <a:gd name="connsiteX666" fmla="*/ 2980959 w 4379260"/>
                <a:gd name="connsiteY666" fmla="*/ 1303691 h 6858000"/>
                <a:gd name="connsiteX667" fmla="*/ 2253008 w 4379260"/>
                <a:gd name="connsiteY667" fmla="*/ 1303147 h 6858000"/>
                <a:gd name="connsiteX668" fmla="*/ 2262259 w 4379260"/>
                <a:gd name="connsiteY668" fmla="*/ 1308589 h 6858000"/>
                <a:gd name="connsiteX669" fmla="*/ 2264980 w 4379260"/>
                <a:gd name="connsiteY669" fmla="*/ 1309677 h 6858000"/>
                <a:gd name="connsiteX670" fmla="*/ 2266612 w 4379260"/>
                <a:gd name="connsiteY670" fmla="*/ 1310765 h 6858000"/>
                <a:gd name="connsiteX671" fmla="*/ 2270965 w 4379260"/>
                <a:gd name="connsiteY671" fmla="*/ 1312942 h 6858000"/>
                <a:gd name="connsiteX672" fmla="*/ 2275863 w 4379260"/>
                <a:gd name="connsiteY672" fmla="*/ 1314030 h 6858000"/>
                <a:gd name="connsiteX673" fmla="*/ 2272598 w 4379260"/>
                <a:gd name="connsiteY673" fmla="*/ 1314574 h 6858000"/>
                <a:gd name="connsiteX674" fmla="*/ 2265524 w 4379260"/>
                <a:gd name="connsiteY674" fmla="*/ 1312942 h 6858000"/>
                <a:gd name="connsiteX675" fmla="*/ 2256818 w 4379260"/>
                <a:gd name="connsiteY675" fmla="*/ 1308044 h 6858000"/>
                <a:gd name="connsiteX676" fmla="*/ 2253008 w 4379260"/>
                <a:gd name="connsiteY676" fmla="*/ 1303691 h 6858000"/>
                <a:gd name="connsiteX677" fmla="*/ 2171334 w 4379260"/>
                <a:gd name="connsiteY677" fmla="*/ 1303147 h 6858000"/>
                <a:gd name="connsiteX678" fmla="*/ 2172967 w 4379260"/>
                <a:gd name="connsiteY678" fmla="*/ 1304779 h 6858000"/>
                <a:gd name="connsiteX679" fmla="*/ 2172967 w 4379260"/>
                <a:gd name="connsiteY679" fmla="*/ 1306412 h 6858000"/>
                <a:gd name="connsiteX680" fmla="*/ 2171334 w 4379260"/>
                <a:gd name="connsiteY680" fmla="*/ 1303691 h 6858000"/>
                <a:gd name="connsiteX681" fmla="*/ 2238316 w 4379260"/>
                <a:gd name="connsiteY681" fmla="*/ 1297705 h 6858000"/>
                <a:gd name="connsiteX682" fmla="*/ 2240493 w 4379260"/>
                <a:gd name="connsiteY682" fmla="*/ 1299338 h 6858000"/>
                <a:gd name="connsiteX683" fmla="*/ 2240493 w 4379260"/>
                <a:gd name="connsiteY683" fmla="*/ 1299882 h 6858000"/>
                <a:gd name="connsiteX684" fmla="*/ 2241037 w 4379260"/>
                <a:gd name="connsiteY684" fmla="*/ 1300970 h 6858000"/>
                <a:gd name="connsiteX685" fmla="*/ 2240493 w 4379260"/>
                <a:gd name="connsiteY685" fmla="*/ 1302603 h 6858000"/>
                <a:gd name="connsiteX686" fmla="*/ 2238316 w 4379260"/>
                <a:gd name="connsiteY686" fmla="*/ 1300970 h 6858000"/>
                <a:gd name="connsiteX687" fmla="*/ 2238316 w 4379260"/>
                <a:gd name="connsiteY687" fmla="*/ 1300426 h 6858000"/>
                <a:gd name="connsiteX688" fmla="*/ 2237772 w 4379260"/>
                <a:gd name="connsiteY688" fmla="*/ 1299338 h 6858000"/>
                <a:gd name="connsiteX689" fmla="*/ 2238316 w 4379260"/>
                <a:gd name="connsiteY689" fmla="*/ 1297705 h 6858000"/>
                <a:gd name="connsiteX690" fmla="*/ 1443248 w 4379260"/>
                <a:gd name="connsiteY690" fmla="*/ 1295249 h 6858000"/>
                <a:gd name="connsiteX691" fmla="*/ 1443705 w 4379260"/>
                <a:gd name="connsiteY691" fmla="*/ 1298008 h 6858000"/>
                <a:gd name="connsiteX692" fmla="*/ 1442723 w 4379260"/>
                <a:gd name="connsiteY692" fmla="*/ 1299882 h 6858000"/>
                <a:gd name="connsiteX693" fmla="*/ 1436193 w 4379260"/>
                <a:gd name="connsiteY693" fmla="*/ 1309677 h 6858000"/>
                <a:gd name="connsiteX694" fmla="*/ 1424766 w 4379260"/>
                <a:gd name="connsiteY694" fmla="*/ 1331443 h 6858000"/>
                <a:gd name="connsiteX695" fmla="*/ 1420957 w 4379260"/>
                <a:gd name="connsiteY695" fmla="*/ 1332531 h 6858000"/>
                <a:gd name="connsiteX696" fmla="*/ 1418780 w 4379260"/>
                <a:gd name="connsiteY696" fmla="*/ 1335252 h 6858000"/>
                <a:gd name="connsiteX697" fmla="*/ 1417148 w 4379260"/>
                <a:gd name="connsiteY697" fmla="*/ 1335796 h 6858000"/>
                <a:gd name="connsiteX698" fmla="*/ 1430208 w 4379260"/>
                <a:gd name="connsiteY698" fmla="*/ 1311853 h 6858000"/>
                <a:gd name="connsiteX699" fmla="*/ 1439458 w 4379260"/>
                <a:gd name="connsiteY699" fmla="*/ 1299882 h 6858000"/>
                <a:gd name="connsiteX700" fmla="*/ 3009255 w 4379260"/>
                <a:gd name="connsiteY700" fmla="*/ 1293352 h 6858000"/>
                <a:gd name="connsiteX701" fmla="*/ 3005990 w 4379260"/>
                <a:gd name="connsiteY701" fmla="*/ 1303691 h 6858000"/>
                <a:gd name="connsiteX702" fmla="*/ 3002181 w 4379260"/>
                <a:gd name="connsiteY702" fmla="*/ 1314030 h 6858000"/>
                <a:gd name="connsiteX703" fmla="*/ 2991298 w 4379260"/>
                <a:gd name="connsiteY703" fmla="*/ 1330899 h 6858000"/>
                <a:gd name="connsiteX704" fmla="*/ 2989666 w 4379260"/>
                <a:gd name="connsiteY704" fmla="*/ 1328722 h 6858000"/>
                <a:gd name="connsiteX705" fmla="*/ 2990754 w 4379260"/>
                <a:gd name="connsiteY705" fmla="*/ 1326001 h 6858000"/>
                <a:gd name="connsiteX706" fmla="*/ 2992931 w 4379260"/>
                <a:gd name="connsiteY706" fmla="*/ 1322736 h 6858000"/>
                <a:gd name="connsiteX707" fmla="*/ 2995107 w 4379260"/>
                <a:gd name="connsiteY707" fmla="*/ 1320016 h 6858000"/>
                <a:gd name="connsiteX708" fmla="*/ 3009255 w 4379260"/>
                <a:gd name="connsiteY708" fmla="*/ 1293352 h 6858000"/>
                <a:gd name="connsiteX709" fmla="*/ 2199630 w 4379260"/>
                <a:gd name="connsiteY709" fmla="*/ 1293352 h 6858000"/>
                <a:gd name="connsiteX710" fmla="*/ 2196365 w 4379260"/>
                <a:gd name="connsiteY710" fmla="*/ 1303691 h 6858000"/>
                <a:gd name="connsiteX711" fmla="*/ 2192556 w 4379260"/>
                <a:gd name="connsiteY711" fmla="*/ 1314030 h 6858000"/>
                <a:gd name="connsiteX712" fmla="*/ 2181673 w 4379260"/>
                <a:gd name="connsiteY712" fmla="*/ 1330899 h 6858000"/>
                <a:gd name="connsiteX713" fmla="*/ 2180041 w 4379260"/>
                <a:gd name="connsiteY713" fmla="*/ 1328722 h 6858000"/>
                <a:gd name="connsiteX714" fmla="*/ 2181129 w 4379260"/>
                <a:gd name="connsiteY714" fmla="*/ 1326001 h 6858000"/>
                <a:gd name="connsiteX715" fmla="*/ 2183306 w 4379260"/>
                <a:gd name="connsiteY715" fmla="*/ 1322736 h 6858000"/>
                <a:gd name="connsiteX716" fmla="*/ 2185482 w 4379260"/>
                <a:gd name="connsiteY716" fmla="*/ 1320016 h 6858000"/>
                <a:gd name="connsiteX717" fmla="*/ 2199630 w 4379260"/>
                <a:gd name="connsiteY717" fmla="*/ 1293352 h 6858000"/>
                <a:gd name="connsiteX718" fmla="*/ 2506919 w 4379260"/>
                <a:gd name="connsiteY718" fmla="*/ 1291176 h 6858000"/>
                <a:gd name="connsiteX719" fmla="*/ 2499300 w 4379260"/>
                <a:gd name="connsiteY719" fmla="*/ 1338517 h 6858000"/>
                <a:gd name="connsiteX720" fmla="*/ 2488962 w 4379260"/>
                <a:gd name="connsiteY720" fmla="*/ 1380417 h 6858000"/>
                <a:gd name="connsiteX721" fmla="*/ 2488417 w 4379260"/>
                <a:gd name="connsiteY721" fmla="*/ 1378240 h 6858000"/>
                <a:gd name="connsiteX722" fmla="*/ 2490050 w 4379260"/>
                <a:gd name="connsiteY722" fmla="*/ 1370078 h 6858000"/>
                <a:gd name="connsiteX723" fmla="*/ 2491138 w 4379260"/>
                <a:gd name="connsiteY723" fmla="*/ 1366269 h 6858000"/>
                <a:gd name="connsiteX724" fmla="*/ 2492226 w 4379260"/>
                <a:gd name="connsiteY724" fmla="*/ 1362460 h 6858000"/>
                <a:gd name="connsiteX725" fmla="*/ 2493859 w 4379260"/>
                <a:gd name="connsiteY725" fmla="*/ 1355930 h 6858000"/>
                <a:gd name="connsiteX726" fmla="*/ 2506919 w 4379260"/>
                <a:gd name="connsiteY726" fmla="*/ 1291176 h 6858000"/>
                <a:gd name="connsiteX727" fmla="*/ 1697294 w 4379260"/>
                <a:gd name="connsiteY727" fmla="*/ 1291176 h 6858000"/>
                <a:gd name="connsiteX728" fmla="*/ 1689675 w 4379260"/>
                <a:gd name="connsiteY728" fmla="*/ 1338517 h 6858000"/>
                <a:gd name="connsiteX729" fmla="*/ 1679336 w 4379260"/>
                <a:gd name="connsiteY729" fmla="*/ 1380417 h 6858000"/>
                <a:gd name="connsiteX730" fmla="*/ 1678792 w 4379260"/>
                <a:gd name="connsiteY730" fmla="*/ 1378240 h 6858000"/>
                <a:gd name="connsiteX731" fmla="*/ 1680425 w 4379260"/>
                <a:gd name="connsiteY731" fmla="*/ 1370078 h 6858000"/>
                <a:gd name="connsiteX732" fmla="*/ 1681513 w 4379260"/>
                <a:gd name="connsiteY732" fmla="*/ 1366269 h 6858000"/>
                <a:gd name="connsiteX733" fmla="*/ 1682601 w 4379260"/>
                <a:gd name="connsiteY733" fmla="*/ 1362460 h 6858000"/>
                <a:gd name="connsiteX734" fmla="*/ 1684234 w 4379260"/>
                <a:gd name="connsiteY734" fmla="*/ 1355930 h 6858000"/>
                <a:gd name="connsiteX735" fmla="*/ 1697294 w 4379260"/>
                <a:gd name="connsiteY735" fmla="*/ 1291176 h 6858000"/>
                <a:gd name="connsiteX736" fmla="*/ 1587073 w 4379260"/>
                <a:gd name="connsiteY736" fmla="*/ 1289250 h 6858000"/>
                <a:gd name="connsiteX737" fmla="*/ 1585965 w 4379260"/>
                <a:gd name="connsiteY737" fmla="*/ 1292264 h 6858000"/>
                <a:gd name="connsiteX738" fmla="*/ 1580524 w 4379260"/>
                <a:gd name="connsiteY738" fmla="*/ 1297705 h 6858000"/>
                <a:gd name="connsiteX739" fmla="*/ 1577803 w 4379260"/>
                <a:gd name="connsiteY739" fmla="*/ 1300426 h 6858000"/>
                <a:gd name="connsiteX740" fmla="*/ 1574538 w 4379260"/>
                <a:gd name="connsiteY740" fmla="*/ 1303691 h 6858000"/>
                <a:gd name="connsiteX741" fmla="*/ 1567464 w 4379260"/>
                <a:gd name="connsiteY741" fmla="*/ 1311309 h 6858000"/>
                <a:gd name="connsiteX742" fmla="*/ 2231242 w 4379260"/>
                <a:gd name="connsiteY742" fmla="*/ 1287911 h 6858000"/>
                <a:gd name="connsiteX743" fmla="*/ 2233419 w 4379260"/>
                <a:gd name="connsiteY743" fmla="*/ 1290087 h 6858000"/>
                <a:gd name="connsiteX744" fmla="*/ 2234507 w 4379260"/>
                <a:gd name="connsiteY744" fmla="*/ 1293352 h 6858000"/>
                <a:gd name="connsiteX745" fmla="*/ 2235596 w 4379260"/>
                <a:gd name="connsiteY745" fmla="*/ 1294985 h 6858000"/>
                <a:gd name="connsiteX746" fmla="*/ 2235051 w 4379260"/>
                <a:gd name="connsiteY746" fmla="*/ 1294985 h 6858000"/>
                <a:gd name="connsiteX747" fmla="*/ 2232875 w 4379260"/>
                <a:gd name="connsiteY747" fmla="*/ 1292808 h 6858000"/>
                <a:gd name="connsiteX748" fmla="*/ 2231242 w 4379260"/>
                <a:gd name="connsiteY748" fmla="*/ 1290631 h 6858000"/>
                <a:gd name="connsiteX749" fmla="*/ 2230154 w 4379260"/>
                <a:gd name="connsiteY749" fmla="*/ 1288999 h 6858000"/>
                <a:gd name="connsiteX750" fmla="*/ 2231242 w 4379260"/>
                <a:gd name="connsiteY750" fmla="*/ 1287911 h 6858000"/>
                <a:gd name="connsiteX751" fmla="*/ 2847098 w 4379260"/>
                <a:gd name="connsiteY751" fmla="*/ 1283558 h 6858000"/>
                <a:gd name="connsiteX752" fmla="*/ 2848730 w 4379260"/>
                <a:gd name="connsiteY752" fmla="*/ 1284646 h 6858000"/>
                <a:gd name="connsiteX753" fmla="*/ 2849274 w 4379260"/>
                <a:gd name="connsiteY753" fmla="*/ 1285734 h 6858000"/>
                <a:gd name="connsiteX754" fmla="*/ 2848730 w 4379260"/>
                <a:gd name="connsiteY754" fmla="*/ 1286278 h 6858000"/>
                <a:gd name="connsiteX755" fmla="*/ 2849274 w 4379260"/>
                <a:gd name="connsiteY755" fmla="*/ 1288999 h 6858000"/>
                <a:gd name="connsiteX756" fmla="*/ 2847642 w 4379260"/>
                <a:gd name="connsiteY756" fmla="*/ 1296617 h 6858000"/>
                <a:gd name="connsiteX757" fmla="*/ 2846009 w 4379260"/>
                <a:gd name="connsiteY757" fmla="*/ 1302603 h 6858000"/>
                <a:gd name="connsiteX758" fmla="*/ 2845465 w 4379260"/>
                <a:gd name="connsiteY758" fmla="*/ 1309677 h 6858000"/>
                <a:gd name="connsiteX759" fmla="*/ 2845465 w 4379260"/>
                <a:gd name="connsiteY759" fmla="*/ 1313486 h 6858000"/>
                <a:gd name="connsiteX760" fmla="*/ 2844921 w 4379260"/>
                <a:gd name="connsiteY760" fmla="*/ 1314574 h 6858000"/>
                <a:gd name="connsiteX761" fmla="*/ 2844377 w 4379260"/>
                <a:gd name="connsiteY761" fmla="*/ 1314574 h 6858000"/>
                <a:gd name="connsiteX762" fmla="*/ 2843833 w 4379260"/>
                <a:gd name="connsiteY762" fmla="*/ 1313486 h 6858000"/>
                <a:gd name="connsiteX763" fmla="*/ 2844377 w 4379260"/>
                <a:gd name="connsiteY763" fmla="*/ 1309677 h 6858000"/>
                <a:gd name="connsiteX764" fmla="*/ 2844377 w 4379260"/>
                <a:gd name="connsiteY764" fmla="*/ 1305868 h 6858000"/>
                <a:gd name="connsiteX765" fmla="*/ 2844921 w 4379260"/>
                <a:gd name="connsiteY765" fmla="*/ 1297161 h 6858000"/>
                <a:gd name="connsiteX766" fmla="*/ 2846009 w 4379260"/>
                <a:gd name="connsiteY766" fmla="*/ 1290631 h 6858000"/>
                <a:gd name="connsiteX767" fmla="*/ 2037473 w 4379260"/>
                <a:gd name="connsiteY767" fmla="*/ 1283558 h 6858000"/>
                <a:gd name="connsiteX768" fmla="*/ 2039105 w 4379260"/>
                <a:gd name="connsiteY768" fmla="*/ 1284646 h 6858000"/>
                <a:gd name="connsiteX769" fmla="*/ 2039649 w 4379260"/>
                <a:gd name="connsiteY769" fmla="*/ 1285734 h 6858000"/>
                <a:gd name="connsiteX770" fmla="*/ 2039105 w 4379260"/>
                <a:gd name="connsiteY770" fmla="*/ 1286278 h 6858000"/>
                <a:gd name="connsiteX771" fmla="*/ 2039649 w 4379260"/>
                <a:gd name="connsiteY771" fmla="*/ 1288999 h 6858000"/>
                <a:gd name="connsiteX772" fmla="*/ 2038017 w 4379260"/>
                <a:gd name="connsiteY772" fmla="*/ 1296617 h 6858000"/>
                <a:gd name="connsiteX773" fmla="*/ 2036384 w 4379260"/>
                <a:gd name="connsiteY773" fmla="*/ 1302603 h 6858000"/>
                <a:gd name="connsiteX774" fmla="*/ 2035840 w 4379260"/>
                <a:gd name="connsiteY774" fmla="*/ 1309677 h 6858000"/>
                <a:gd name="connsiteX775" fmla="*/ 2035840 w 4379260"/>
                <a:gd name="connsiteY775" fmla="*/ 1313486 h 6858000"/>
                <a:gd name="connsiteX776" fmla="*/ 2035296 w 4379260"/>
                <a:gd name="connsiteY776" fmla="*/ 1314574 h 6858000"/>
                <a:gd name="connsiteX777" fmla="*/ 2034752 w 4379260"/>
                <a:gd name="connsiteY777" fmla="*/ 1314574 h 6858000"/>
                <a:gd name="connsiteX778" fmla="*/ 2034208 w 4379260"/>
                <a:gd name="connsiteY778" fmla="*/ 1313486 h 6858000"/>
                <a:gd name="connsiteX779" fmla="*/ 2034752 w 4379260"/>
                <a:gd name="connsiteY779" fmla="*/ 1309677 h 6858000"/>
                <a:gd name="connsiteX780" fmla="*/ 2034752 w 4379260"/>
                <a:gd name="connsiteY780" fmla="*/ 1305868 h 6858000"/>
                <a:gd name="connsiteX781" fmla="*/ 2035296 w 4379260"/>
                <a:gd name="connsiteY781" fmla="*/ 1297161 h 6858000"/>
                <a:gd name="connsiteX782" fmla="*/ 2036384 w 4379260"/>
                <a:gd name="connsiteY782" fmla="*/ 1290631 h 6858000"/>
                <a:gd name="connsiteX783" fmla="*/ 3127932 w 4379260"/>
                <a:gd name="connsiteY783" fmla="*/ 1283013 h 6858000"/>
                <a:gd name="connsiteX784" fmla="*/ 3135006 w 4379260"/>
                <a:gd name="connsiteY784" fmla="*/ 1317839 h 6858000"/>
                <a:gd name="connsiteX785" fmla="*/ 3135550 w 4379260"/>
                <a:gd name="connsiteY785" fmla="*/ 1328178 h 6858000"/>
                <a:gd name="connsiteX786" fmla="*/ 3132829 w 4379260"/>
                <a:gd name="connsiteY786" fmla="*/ 1353209 h 6858000"/>
                <a:gd name="connsiteX787" fmla="*/ 3123836 w 4379260"/>
                <a:gd name="connsiteY787" fmla="*/ 1370051 h 6858000"/>
                <a:gd name="connsiteX788" fmla="*/ 3133373 w 4379260"/>
                <a:gd name="connsiteY788" fmla="*/ 1328722 h 6858000"/>
                <a:gd name="connsiteX789" fmla="*/ 3133373 w 4379260"/>
                <a:gd name="connsiteY789" fmla="*/ 1325457 h 6858000"/>
                <a:gd name="connsiteX790" fmla="*/ 3127932 w 4379260"/>
                <a:gd name="connsiteY790" fmla="*/ 1283013 h 6858000"/>
                <a:gd name="connsiteX791" fmla="*/ 2838391 w 4379260"/>
                <a:gd name="connsiteY791" fmla="*/ 1279204 h 6858000"/>
                <a:gd name="connsiteX792" fmla="*/ 2839480 w 4379260"/>
                <a:gd name="connsiteY792" fmla="*/ 1279204 h 6858000"/>
                <a:gd name="connsiteX793" fmla="*/ 2841112 w 4379260"/>
                <a:gd name="connsiteY793" fmla="*/ 1280293 h 6858000"/>
                <a:gd name="connsiteX794" fmla="*/ 2841112 w 4379260"/>
                <a:gd name="connsiteY794" fmla="*/ 1280837 h 6858000"/>
                <a:gd name="connsiteX795" fmla="*/ 2840568 w 4379260"/>
                <a:gd name="connsiteY795" fmla="*/ 1282469 h 6858000"/>
                <a:gd name="connsiteX796" fmla="*/ 2840024 w 4379260"/>
                <a:gd name="connsiteY796" fmla="*/ 1285190 h 6858000"/>
                <a:gd name="connsiteX797" fmla="*/ 2838935 w 4379260"/>
                <a:gd name="connsiteY797" fmla="*/ 1282469 h 6858000"/>
                <a:gd name="connsiteX798" fmla="*/ 2838935 w 4379260"/>
                <a:gd name="connsiteY798" fmla="*/ 1280837 h 6858000"/>
                <a:gd name="connsiteX799" fmla="*/ 2028766 w 4379260"/>
                <a:gd name="connsiteY799" fmla="*/ 1279204 h 6858000"/>
                <a:gd name="connsiteX800" fmla="*/ 2029855 w 4379260"/>
                <a:gd name="connsiteY800" fmla="*/ 1279204 h 6858000"/>
                <a:gd name="connsiteX801" fmla="*/ 2031487 w 4379260"/>
                <a:gd name="connsiteY801" fmla="*/ 1280293 h 6858000"/>
                <a:gd name="connsiteX802" fmla="*/ 2031487 w 4379260"/>
                <a:gd name="connsiteY802" fmla="*/ 1280837 h 6858000"/>
                <a:gd name="connsiteX803" fmla="*/ 2030943 w 4379260"/>
                <a:gd name="connsiteY803" fmla="*/ 1282469 h 6858000"/>
                <a:gd name="connsiteX804" fmla="*/ 2030399 w 4379260"/>
                <a:gd name="connsiteY804" fmla="*/ 1285190 h 6858000"/>
                <a:gd name="connsiteX805" fmla="*/ 2029310 w 4379260"/>
                <a:gd name="connsiteY805" fmla="*/ 1282469 h 6858000"/>
                <a:gd name="connsiteX806" fmla="*/ 2029310 w 4379260"/>
                <a:gd name="connsiteY806" fmla="*/ 1280837 h 6858000"/>
                <a:gd name="connsiteX807" fmla="*/ 3003270 w 4379260"/>
                <a:gd name="connsiteY807" fmla="*/ 1278660 h 6858000"/>
                <a:gd name="connsiteX808" fmla="*/ 3003814 w 4379260"/>
                <a:gd name="connsiteY808" fmla="*/ 1280293 h 6858000"/>
                <a:gd name="connsiteX809" fmla="*/ 3003270 w 4379260"/>
                <a:gd name="connsiteY809" fmla="*/ 1281381 h 6858000"/>
                <a:gd name="connsiteX810" fmla="*/ 3003270 w 4379260"/>
                <a:gd name="connsiteY810" fmla="*/ 1281925 h 6858000"/>
                <a:gd name="connsiteX811" fmla="*/ 3003814 w 4379260"/>
                <a:gd name="connsiteY811" fmla="*/ 1284102 h 6858000"/>
                <a:gd name="connsiteX812" fmla="*/ 3004358 w 4379260"/>
                <a:gd name="connsiteY812" fmla="*/ 1283558 h 6858000"/>
                <a:gd name="connsiteX813" fmla="*/ 3004902 w 4379260"/>
                <a:gd name="connsiteY813" fmla="*/ 1283558 h 6858000"/>
                <a:gd name="connsiteX814" fmla="*/ 3005990 w 4379260"/>
                <a:gd name="connsiteY814" fmla="*/ 1283013 h 6858000"/>
                <a:gd name="connsiteX815" fmla="*/ 3007623 w 4379260"/>
                <a:gd name="connsiteY815" fmla="*/ 1283558 h 6858000"/>
                <a:gd name="connsiteX816" fmla="*/ 3007078 w 4379260"/>
                <a:gd name="connsiteY816" fmla="*/ 1285190 h 6858000"/>
                <a:gd name="connsiteX817" fmla="*/ 3006534 w 4379260"/>
                <a:gd name="connsiteY817" fmla="*/ 1286822 h 6858000"/>
                <a:gd name="connsiteX818" fmla="*/ 3004902 w 4379260"/>
                <a:gd name="connsiteY818" fmla="*/ 1287911 h 6858000"/>
                <a:gd name="connsiteX819" fmla="*/ 3003814 w 4379260"/>
                <a:gd name="connsiteY819" fmla="*/ 1287911 h 6858000"/>
                <a:gd name="connsiteX820" fmla="*/ 3003814 w 4379260"/>
                <a:gd name="connsiteY820" fmla="*/ 1289543 h 6858000"/>
                <a:gd name="connsiteX821" fmla="*/ 3003270 w 4379260"/>
                <a:gd name="connsiteY821" fmla="*/ 1292808 h 6858000"/>
                <a:gd name="connsiteX822" fmla="*/ 3000549 w 4379260"/>
                <a:gd name="connsiteY822" fmla="*/ 1297705 h 6858000"/>
                <a:gd name="connsiteX823" fmla="*/ 2997284 w 4379260"/>
                <a:gd name="connsiteY823" fmla="*/ 1305868 h 6858000"/>
                <a:gd name="connsiteX824" fmla="*/ 2997284 w 4379260"/>
                <a:gd name="connsiteY824" fmla="*/ 1307500 h 6858000"/>
                <a:gd name="connsiteX825" fmla="*/ 2990754 w 4379260"/>
                <a:gd name="connsiteY825" fmla="*/ 1316207 h 6858000"/>
                <a:gd name="connsiteX826" fmla="*/ 2985857 w 4379260"/>
                <a:gd name="connsiteY826" fmla="*/ 1326546 h 6858000"/>
                <a:gd name="connsiteX827" fmla="*/ 2979871 w 4379260"/>
                <a:gd name="connsiteY827" fmla="*/ 1323825 h 6858000"/>
                <a:gd name="connsiteX828" fmla="*/ 2978238 w 4379260"/>
                <a:gd name="connsiteY828" fmla="*/ 1323825 h 6858000"/>
                <a:gd name="connsiteX829" fmla="*/ 2978238 w 4379260"/>
                <a:gd name="connsiteY829" fmla="*/ 1324369 h 6858000"/>
                <a:gd name="connsiteX830" fmla="*/ 2978783 w 4379260"/>
                <a:gd name="connsiteY830" fmla="*/ 1324913 h 6858000"/>
                <a:gd name="connsiteX831" fmla="*/ 2980415 w 4379260"/>
                <a:gd name="connsiteY831" fmla="*/ 1325457 h 6858000"/>
                <a:gd name="connsiteX832" fmla="*/ 2981504 w 4379260"/>
                <a:gd name="connsiteY832" fmla="*/ 1326001 h 6858000"/>
                <a:gd name="connsiteX833" fmla="*/ 2980415 w 4379260"/>
                <a:gd name="connsiteY833" fmla="*/ 1326001 h 6858000"/>
                <a:gd name="connsiteX834" fmla="*/ 2978783 w 4379260"/>
                <a:gd name="connsiteY834" fmla="*/ 1325457 h 6858000"/>
                <a:gd name="connsiteX835" fmla="*/ 2977694 w 4379260"/>
                <a:gd name="connsiteY835" fmla="*/ 1324913 h 6858000"/>
                <a:gd name="connsiteX836" fmla="*/ 2977150 w 4379260"/>
                <a:gd name="connsiteY836" fmla="*/ 1324913 h 6858000"/>
                <a:gd name="connsiteX837" fmla="*/ 2979327 w 4379260"/>
                <a:gd name="connsiteY837" fmla="*/ 1321104 h 6858000"/>
                <a:gd name="connsiteX838" fmla="*/ 2981504 w 4379260"/>
                <a:gd name="connsiteY838" fmla="*/ 1316751 h 6858000"/>
                <a:gd name="connsiteX839" fmla="*/ 2986401 w 4379260"/>
                <a:gd name="connsiteY839" fmla="*/ 1307500 h 6858000"/>
                <a:gd name="connsiteX840" fmla="*/ 2998372 w 4379260"/>
                <a:gd name="connsiteY840" fmla="*/ 1296073 h 6858000"/>
                <a:gd name="connsiteX841" fmla="*/ 2995652 w 4379260"/>
                <a:gd name="connsiteY841" fmla="*/ 1288999 h 6858000"/>
                <a:gd name="connsiteX842" fmla="*/ 2996196 w 4379260"/>
                <a:gd name="connsiteY842" fmla="*/ 1285190 h 6858000"/>
                <a:gd name="connsiteX843" fmla="*/ 3003270 w 4379260"/>
                <a:gd name="connsiteY843" fmla="*/ 1278660 h 6858000"/>
                <a:gd name="connsiteX844" fmla="*/ 2193644 w 4379260"/>
                <a:gd name="connsiteY844" fmla="*/ 1278660 h 6858000"/>
                <a:gd name="connsiteX845" fmla="*/ 2194189 w 4379260"/>
                <a:gd name="connsiteY845" fmla="*/ 1280293 h 6858000"/>
                <a:gd name="connsiteX846" fmla="*/ 2193644 w 4379260"/>
                <a:gd name="connsiteY846" fmla="*/ 1281381 h 6858000"/>
                <a:gd name="connsiteX847" fmla="*/ 2193644 w 4379260"/>
                <a:gd name="connsiteY847" fmla="*/ 1281925 h 6858000"/>
                <a:gd name="connsiteX848" fmla="*/ 2194189 w 4379260"/>
                <a:gd name="connsiteY848" fmla="*/ 1284102 h 6858000"/>
                <a:gd name="connsiteX849" fmla="*/ 2194733 w 4379260"/>
                <a:gd name="connsiteY849" fmla="*/ 1283558 h 6858000"/>
                <a:gd name="connsiteX850" fmla="*/ 2195277 w 4379260"/>
                <a:gd name="connsiteY850" fmla="*/ 1283558 h 6858000"/>
                <a:gd name="connsiteX851" fmla="*/ 2196365 w 4379260"/>
                <a:gd name="connsiteY851" fmla="*/ 1283013 h 6858000"/>
                <a:gd name="connsiteX852" fmla="*/ 2197998 w 4379260"/>
                <a:gd name="connsiteY852" fmla="*/ 1283558 h 6858000"/>
                <a:gd name="connsiteX853" fmla="*/ 2197454 w 4379260"/>
                <a:gd name="connsiteY853" fmla="*/ 1285190 h 6858000"/>
                <a:gd name="connsiteX854" fmla="*/ 2196910 w 4379260"/>
                <a:gd name="connsiteY854" fmla="*/ 1286822 h 6858000"/>
                <a:gd name="connsiteX855" fmla="*/ 2195277 w 4379260"/>
                <a:gd name="connsiteY855" fmla="*/ 1287911 h 6858000"/>
                <a:gd name="connsiteX856" fmla="*/ 2194189 w 4379260"/>
                <a:gd name="connsiteY856" fmla="*/ 1287911 h 6858000"/>
                <a:gd name="connsiteX857" fmla="*/ 2194189 w 4379260"/>
                <a:gd name="connsiteY857" fmla="*/ 1289543 h 6858000"/>
                <a:gd name="connsiteX858" fmla="*/ 2193644 w 4379260"/>
                <a:gd name="connsiteY858" fmla="*/ 1292808 h 6858000"/>
                <a:gd name="connsiteX859" fmla="*/ 2190924 w 4379260"/>
                <a:gd name="connsiteY859" fmla="*/ 1297705 h 6858000"/>
                <a:gd name="connsiteX860" fmla="*/ 2187659 w 4379260"/>
                <a:gd name="connsiteY860" fmla="*/ 1305868 h 6858000"/>
                <a:gd name="connsiteX861" fmla="*/ 2187659 w 4379260"/>
                <a:gd name="connsiteY861" fmla="*/ 1307500 h 6858000"/>
                <a:gd name="connsiteX862" fmla="*/ 2181129 w 4379260"/>
                <a:gd name="connsiteY862" fmla="*/ 1316207 h 6858000"/>
                <a:gd name="connsiteX863" fmla="*/ 2176232 w 4379260"/>
                <a:gd name="connsiteY863" fmla="*/ 1326546 h 6858000"/>
                <a:gd name="connsiteX864" fmla="*/ 2170246 w 4379260"/>
                <a:gd name="connsiteY864" fmla="*/ 1323825 h 6858000"/>
                <a:gd name="connsiteX865" fmla="*/ 2168614 w 4379260"/>
                <a:gd name="connsiteY865" fmla="*/ 1323825 h 6858000"/>
                <a:gd name="connsiteX866" fmla="*/ 2168614 w 4379260"/>
                <a:gd name="connsiteY866" fmla="*/ 1324369 h 6858000"/>
                <a:gd name="connsiteX867" fmla="*/ 2169158 w 4379260"/>
                <a:gd name="connsiteY867" fmla="*/ 1324913 h 6858000"/>
                <a:gd name="connsiteX868" fmla="*/ 2170790 w 4379260"/>
                <a:gd name="connsiteY868" fmla="*/ 1325457 h 6858000"/>
                <a:gd name="connsiteX869" fmla="*/ 2171878 w 4379260"/>
                <a:gd name="connsiteY869" fmla="*/ 1326001 h 6858000"/>
                <a:gd name="connsiteX870" fmla="*/ 2170790 w 4379260"/>
                <a:gd name="connsiteY870" fmla="*/ 1326001 h 6858000"/>
                <a:gd name="connsiteX871" fmla="*/ 2169158 w 4379260"/>
                <a:gd name="connsiteY871" fmla="*/ 1325457 h 6858000"/>
                <a:gd name="connsiteX872" fmla="*/ 2168069 w 4379260"/>
                <a:gd name="connsiteY872" fmla="*/ 1324913 h 6858000"/>
                <a:gd name="connsiteX873" fmla="*/ 2167525 w 4379260"/>
                <a:gd name="connsiteY873" fmla="*/ 1324913 h 6858000"/>
                <a:gd name="connsiteX874" fmla="*/ 2169702 w 4379260"/>
                <a:gd name="connsiteY874" fmla="*/ 1321104 h 6858000"/>
                <a:gd name="connsiteX875" fmla="*/ 2171878 w 4379260"/>
                <a:gd name="connsiteY875" fmla="*/ 1316751 h 6858000"/>
                <a:gd name="connsiteX876" fmla="*/ 2176776 w 4379260"/>
                <a:gd name="connsiteY876" fmla="*/ 1307500 h 6858000"/>
                <a:gd name="connsiteX877" fmla="*/ 2188747 w 4379260"/>
                <a:gd name="connsiteY877" fmla="*/ 1296073 h 6858000"/>
                <a:gd name="connsiteX878" fmla="*/ 2186026 w 4379260"/>
                <a:gd name="connsiteY878" fmla="*/ 1288999 h 6858000"/>
                <a:gd name="connsiteX879" fmla="*/ 2186571 w 4379260"/>
                <a:gd name="connsiteY879" fmla="*/ 1285190 h 6858000"/>
                <a:gd name="connsiteX880" fmla="*/ 2193644 w 4379260"/>
                <a:gd name="connsiteY880" fmla="*/ 1278660 h 6858000"/>
                <a:gd name="connsiteX881" fmla="*/ 3014697 w 4379260"/>
                <a:gd name="connsiteY881" fmla="*/ 1278116 h 6858000"/>
                <a:gd name="connsiteX882" fmla="*/ 3015241 w 4379260"/>
                <a:gd name="connsiteY882" fmla="*/ 1280837 h 6858000"/>
                <a:gd name="connsiteX883" fmla="*/ 3013608 w 4379260"/>
                <a:gd name="connsiteY883" fmla="*/ 1285734 h 6858000"/>
                <a:gd name="connsiteX884" fmla="*/ 3011432 w 4379260"/>
                <a:gd name="connsiteY884" fmla="*/ 1288455 h 6858000"/>
                <a:gd name="connsiteX885" fmla="*/ 3010344 w 4379260"/>
                <a:gd name="connsiteY885" fmla="*/ 1292808 h 6858000"/>
                <a:gd name="connsiteX886" fmla="*/ 3009255 w 4379260"/>
                <a:gd name="connsiteY886" fmla="*/ 1288999 h 6858000"/>
                <a:gd name="connsiteX887" fmla="*/ 3010344 w 4379260"/>
                <a:gd name="connsiteY887" fmla="*/ 1285190 h 6858000"/>
                <a:gd name="connsiteX888" fmla="*/ 3013064 w 4379260"/>
                <a:gd name="connsiteY888" fmla="*/ 1281381 h 6858000"/>
                <a:gd name="connsiteX889" fmla="*/ 2205072 w 4379260"/>
                <a:gd name="connsiteY889" fmla="*/ 1278116 h 6858000"/>
                <a:gd name="connsiteX890" fmla="*/ 2205616 w 4379260"/>
                <a:gd name="connsiteY890" fmla="*/ 1280837 h 6858000"/>
                <a:gd name="connsiteX891" fmla="*/ 2203984 w 4379260"/>
                <a:gd name="connsiteY891" fmla="*/ 1285734 h 6858000"/>
                <a:gd name="connsiteX892" fmla="*/ 2201807 w 4379260"/>
                <a:gd name="connsiteY892" fmla="*/ 1288455 h 6858000"/>
                <a:gd name="connsiteX893" fmla="*/ 2200718 w 4379260"/>
                <a:gd name="connsiteY893" fmla="*/ 1292808 h 6858000"/>
                <a:gd name="connsiteX894" fmla="*/ 2199630 w 4379260"/>
                <a:gd name="connsiteY894" fmla="*/ 1288999 h 6858000"/>
                <a:gd name="connsiteX895" fmla="*/ 2200718 w 4379260"/>
                <a:gd name="connsiteY895" fmla="*/ 1285190 h 6858000"/>
                <a:gd name="connsiteX896" fmla="*/ 2203439 w 4379260"/>
                <a:gd name="connsiteY896" fmla="*/ 1281381 h 6858000"/>
                <a:gd name="connsiteX897" fmla="*/ 1604467 w 4379260"/>
                <a:gd name="connsiteY897" fmla="*/ 1278116 h 6858000"/>
                <a:gd name="connsiteX898" fmla="*/ 1572770 w 4379260"/>
                <a:gd name="connsiteY898" fmla="*/ 1318383 h 6858000"/>
                <a:gd name="connsiteX899" fmla="*/ 1551930 w 4379260"/>
                <a:gd name="connsiteY899" fmla="*/ 1328960 h 6858000"/>
                <a:gd name="connsiteX900" fmla="*/ 1552228 w 4379260"/>
                <a:gd name="connsiteY900" fmla="*/ 1328722 h 6858000"/>
                <a:gd name="connsiteX901" fmla="*/ 1604467 w 4379260"/>
                <a:gd name="connsiteY901" fmla="*/ 1278116 h 6858000"/>
                <a:gd name="connsiteX902" fmla="*/ 2205330 w 4379260"/>
                <a:gd name="connsiteY902" fmla="*/ 1276355 h 6858000"/>
                <a:gd name="connsiteX903" fmla="*/ 2205618 w 4379260"/>
                <a:gd name="connsiteY903" fmla="*/ 1278116 h 6858000"/>
                <a:gd name="connsiteX904" fmla="*/ 2205616 w 4379260"/>
                <a:gd name="connsiteY904" fmla="*/ 1278116 h 6858000"/>
                <a:gd name="connsiteX905" fmla="*/ 2205072 w 4379260"/>
                <a:gd name="connsiteY905" fmla="*/ 1276484 h 6858000"/>
                <a:gd name="connsiteX906" fmla="*/ 3015785 w 4379260"/>
                <a:gd name="connsiteY906" fmla="*/ 1275939 h 6858000"/>
                <a:gd name="connsiteX907" fmla="*/ 3016329 w 4379260"/>
                <a:gd name="connsiteY907" fmla="*/ 1276484 h 6858000"/>
                <a:gd name="connsiteX908" fmla="*/ 3016329 w 4379260"/>
                <a:gd name="connsiteY908" fmla="*/ 1277572 h 6858000"/>
                <a:gd name="connsiteX909" fmla="*/ 3015785 w 4379260"/>
                <a:gd name="connsiteY909" fmla="*/ 1278116 h 6858000"/>
                <a:gd name="connsiteX910" fmla="*/ 3015241 w 4379260"/>
                <a:gd name="connsiteY910" fmla="*/ 1278116 h 6858000"/>
                <a:gd name="connsiteX911" fmla="*/ 3014697 w 4379260"/>
                <a:gd name="connsiteY911" fmla="*/ 1276484 h 6858000"/>
                <a:gd name="connsiteX912" fmla="*/ 3015785 w 4379260"/>
                <a:gd name="connsiteY912" fmla="*/ 1275939 h 6858000"/>
                <a:gd name="connsiteX913" fmla="*/ 976928 w 4379260"/>
                <a:gd name="connsiteY913" fmla="*/ 1274851 h 6858000"/>
                <a:gd name="connsiteX914" fmla="*/ 978561 w 4379260"/>
                <a:gd name="connsiteY914" fmla="*/ 1274851 h 6858000"/>
                <a:gd name="connsiteX915" fmla="*/ 979105 w 4379260"/>
                <a:gd name="connsiteY915" fmla="*/ 1280837 h 6858000"/>
                <a:gd name="connsiteX916" fmla="*/ 976928 w 4379260"/>
                <a:gd name="connsiteY916" fmla="*/ 1284102 h 6858000"/>
                <a:gd name="connsiteX917" fmla="*/ 976384 w 4379260"/>
                <a:gd name="connsiteY917" fmla="*/ 1283013 h 6858000"/>
                <a:gd name="connsiteX918" fmla="*/ 976046 w 4379260"/>
                <a:gd name="connsiteY918" fmla="*/ 1281437 h 6858000"/>
                <a:gd name="connsiteX919" fmla="*/ 976822 w 4379260"/>
                <a:gd name="connsiteY919" fmla="*/ 1274878 h 6858000"/>
                <a:gd name="connsiteX920" fmla="*/ 2232331 w 4379260"/>
                <a:gd name="connsiteY920" fmla="*/ 1268865 h 6858000"/>
                <a:gd name="connsiteX921" fmla="*/ 2236684 w 4379260"/>
                <a:gd name="connsiteY921" fmla="*/ 1275395 h 6858000"/>
                <a:gd name="connsiteX922" fmla="*/ 2238316 w 4379260"/>
                <a:gd name="connsiteY922" fmla="*/ 1280293 h 6858000"/>
                <a:gd name="connsiteX923" fmla="*/ 2240493 w 4379260"/>
                <a:gd name="connsiteY923" fmla="*/ 1284646 h 6858000"/>
                <a:gd name="connsiteX924" fmla="*/ 2251920 w 4379260"/>
                <a:gd name="connsiteY924" fmla="*/ 1301515 h 6858000"/>
                <a:gd name="connsiteX925" fmla="*/ 2239404 w 4379260"/>
                <a:gd name="connsiteY925" fmla="*/ 1287911 h 6858000"/>
                <a:gd name="connsiteX926" fmla="*/ 2236140 w 4379260"/>
                <a:gd name="connsiteY926" fmla="*/ 1278660 h 6858000"/>
                <a:gd name="connsiteX927" fmla="*/ 3018506 w 4379260"/>
                <a:gd name="connsiteY927" fmla="*/ 1268321 h 6858000"/>
                <a:gd name="connsiteX928" fmla="*/ 3020138 w 4379260"/>
                <a:gd name="connsiteY928" fmla="*/ 1271586 h 6858000"/>
                <a:gd name="connsiteX929" fmla="*/ 3019594 w 4379260"/>
                <a:gd name="connsiteY929" fmla="*/ 1273219 h 6858000"/>
                <a:gd name="connsiteX930" fmla="*/ 3017962 w 4379260"/>
                <a:gd name="connsiteY930" fmla="*/ 1274851 h 6858000"/>
                <a:gd name="connsiteX931" fmla="*/ 3016329 w 4379260"/>
                <a:gd name="connsiteY931" fmla="*/ 1276484 h 6858000"/>
                <a:gd name="connsiteX932" fmla="*/ 3015785 w 4379260"/>
                <a:gd name="connsiteY932" fmla="*/ 1274307 h 6858000"/>
                <a:gd name="connsiteX933" fmla="*/ 3016873 w 4379260"/>
                <a:gd name="connsiteY933" fmla="*/ 1271586 h 6858000"/>
                <a:gd name="connsiteX934" fmla="*/ 3017962 w 4379260"/>
                <a:gd name="connsiteY934" fmla="*/ 1270498 h 6858000"/>
                <a:gd name="connsiteX935" fmla="*/ 3018506 w 4379260"/>
                <a:gd name="connsiteY935" fmla="*/ 1268321 h 6858000"/>
                <a:gd name="connsiteX936" fmla="*/ 1444086 w 4379260"/>
                <a:gd name="connsiteY936" fmla="*/ 1267178 h 6858000"/>
                <a:gd name="connsiteX937" fmla="*/ 1443942 w 4379260"/>
                <a:gd name="connsiteY937" fmla="*/ 1270498 h 6858000"/>
                <a:gd name="connsiteX938" fmla="*/ 1442823 w 4379260"/>
                <a:gd name="connsiteY938" fmla="*/ 1277486 h 6858000"/>
                <a:gd name="connsiteX939" fmla="*/ 1440410 w 4379260"/>
                <a:gd name="connsiteY939" fmla="*/ 1281381 h 6858000"/>
                <a:gd name="connsiteX940" fmla="*/ 1433472 w 4379260"/>
                <a:gd name="connsiteY940" fmla="*/ 1290631 h 6858000"/>
                <a:gd name="connsiteX941" fmla="*/ 1403544 w 4379260"/>
                <a:gd name="connsiteY941" fmla="*/ 1341782 h 6858000"/>
                <a:gd name="connsiteX942" fmla="*/ 1387219 w 4379260"/>
                <a:gd name="connsiteY942" fmla="*/ 1365725 h 6858000"/>
                <a:gd name="connsiteX943" fmla="*/ 1371439 w 4379260"/>
                <a:gd name="connsiteY943" fmla="*/ 1392388 h 6858000"/>
                <a:gd name="connsiteX944" fmla="*/ 1355659 w 4379260"/>
                <a:gd name="connsiteY944" fmla="*/ 1411978 h 6858000"/>
                <a:gd name="connsiteX945" fmla="*/ 1340422 w 4379260"/>
                <a:gd name="connsiteY945" fmla="*/ 1432655 h 6858000"/>
                <a:gd name="connsiteX946" fmla="*/ 1307773 w 4379260"/>
                <a:gd name="connsiteY946" fmla="*/ 1472379 h 6858000"/>
                <a:gd name="connsiteX947" fmla="*/ 1306685 w 4379260"/>
                <a:gd name="connsiteY947" fmla="*/ 1472379 h 6858000"/>
                <a:gd name="connsiteX948" fmla="*/ 1305596 w 4379260"/>
                <a:gd name="connsiteY948" fmla="*/ 1471834 h 6858000"/>
                <a:gd name="connsiteX949" fmla="*/ 1307229 w 4379260"/>
                <a:gd name="connsiteY949" fmla="*/ 1469114 h 6858000"/>
                <a:gd name="connsiteX950" fmla="*/ 1309406 w 4379260"/>
                <a:gd name="connsiteY950" fmla="*/ 1466937 h 6858000"/>
                <a:gd name="connsiteX951" fmla="*/ 1311582 w 4379260"/>
                <a:gd name="connsiteY951" fmla="*/ 1464216 h 6858000"/>
                <a:gd name="connsiteX952" fmla="*/ 1313759 w 4379260"/>
                <a:gd name="connsiteY952" fmla="*/ 1458775 h 6858000"/>
                <a:gd name="connsiteX953" fmla="*/ 1330083 w 4379260"/>
                <a:gd name="connsiteY953" fmla="*/ 1439729 h 6858000"/>
                <a:gd name="connsiteX954" fmla="*/ 1337702 w 4379260"/>
                <a:gd name="connsiteY954" fmla="*/ 1428846 h 6858000"/>
                <a:gd name="connsiteX955" fmla="*/ 1345320 w 4379260"/>
                <a:gd name="connsiteY955" fmla="*/ 1417419 h 6858000"/>
                <a:gd name="connsiteX956" fmla="*/ 1375792 w 4379260"/>
                <a:gd name="connsiteY956" fmla="*/ 1377696 h 6858000"/>
                <a:gd name="connsiteX957" fmla="*/ 1375792 w 4379260"/>
                <a:gd name="connsiteY957" fmla="*/ 1375519 h 6858000"/>
                <a:gd name="connsiteX958" fmla="*/ 1377969 w 4379260"/>
                <a:gd name="connsiteY958" fmla="*/ 1365725 h 6858000"/>
                <a:gd name="connsiteX959" fmla="*/ 1419324 w 4379260"/>
                <a:gd name="connsiteY959" fmla="*/ 1308589 h 6858000"/>
                <a:gd name="connsiteX960" fmla="*/ 1437282 w 4379260"/>
                <a:gd name="connsiteY960" fmla="*/ 1278660 h 6858000"/>
                <a:gd name="connsiteX961" fmla="*/ 2226240 w 4379260"/>
                <a:gd name="connsiteY961" fmla="*/ 1266279 h 6858000"/>
                <a:gd name="connsiteX962" fmla="*/ 2226345 w 4379260"/>
                <a:gd name="connsiteY962" fmla="*/ 1266689 h 6858000"/>
                <a:gd name="connsiteX963" fmla="*/ 2227433 w 4379260"/>
                <a:gd name="connsiteY963" fmla="*/ 1272130 h 6858000"/>
                <a:gd name="connsiteX964" fmla="*/ 2230154 w 4379260"/>
                <a:gd name="connsiteY964" fmla="*/ 1282469 h 6858000"/>
                <a:gd name="connsiteX965" fmla="*/ 2224712 w 4379260"/>
                <a:gd name="connsiteY965" fmla="*/ 1272130 h 6858000"/>
                <a:gd name="connsiteX966" fmla="*/ 2224479 w 4379260"/>
                <a:gd name="connsiteY966" fmla="*/ 1269566 h 6858000"/>
                <a:gd name="connsiteX967" fmla="*/ 2203580 w 4379260"/>
                <a:gd name="connsiteY967" fmla="*/ 1265662 h 6858000"/>
                <a:gd name="connsiteX968" fmla="*/ 2204379 w 4379260"/>
                <a:gd name="connsiteY968" fmla="*/ 1270548 h 6858000"/>
                <a:gd name="connsiteX969" fmla="*/ 2203439 w 4379260"/>
                <a:gd name="connsiteY969" fmla="*/ 1274307 h 6858000"/>
                <a:gd name="connsiteX970" fmla="*/ 2198542 w 4379260"/>
                <a:gd name="connsiteY970" fmla="*/ 1283558 h 6858000"/>
                <a:gd name="connsiteX971" fmla="*/ 2195821 w 4379260"/>
                <a:gd name="connsiteY971" fmla="*/ 1280837 h 6858000"/>
                <a:gd name="connsiteX972" fmla="*/ 2195277 w 4379260"/>
                <a:gd name="connsiteY972" fmla="*/ 1279204 h 6858000"/>
                <a:gd name="connsiteX973" fmla="*/ 2194189 w 4379260"/>
                <a:gd name="connsiteY973" fmla="*/ 1277572 h 6858000"/>
                <a:gd name="connsiteX974" fmla="*/ 2196910 w 4379260"/>
                <a:gd name="connsiteY974" fmla="*/ 1278116 h 6858000"/>
                <a:gd name="connsiteX975" fmla="*/ 2197998 w 4379260"/>
                <a:gd name="connsiteY975" fmla="*/ 1277572 h 6858000"/>
                <a:gd name="connsiteX976" fmla="*/ 2195821 w 4379260"/>
                <a:gd name="connsiteY976" fmla="*/ 1276484 h 6858000"/>
                <a:gd name="connsiteX977" fmla="*/ 2195277 w 4379260"/>
                <a:gd name="connsiteY977" fmla="*/ 1276484 h 6858000"/>
                <a:gd name="connsiteX978" fmla="*/ 2194733 w 4379260"/>
                <a:gd name="connsiteY978" fmla="*/ 1277028 h 6858000"/>
                <a:gd name="connsiteX979" fmla="*/ 2193100 w 4379260"/>
                <a:gd name="connsiteY979" fmla="*/ 1277028 h 6858000"/>
                <a:gd name="connsiteX980" fmla="*/ 2193644 w 4379260"/>
                <a:gd name="connsiteY980" fmla="*/ 1274851 h 6858000"/>
                <a:gd name="connsiteX981" fmla="*/ 2194733 w 4379260"/>
                <a:gd name="connsiteY981" fmla="*/ 1273763 h 6858000"/>
                <a:gd name="connsiteX982" fmla="*/ 2195277 w 4379260"/>
                <a:gd name="connsiteY982" fmla="*/ 1271586 h 6858000"/>
                <a:gd name="connsiteX983" fmla="*/ 2195277 w 4379260"/>
                <a:gd name="connsiteY983" fmla="*/ 1269954 h 6858000"/>
                <a:gd name="connsiteX984" fmla="*/ 2196910 w 4379260"/>
                <a:gd name="connsiteY984" fmla="*/ 1271586 h 6858000"/>
                <a:gd name="connsiteX985" fmla="*/ 2197454 w 4379260"/>
                <a:gd name="connsiteY985" fmla="*/ 1273763 h 6858000"/>
                <a:gd name="connsiteX986" fmla="*/ 2198542 w 4379260"/>
                <a:gd name="connsiteY986" fmla="*/ 1272674 h 6858000"/>
                <a:gd name="connsiteX987" fmla="*/ 2199086 w 4379260"/>
                <a:gd name="connsiteY987" fmla="*/ 1271586 h 6858000"/>
                <a:gd name="connsiteX988" fmla="*/ 2200174 w 4379260"/>
                <a:gd name="connsiteY988" fmla="*/ 1270498 h 6858000"/>
                <a:gd name="connsiteX989" fmla="*/ 2200718 w 4379260"/>
                <a:gd name="connsiteY989" fmla="*/ 1270498 h 6858000"/>
                <a:gd name="connsiteX990" fmla="*/ 2200174 w 4379260"/>
                <a:gd name="connsiteY990" fmla="*/ 1269410 h 6858000"/>
                <a:gd name="connsiteX991" fmla="*/ 2199630 w 4379260"/>
                <a:gd name="connsiteY991" fmla="*/ 1268321 h 6858000"/>
                <a:gd name="connsiteX992" fmla="*/ 2197998 w 4379260"/>
                <a:gd name="connsiteY992" fmla="*/ 1269410 h 6858000"/>
                <a:gd name="connsiteX993" fmla="*/ 2198542 w 4379260"/>
                <a:gd name="connsiteY993" fmla="*/ 1270498 h 6858000"/>
                <a:gd name="connsiteX994" fmla="*/ 2196910 w 4379260"/>
                <a:gd name="connsiteY994" fmla="*/ 1268865 h 6858000"/>
                <a:gd name="connsiteX995" fmla="*/ 2196365 w 4379260"/>
                <a:gd name="connsiteY995" fmla="*/ 1267777 h 6858000"/>
                <a:gd name="connsiteX996" fmla="*/ 2195821 w 4379260"/>
                <a:gd name="connsiteY996" fmla="*/ 1266689 h 6858000"/>
                <a:gd name="connsiteX997" fmla="*/ 2200174 w 4379260"/>
                <a:gd name="connsiteY997" fmla="*/ 1267233 h 6858000"/>
                <a:gd name="connsiteX998" fmla="*/ 2202895 w 4379260"/>
                <a:gd name="connsiteY998" fmla="*/ 1266689 h 6858000"/>
                <a:gd name="connsiteX999" fmla="*/ 3021771 w 4379260"/>
                <a:gd name="connsiteY999" fmla="*/ 1265056 h 6858000"/>
                <a:gd name="connsiteX1000" fmla="*/ 3022859 w 4379260"/>
                <a:gd name="connsiteY1000" fmla="*/ 1266689 h 6858000"/>
                <a:gd name="connsiteX1001" fmla="*/ 3022315 w 4379260"/>
                <a:gd name="connsiteY1001" fmla="*/ 1267233 h 6858000"/>
                <a:gd name="connsiteX1002" fmla="*/ 3022315 w 4379260"/>
                <a:gd name="connsiteY1002" fmla="*/ 1268321 h 6858000"/>
                <a:gd name="connsiteX1003" fmla="*/ 3020138 w 4379260"/>
                <a:gd name="connsiteY1003" fmla="*/ 1266689 h 6858000"/>
                <a:gd name="connsiteX1004" fmla="*/ 3020682 w 4379260"/>
                <a:gd name="connsiteY1004" fmla="*/ 1266145 h 6858000"/>
                <a:gd name="connsiteX1005" fmla="*/ 3021226 w 4379260"/>
                <a:gd name="connsiteY1005" fmla="*/ 1265600 h 6858000"/>
                <a:gd name="connsiteX1006" fmla="*/ 2849818 w 4379260"/>
                <a:gd name="connsiteY1006" fmla="*/ 1265056 h 6858000"/>
                <a:gd name="connsiteX1007" fmla="*/ 2851995 w 4379260"/>
                <a:gd name="connsiteY1007" fmla="*/ 1271586 h 6858000"/>
                <a:gd name="connsiteX1008" fmla="*/ 2851995 w 4379260"/>
                <a:gd name="connsiteY1008" fmla="*/ 1273763 h 6858000"/>
                <a:gd name="connsiteX1009" fmla="*/ 2848186 w 4379260"/>
                <a:gd name="connsiteY1009" fmla="*/ 1280293 h 6858000"/>
                <a:gd name="connsiteX1010" fmla="*/ 2847642 w 4379260"/>
                <a:gd name="connsiteY1010" fmla="*/ 1280293 h 6858000"/>
                <a:gd name="connsiteX1011" fmla="*/ 2848186 w 4379260"/>
                <a:gd name="connsiteY1011" fmla="*/ 1275939 h 6858000"/>
                <a:gd name="connsiteX1012" fmla="*/ 2849274 w 4379260"/>
                <a:gd name="connsiteY1012" fmla="*/ 1272130 h 6858000"/>
                <a:gd name="connsiteX1013" fmla="*/ 2849818 w 4379260"/>
                <a:gd name="connsiteY1013" fmla="*/ 1265056 h 6858000"/>
                <a:gd name="connsiteX1014" fmla="*/ 2040194 w 4379260"/>
                <a:gd name="connsiteY1014" fmla="*/ 1265056 h 6858000"/>
                <a:gd name="connsiteX1015" fmla="*/ 2042370 w 4379260"/>
                <a:gd name="connsiteY1015" fmla="*/ 1271586 h 6858000"/>
                <a:gd name="connsiteX1016" fmla="*/ 2042370 w 4379260"/>
                <a:gd name="connsiteY1016" fmla="*/ 1273763 h 6858000"/>
                <a:gd name="connsiteX1017" fmla="*/ 2038561 w 4379260"/>
                <a:gd name="connsiteY1017" fmla="*/ 1280293 h 6858000"/>
                <a:gd name="connsiteX1018" fmla="*/ 2038017 w 4379260"/>
                <a:gd name="connsiteY1018" fmla="*/ 1280293 h 6858000"/>
                <a:gd name="connsiteX1019" fmla="*/ 2038561 w 4379260"/>
                <a:gd name="connsiteY1019" fmla="*/ 1275939 h 6858000"/>
                <a:gd name="connsiteX1020" fmla="*/ 2039649 w 4379260"/>
                <a:gd name="connsiteY1020" fmla="*/ 1272130 h 6858000"/>
                <a:gd name="connsiteX1021" fmla="*/ 2040194 w 4379260"/>
                <a:gd name="connsiteY1021" fmla="*/ 1265056 h 6858000"/>
                <a:gd name="connsiteX1022" fmla="*/ 2840568 w 4379260"/>
                <a:gd name="connsiteY1022" fmla="*/ 1263968 h 6858000"/>
                <a:gd name="connsiteX1023" fmla="*/ 2841112 w 4379260"/>
                <a:gd name="connsiteY1023" fmla="*/ 1263968 h 6858000"/>
                <a:gd name="connsiteX1024" fmla="*/ 2842200 w 4379260"/>
                <a:gd name="connsiteY1024" fmla="*/ 1265056 h 6858000"/>
                <a:gd name="connsiteX1025" fmla="*/ 2842200 w 4379260"/>
                <a:gd name="connsiteY1025" fmla="*/ 1271042 h 6858000"/>
                <a:gd name="connsiteX1026" fmla="*/ 2840024 w 4379260"/>
                <a:gd name="connsiteY1026" fmla="*/ 1267233 h 6858000"/>
                <a:gd name="connsiteX1027" fmla="*/ 2840568 w 4379260"/>
                <a:gd name="connsiteY1027" fmla="*/ 1263968 h 6858000"/>
                <a:gd name="connsiteX1028" fmla="*/ 2030943 w 4379260"/>
                <a:gd name="connsiteY1028" fmla="*/ 1263968 h 6858000"/>
                <a:gd name="connsiteX1029" fmla="*/ 2031487 w 4379260"/>
                <a:gd name="connsiteY1029" fmla="*/ 1263968 h 6858000"/>
                <a:gd name="connsiteX1030" fmla="*/ 2032575 w 4379260"/>
                <a:gd name="connsiteY1030" fmla="*/ 1265056 h 6858000"/>
                <a:gd name="connsiteX1031" fmla="*/ 2032575 w 4379260"/>
                <a:gd name="connsiteY1031" fmla="*/ 1271042 h 6858000"/>
                <a:gd name="connsiteX1032" fmla="*/ 2030399 w 4379260"/>
                <a:gd name="connsiteY1032" fmla="*/ 1267233 h 6858000"/>
                <a:gd name="connsiteX1033" fmla="*/ 2030943 w 4379260"/>
                <a:gd name="connsiteY1033" fmla="*/ 1263968 h 6858000"/>
                <a:gd name="connsiteX1034" fmla="*/ 3012520 w 4379260"/>
                <a:gd name="connsiteY1034" fmla="*/ 1262336 h 6858000"/>
                <a:gd name="connsiteX1035" fmla="*/ 3015785 w 4379260"/>
                <a:gd name="connsiteY1035" fmla="*/ 1263424 h 6858000"/>
                <a:gd name="connsiteX1036" fmla="*/ 3013064 w 4379260"/>
                <a:gd name="connsiteY1036" fmla="*/ 1274307 h 6858000"/>
                <a:gd name="connsiteX1037" fmla="*/ 3008167 w 4379260"/>
                <a:gd name="connsiteY1037" fmla="*/ 1283558 h 6858000"/>
                <a:gd name="connsiteX1038" fmla="*/ 3005446 w 4379260"/>
                <a:gd name="connsiteY1038" fmla="*/ 1280837 h 6858000"/>
                <a:gd name="connsiteX1039" fmla="*/ 3004902 w 4379260"/>
                <a:gd name="connsiteY1039" fmla="*/ 1279204 h 6858000"/>
                <a:gd name="connsiteX1040" fmla="*/ 3003814 w 4379260"/>
                <a:gd name="connsiteY1040" fmla="*/ 1277572 h 6858000"/>
                <a:gd name="connsiteX1041" fmla="*/ 3006534 w 4379260"/>
                <a:gd name="connsiteY1041" fmla="*/ 1278116 h 6858000"/>
                <a:gd name="connsiteX1042" fmla="*/ 3007623 w 4379260"/>
                <a:gd name="connsiteY1042" fmla="*/ 1277572 h 6858000"/>
                <a:gd name="connsiteX1043" fmla="*/ 3005446 w 4379260"/>
                <a:gd name="connsiteY1043" fmla="*/ 1276484 h 6858000"/>
                <a:gd name="connsiteX1044" fmla="*/ 3004902 w 4379260"/>
                <a:gd name="connsiteY1044" fmla="*/ 1276484 h 6858000"/>
                <a:gd name="connsiteX1045" fmla="*/ 3004358 w 4379260"/>
                <a:gd name="connsiteY1045" fmla="*/ 1277028 h 6858000"/>
                <a:gd name="connsiteX1046" fmla="*/ 3002726 w 4379260"/>
                <a:gd name="connsiteY1046" fmla="*/ 1277028 h 6858000"/>
                <a:gd name="connsiteX1047" fmla="*/ 3003270 w 4379260"/>
                <a:gd name="connsiteY1047" fmla="*/ 1274851 h 6858000"/>
                <a:gd name="connsiteX1048" fmla="*/ 3004358 w 4379260"/>
                <a:gd name="connsiteY1048" fmla="*/ 1273763 h 6858000"/>
                <a:gd name="connsiteX1049" fmla="*/ 3004902 w 4379260"/>
                <a:gd name="connsiteY1049" fmla="*/ 1271586 h 6858000"/>
                <a:gd name="connsiteX1050" fmla="*/ 3004902 w 4379260"/>
                <a:gd name="connsiteY1050" fmla="*/ 1269954 h 6858000"/>
                <a:gd name="connsiteX1051" fmla="*/ 3006534 w 4379260"/>
                <a:gd name="connsiteY1051" fmla="*/ 1271586 h 6858000"/>
                <a:gd name="connsiteX1052" fmla="*/ 3007078 w 4379260"/>
                <a:gd name="connsiteY1052" fmla="*/ 1273763 h 6858000"/>
                <a:gd name="connsiteX1053" fmla="*/ 3008167 w 4379260"/>
                <a:gd name="connsiteY1053" fmla="*/ 1272674 h 6858000"/>
                <a:gd name="connsiteX1054" fmla="*/ 3008711 w 4379260"/>
                <a:gd name="connsiteY1054" fmla="*/ 1271586 h 6858000"/>
                <a:gd name="connsiteX1055" fmla="*/ 3009800 w 4379260"/>
                <a:gd name="connsiteY1055" fmla="*/ 1270498 h 6858000"/>
                <a:gd name="connsiteX1056" fmla="*/ 3010344 w 4379260"/>
                <a:gd name="connsiteY1056" fmla="*/ 1270498 h 6858000"/>
                <a:gd name="connsiteX1057" fmla="*/ 3009800 w 4379260"/>
                <a:gd name="connsiteY1057" fmla="*/ 1269410 h 6858000"/>
                <a:gd name="connsiteX1058" fmla="*/ 3009255 w 4379260"/>
                <a:gd name="connsiteY1058" fmla="*/ 1268321 h 6858000"/>
                <a:gd name="connsiteX1059" fmla="*/ 3007623 w 4379260"/>
                <a:gd name="connsiteY1059" fmla="*/ 1269410 h 6858000"/>
                <a:gd name="connsiteX1060" fmla="*/ 3008167 w 4379260"/>
                <a:gd name="connsiteY1060" fmla="*/ 1270498 h 6858000"/>
                <a:gd name="connsiteX1061" fmla="*/ 3006534 w 4379260"/>
                <a:gd name="connsiteY1061" fmla="*/ 1268865 h 6858000"/>
                <a:gd name="connsiteX1062" fmla="*/ 3005990 w 4379260"/>
                <a:gd name="connsiteY1062" fmla="*/ 1267777 h 6858000"/>
                <a:gd name="connsiteX1063" fmla="*/ 3005446 w 4379260"/>
                <a:gd name="connsiteY1063" fmla="*/ 1266689 h 6858000"/>
                <a:gd name="connsiteX1064" fmla="*/ 3009800 w 4379260"/>
                <a:gd name="connsiteY1064" fmla="*/ 1267233 h 6858000"/>
                <a:gd name="connsiteX1065" fmla="*/ 3012520 w 4379260"/>
                <a:gd name="connsiteY1065" fmla="*/ 1266689 h 6858000"/>
                <a:gd name="connsiteX1066" fmla="*/ 3013608 w 4379260"/>
                <a:gd name="connsiteY1066" fmla="*/ 1265056 h 6858000"/>
                <a:gd name="connsiteX1067" fmla="*/ 3012520 w 4379260"/>
                <a:gd name="connsiteY1067" fmla="*/ 1262336 h 6858000"/>
                <a:gd name="connsiteX1068" fmla="*/ 2202895 w 4379260"/>
                <a:gd name="connsiteY1068" fmla="*/ 1262336 h 6858000"/>
                <a:gd name="connsiteX1069" fmla="*/ 2203043 w 4379260"/>
                <a:gd name="connsiteY1069" fmla="*/ 1262385 h 6858000"/>
                <a:gd name="connsiteX1070" fmla="*/ 2203132 w 4379260"/>
                <a:gd name="connsiteY1070" fmla="*/ 1262929 h 6858000"/>
                <a:gd name="connsiteX1071" fmla="*/ 3021226 w 4379260"/>
                <a:gd name="connsiteY1071" fmla="*/ 1261791 h 6858000"/>
                <a:gd name="connsiteX1072" fmla="*/ 3021771 w 4379260"/>
                <a:gd name="connsiteY1072" fmla="*/ 1261791 h 6858000"/>
                <a:gd name="connsiteX1073" fmla="*/ 3023403 w 4379260"/>
                <a:gd name="connsiteY1073" fmla="*/ 1262336 h 6858000"/>
                <a:gd name="connsiteX1074" fmla="*/ 3023403 w 4379260"/>
                <a:gd name="connsiteY1074" fmla="*/ 1263424 h 6858000"/>
                <a:gd name="connsiteX1075" fmla="*/ 3022859 w 4379260"/>
                <a:gd name="connsiteY1075" fmla="*/ 1263968 h 6858000"/>
                <a:gd name="connsiteX1076" fmla="*/ 3021226 w 4379260"/>
                <a:gd name="connsiteY1076" fmla="*/ 1262880 h 6858000"/>
                <a:gd name="connsiteX1077" fmla="*/ 2231025 w 4379260"/>
                <a:gd name="connsiteY1077" fmla="*/ 1257341 h 6858000"/>
                <a:gd name="connsiteX1078" fmla="*/ 2231242 w 4379260"/>
                <a:gd name="connsiteY1078" fmla="*/ 1261247 h 6858000"/>
                <a:gd name="connsiteX1079" fmla="*/ 2230931 w 4379260"/>
                <a:gd name="connsiteY1079" fmla="*/ 1257517 h 6858000"/>
                <a:gd name="connsiteX1080" fmla="*/ 3026124 w 4379260"/>
                <a:gd name="connsiteY1080" fmla="*/ 1256350 h 6858000"/>
                <a:gd name="connsiteX1081" fmla="*/ 3027212 w 4379260"/>
                <a:gd name="connsiteY1081" fmla="*/ 1257982 h 6858000"/>
                <a:gd name="connsiteX1082" fmla="*/ 3027212 w 4379260"/>
                <a:gd name="connsiteY1082" fmla="*/ 1258526 h 6858000"/>
                <a:gd name="connsiteX1083" fmla="*/ 3026668 w 4379260"/>
                <a:gd name="connsiteY1083" fmla="*/ 1259071 h 6858000"/>
                <a:gd name="connsiteX1084" fmla="*/ 3026668 w 4379260"/>
                <a:gd name="connsiteY1084" fmla="*/ 1260703 h 6858000"/>
                <a:gd name="connsiteX1085" fmla="*/ 3024492 w 4379260"/>
                <a:gd name="connsiteY1085" fmla="*/ 1259615 h 6858000"/>
                <a:gd name="connsiteX1086" fmla="*/ 3024492 w 4379260"/>
                <a:gd name="connsiteY1086" fmla="*/ 1258526 h 6858000"/>
                <a:gd name="connsiteX1087" fmla="*/ 3025036 w 4379260"/>
                <a:gd name="connsiteY1087" fmla="*/ 1257438 h 6858000"/>
                <a:gd name="connsiteX1088" fmla="*/ 3025580 w 4379260"/>
                <a:gd name="connsiteY1088" fmla="*/ 1256894 h 6858000"/>
                <a:gd name="connsiteX1089" fmla="*/ 980737 w 4379260"/>
                <a:gd name="connsiteY1089" fmla="*/ 1254717 h 6858000"/>
                <a:gd name="connsiteX1090" fmla="*/ 980737 w 4379260"/>
                <a:gd name="connsiteY1090" fmla="*/ 1259071 h 6858000"/>
                <a:gd name="connsiteX1091" fmla="*/ 978561 w 4379260"/>
                <a:gd name="connsiteY1091" fmla="*/ 1260703 h 6858000"/>
                <a:gd name="connsiteX1092" fmla="*/ 978561 w 4379260"/>
                <a:gd name="connsiteY1092" fmla="*/ 1260170 h 6858000"/>
                <a:gd name="connsiteX1093" fmla="*/ 979041 w 4379260"/>
                <a:gd name="connsiteY1093" fmla="*/ 1256110 h 6858000"/>
                <a:gd name="connsiteX1094" fmla="*/ 979649 w 4379260"/>
                <a:gd name="connsiteY1094" fmla="*/ 1255806 h 6858000"/>
                <a:gd name="connsiteX1095" fmla="*/ 2512360 w 4379260"/>
                <a:gd name="connsiteY1095" fmla="*/ 1253085 h 6858000"/>
                <a:gd name="connsiteX1096" fmla="*/ 2512904 w 4379260"/>
                <a:gd name="connsiteY1096" fmla="*/ 1257982 h 6858000"/>
                <a:gd name="connsiteX1097" fmla="*/ 2511272 w 4379260"/>
                <a:gd name="connsiteY1097" fmla="*/ 1269410 h 6858000"/>
                <a:gd name="connsiteX1098" fmla="*/ 2509095 w 4379260"/>
                <a:gd name="connsiteY1098" fmla="*/ 1278116 h 6858000"/>
                <a:gd name="connsiteX1099" fmla="*/ 2508007 w 4379260"/>
                <a:gd name="connsiteY1099" fmla="*/ 1287367 h 6858000"/>
                <a:gd name="connsiteX1100" fmla="*/ 2506919 w 4379260"/>
                <a:gd name="connsiteY1100" fmla="*/ 1280837 h 6858000"/>
                <a:gd name="connsiteX1101" fmla="*/ 2508007 w 4379260"/>
                <a:gd name="connsiteY1101" fmla="*/ 1271042 h 6858000"/>
                <a:gd name="connsiteX1102" fmla="*/ 2510728 w 4379260"/>
                <a:gd name="connsiteY1102" fmla="*/ 1261791 h 6858000"/>
                <a:gd name="connsiteX1103" fmla="*/ 2512360 w 4379260"/>
                <a:gd name="connsiteY1103" fmla="*/ 1253085 h 6858000"/>
                <a:gd name="connsiteX1104" fmla="*/ 1702735 w 4379260"/>
                <a:gd name="connsiteY1104" fmla="*/ 1253085 h 6858000"/>
                <a:gd name="connsiteX1105" fmla="*/ 1703279 w 4379260"/>
                <a:gd name="connsiteY1105" fmla="*/ 1257982 h 6858000"/>
                <a:gd name="connsiteX1106" fmla="*/ 1701647 w 4379260"/>
                <a:gd name="connsiteY1106" fmla="*/ 1269410 h 6858000"/>
                <a:gd name="connsiteX1107" fmla="*/ 1699470 w 4379260"/>
                <a:gd name="connsiteY1107" fmla="*/ 1278116 h 6858000"/>
                <a:gd name="connsiteX1108" fmla="*/ 1698382 w 4379260"/>
                <a:gd name="connsiteY1108" fmla="*/ 1287367 h 6858000"/>
                <a:gd name="connsiteX1109" fmla="*/ 1697294 w 4379260"/>
                <a:gd name="connsiteY1109" fmla="*/ 1280837 h 6858000"/>
                <a:gd name="connsiteX1110" fmla="*/ 1698382 w 4379260"/>
                <a:gd name="connsiteY1110" fmla="*/ 1271042 h 6858000"/>
                <a:gd name="connsiteX1111" fmla="*/ 1701103 w 4379260"/>
                <a:gd name="connsiteY1111" fmla="*/ 1261791 h 6858000"/>
                <a:gd name="connsiteX1112" fmla="*/ 1702735 w 4379260"/>
                <a:gd name="connsiteY1112" fmla="*/ 1253085 h 6858000"/>
                <a:gd name="connsiteX1113" fmla="*/ 3016329 w 4379260"/>
                <a:gd name="connsiteY1113" fmla="*/ 1249820 h 6858000"/>
                <a:gd name="connsiteX1114" fmla="*/ 3023403 w 4379260"/>
                <a:gd name="connsiteY1114" fmla="*/ 1253629 h 6858000"/>
                <a:gd name="connsiteX1115" fmla="*/ 3020138 w 4379260"/>
                <a:gd name="connsiteY1115" fmla="*/ 1258526 h 6858000"/>
                <a:gd name="connsiteX1116" fmla="*/ 3017418 w 4379260"/>
                <a:gd name="connsiteY1116" fmla="*/ 1263424 h 6858000"/>
                <a:gd name="connsiteX1117" fmla="*/ 3015241 w 4379260"/>
                <a:gd name="connsiteY1117" fmla="*/ 1261791 h 6858000"/>
                <a:gd name="connsiteX1118" fmla="*/ 3014152 w 4379260"/>
                <a:gd name="connsiteY1118" fmla="*/ 1260703 h 6858000"/>
                <a:gd name="connsiteX1119" fmla="*/ 3013064 w 4379260"/>
                <a:gd name="connsiteY1119" fmla="*/ 1259615 h 6858000"/>
                <a:gd name="connsiteX1120" fmla="*/ 3014152 w 4379260"/>
                <a:gd name="connsiteY1120" fmla="*/ 1259615 h 6858000"/>
                <a:gd name="connsiteX1121" fmla="*/ 3015241 w 4379260"/>
                <a:gd name="connsiteY1121" fmla="*/ 1258526 h 6858000"/>
                <a:gd name="connsiteX1122" fmla="*/ 3014697 w 4379260"/>
                <a:gd name="connsiteY1122" fmla="*/ 1255806 h 6858000"/>
                <a:gd name="connsiteX1123" fmla="*/ 3014697 w 4379260"/>
                <a:gd name="connsiteY1123" fmla="*/ 1255262 h 6858000"/>
                <a:gd name="connsiteX1124" fmla="*/ 3015241 w 4379260"/>
                <a:gd name="connsiteY1124" fmla="*/ 1254717 h 6858000"/>
                <a:gd name="connsiteX1125" fmla="*/ 3017418 w 4379260"/>
                <a:gd name="connsiteY1125" fmla="*/ 1254717 h 6858000"/>
                <a:gd name="connsiteX1126" fmla="*/ 3019594 w 4379260"/>
                <a:gd name="connsiteY1126" fmla="*/ 1253629 h 6858000"/>
                <a:gd name="connsiteX1127" fmla="*/ 3019050 w 4379260"/>
                <a:gd name="connsiteY1127" fmla="*/ 1252541 h 6858000"/>
                <a:gd name="connsiteX1128" fmla="*/ 3018506 w 4379260"/>
                <a:gd name="connsiteY1128" fmla="*/ 1253085 h 6858000"/>
                <a:gd name="connsiteX1129" fmla="*/ 3016329 w 4379260"/>
                <a:gd name="connsiteY1129" fmla="*/ 1253085 h 6858000"/>
                <a:gd name="connsiteX1130" fmla="*/ 2853083 w 4379260"/>
                <a:gd name="connsiteY1130" fmla="*/ 1249276 h 6858000"/>
                <a:gd name="connsiteX1131" fmla="*/ 2855260 w 4379260"/>
                <a:gd name="connsiteY1131" fmla="*/ 1252541 h 6858000"/>
                <a:gd name="connsiteX1132" fmla="*/ 2854716 w 4379260"/>
                <a:gd name="connsiteY1132" fmla="*/ 1254717 h 6858000"/>
                <a:gd name="connsiteX1133" fmla="*/ 2853083 w 4379260"/>
                <a:gd name="connsiteY1133" fmla="*/ 1258526 h 6858000"/>
                <a:gd name="connsiteX1134" fmla="*/ 2852539 w 4379260"/>
                <a:gd name="connsiteY1134" fmla="*/ 1261791 h 6858000"/>
                <a:gd name="connsiteX1135" fmla="*/ 2850907 w 4379260"/>
                <a:gd name="connsiteY1135" fmla="*/ 1259615 h 6858000"/>
                <a:gd name="connsiteX1136" fmla="*/ 2851451 w 4379260"/>
                <a:gd name="connsiteY1136" fmla="*/ 1257438 h 6858000"/>
                <a:gd name="connsiteX1137" fmla="*/ 2851995 w 4379260"/>
                <a:gd name="connsiteY1137" fmla="*/ 1255806 h 6858000"/>
                <a:gd name="connsiteX1138" fmla="*/ 2852539 w 4379260"/>
                <a:gd name="connsiteY1138" fmla="*/ 1253629 h 6858000"/>
                <a:gd name="connsiteX1139" fmla="*/ 2853083 w 4379260"/>
                <a:gd name="connsiteY1139" fmla="*/ 1249276 h 6858000"/>
                <a:gd name="connsiteX1140" fmla="*/ 2043458 w 4379260"/>
                <a:gd name="connsiteY1140" fmla="*/ 1249276 h 6858000"/>
                <a:gd name="connsiteX1141" fmla="*/ 2045635 w 4379260"/>
                <a:gd name="connsiteY1141" fmla="*/ 1252541 h 6858000"/>
                <a:gd name="connsiteX1142" fmla="*/ 2045091 w 4379260"/>
                <a:gd name="connsiteY1142" fmla="*/ 1254717 h 6858000"/>
                <a:gd name="connsiteX1143" fmla="*/ 2043458 w 4379260"/>
                <a:gd name="connsiteY1143" fmla="*/ 1258526 h 6858000"/>
                <a:gd name="connsiteX1144" fmla="*/ 2042914 w 4379260"/>
                <a:gd name="connsiteY1144" fmla="*/ 1261791 h 6858000"/>
                <a:gd name="connsiteX1145" fmla="*/ 2041282 w 4379260"/>
                <a:gd name="connsiteY1145" fmla="*/ 1259615 h 6858000"/>
                <a:gd name="connsiteX1146" fmla="*/ 2041826 w 4379260"/>
                <a:gd name="connsiteY1146" fmla="*/ 1257438 h 6858000"/>
                <a:gd name="connsiteX1147" fmla="*/ 2042370 w 4379260"/>
                <a:gd name="connsiteY1147" fmla="*/ 1255806 h 6858000"/>
                <a:gd name="connsiteX1148" fmla="*/ 2042914 w 4379260"/>
                <a:gd name="connsiteY1148" fmla="*/ 1253629 h 6858000"/>
                <a:gd name="connsiteX1149" fmla="*/ 2043458 w 4379260"/>
                <a:gd name="connsiteY1149" fmla="*/ 1249276 h 6858000"/>
                <a:gd name="connsiteX1150" fmla="*/ 2511816 w 4379260"/>
                <a:gd name="connsiteY1150" fmla="*/ 1247099 h 6858000"/>
                <a:gd name="connsiteX1151" fmla="*/ 2512360 w 4379260"/>
                <a:gd name="connsiteY1151" fmla="*/ 1247099 h 6858000"/>
                <a:gd name="connsiteX1152" fmla="*/ 2512360 w 4379260"/>
                <a:gd name="connsiteY1152" fmla="*/ 1249276 h 6858000"/>
                <a:gd name="connsiteX1153" fmla="*/ 2511272 w 4379260"/>
                <a:gd name="connsiteY1153" fmla="*/ 1251997 h 6858000"/>
                <a:gd name="connsiteX1154" fmla="*/ 2511272 w 4379260"/>
                <a:gd name="connsiteY1154" fmla="*/ 1248732 h 6858000"/>
                <a:gd name="connsiteX1155" fmla="*/ 2511816 w 4379260"/>
                <a:gd name="connsiteY1155" fmla="*/ 1247099 h 6858000"/>
                <a:gd name="connsiteX1156" fmla="*/ 1702191 w 4379260"/>
                <a:gd name="connsiteY1156" fmla="*/ 1247099 h 6858000"/>
                <a:gd name="connsiteX1157" fmla="*/ 1702735 w 4379260"/>
                <a:gd name="connsiteY1157" fmla="*/ 1247099 h 6858000"/>
                <a:gd name="connsiteX1158" fmla="*/ 1702735 w 4379260"/>
                <a:gd name="connsiteY1158" fmla="*/ 1249276 h 6858000"/>
                <a:gd name="connsiteX1159" fmla="*/ 1701647 w 4379260"/>
                <a:gd name="connsiteY1159" fmla="*/ 1251997 h 6858000"/>
                <a:gd name="connsiteX1160" fmla="*/ 1701647 w 4379260"/>
                <a:gd name="connsiteY1160" fmla="*/ 1248732 h 6858000"/>
                <a:gd name="connsiteX1161" fmla="*/ 1702191 w 4379260"/>
                <a:gd name="connsiteY1161" fmla="*/ 1247099 h 6858000"/>
                <a:gd name="connsiteX1162" fmla="*/ 2853083 w 4379260"/>
                <a:gd name="connsiteY1162" fmla="*/ 1245467 h 6858000"/>
                <a:gd name="connsiteX1163" fmla="*/ 2853628 w 4379260"/>
                <a:gd name="connsiteY1163" fmla="*/ 1246011 h 6858000"/>
                <a:gd name="connsiteX1164" fmla="*/ 2853628 w 4379260"/>
                <a:gd name="connsiteY1164" fmla="*/ 1246555 h 6858000"/>
                <a:gd name="connsiteX1165" fmla="*/ 2853083 w 4379260"/>
                <a:gd name="connsiteY1165" fmla="*/ 1249276 h 6858000"/>
                <a:gd name="connsiteX1166" fmla="*/ 2851995 w 4379260"/>
                <a:gd name="connsiteY1166" fmla="*/ 1247099 h 6858000"/>
                <a:gd name="connsiteX1167" fmla="*/ 2852539 w 4379260"/>
                <a:gd name="connsiteY1167" fmla="*/ 1246011 h 6858000"/>
                <a:gd name="connsiteX1168" fmla="*/ 2846009 w 4379260"/>
                <a:gd name="connsiteY1168" fmla="*/ 1245467 h 6858000"/>
                <a:gd name="connsiteX1169" fmla="*/ 2846554 w 4379260"/>
                <a:gd name="connsiteY1169" fmla="*/ 1247099 h 6858000"/>
                <a:gd name="connsiteX1170" fmla="*/ 2846554 w 4379260"/>
                <a:gd name="connsiteY1170" fmla="*/ 1248732 h 6858000"/>
                <a:gd name="connsiteX1171" fmla="*/ 2845465 w 4379260"/>
                <a:gd name="connsiteY1171" fmla="*/ 1251452 h 6858000"/>
                <a:gd name="connsiteX1172" fmla="*/ 2845465 w 4379260"/>
                <a:gd name="connsiteY1172" fmla="*/ 1254173 h 6858000"/>
                <a:gd name="connsiteX1173" fmla="*/ 2843833 w 4379260"/>
                <a:gd name="connsiteY1173" fmla="*/ 1249820 h 6858000"/>
                <a:gd name="connsiteX1174" fmla="*/ 2846009 w 4379260"/>
                <a:gd name="connsiteY1174" fmla="*/ 1245467 h 6858000"/>
                <a:gd name="connsiteX1175" fmla="*/ 2043458 w 4379260"/>
                <a:gd name="connsiteY1175" fmla="*/ 1245467 h 6858000"/>
                <a:gd name="connsiteX1176" fmla="*/ 2044002 w 4379260"/>
                <a:gd name="connsiteY1176" fmla="*/ 1246011 h 6858000"/>
                <a:gd name="connsiteX1177" fmla="*/ 2044002 w 4379260"/>
                <a:gd name="connsiteY1177" fmla="*/ 1246555 h 6858000"/>
                <a:gd name="connsiteX1178" fmla="*/ 2043458 w 4379260"/>
                <a:gd name="connsiteY1178" fmla="*/ 1249276 h 6858000"/>
                <a:gd name="connsiteX1179" fmla="*/ 2042370 w 4379260"/>
                <a:gd name="connsiteY1179" fmla="*/ 1247099 h 6858000"/>
                <a:gd name="connsiteX1180" fmla="*/ 2042914 w 4379260"/>
                <a:gd name="connsiteY1180" fmla="*/ 1246011 h 6858000"/>
                <a:gd name="connsiteX1181" fmla="*/ 2036384 w 4379260"/>
                <a:gd name="connsiteY1181" fmla="*/ 1245467 h 6858000"/>
                <a:gd name="connsiteX1182" fmla="*/ 2036929 w 4379260"/>
                <a:gd name="connsiteY1182" fmla="*/ 1247099 h 6858000"/>
                <a:gd name="connsiteX1183" fmla="*/ 2036929 w 4379260"/>
                <a:gd name="connsiteY1183" fmla="*/ 1248732 h 6858000"/>
                <a:gd name="connsiteX1184" fmla="*/ 2035840 w 4379260"/>
                <a:gd name="connsiteY1184" fmla="*/ 1251452 h 6858000"/>
                <a:gd name="connsiteX1185" fmla="*/ 2035840 w 4379260"/>
                <a:gd name="connsiteY1185" fmla="*/ 1254173 h 6858000"/>
                <a:gd name="connsiteX1186" fmla="*/ 2034208 w 4379260"/>
                <a:gd name="connsiteY1186" fmla="*/ 1249820 h 6858000"/>
                <a:gd name="connsiteX1187" fmla="*/ 2036384 w 4379260"/>
                <a:gd name="connsiteY1187" fmla="*/ 1245467 h 6858000"/>
                <a:gd name="connsiteX1188" fmla="*/ 2505830 w 4379260"/>
                <a:gd name="connsiteY1188" fmla="*/ 1244378 h 6858000"/>
                <a:gd name="connsiteX1189" fmla="*/ 2503110 w 4379260"/>
                <a:gd name="connsiteY1189" fmla="*/ 1268321 h 6858000"/>
                <a:gd name="connsiteX1190" fmla="*/ 2500389 w 4379260"/>
                <a:gd name="connsiteY1190" fmla="*/ 1291720 h 6858000"/>
                <a:gd name="connsiteX1191" fmla="*/ 2492226 w 4379260"/>
                <a:gd name="connsiteY1191" fmla="*/ 1334708 h 6858000"/>
                <a:gd name="connsiteX1192" fmla="*/ 2491682 w 4379260"/>
                <a:gd name="connsiteY1192" fmla="*/ 1332531 h 6858000"/>
                <a:gd name="connsiteX1193" fmla="*/ 2492771 w 4379260"/>
                <a:gd name="connsiteY1193" fmla="*/ 1324369 h 6858000"/>
                <a:gd name="connsiteX1194" fmla="*/ 2493859 w 4379260"/>
                <a:gd name="connsiteY1194" fmla="*/ 1320560 h 6858000"/>
                <a:gd name="connsiteX1195" fmla="*/ 2494403 w 4379260"/>
                <a:gd name="connsiteY1195" fmla="*/ 1316751 h 6858000"/>
                <a:gd name="connsiteX1196" fmla="*/ 2496036 w 4379260"/>
                <a:gd name="connsiteY1196" fmla="*/ 1309677 h 6858000"/>
                <a:gd name="connsiteX1197" fmla="*/ 2505830 w 4379260"/>
                <a:gd name="connsiteY1197" fmla="*/ 1244378 h 6858000"/>
                <a:gd name="connsiteX1198" fmla="*/ 1696205 w 4379260"/>
                <a:gd name="connsiteY1198" fmla="*/ 1244378 h 6858000"/>
                <a:gd name="connsiteX1199" fmla="*/ 1693484 w 4379260"/>
                <a:gd name="connsiteY1199" fmla="*/ 1268321 h 6858000"/>
                <a:gd name="connsiteX1200" fmla="*/ 1690764 w 4379260"/>
                <a:gd name="connsiteY1200" fmla="*/ 1291720 h 6858000"/>
                <a:gd name="connsiteX1201" fmla="*/ 1682601 w 4379260"/>
                <a:gd name="connsiteY1201" fmla="*/ 1334708 h 6858000"/>
                <a:gd name="connsiteX1202" fmla="*/ 1682057 w 4379260"/>
                <a:gd name="connsiteY1202" fmla="*/ 1332531 h 6858000"/>
                <a:gd name="connsiteX1203" fmla="*/ 1683146 w 4379260"/>
                <a:gd name="connsiteY1203" fmla="*/ 1324369 h 6858000"/>
                <a:gd name="connsiteX1204" fmla="*/ 1684234 w 4379260"/>
                <a:gd name="connsiteY1204" fmla="*/ 1320560 h 6858000"/>
                <a:gd name="connsiteX1205" fmla="*/ 1684778 w 4379260"/>
                <a:gd name="connsiteY1205" fmla="*/ 1316751 h 6858000"/>
                <a:gd name="connsiteX1206" fmla="*/ 1686411 w 4379260"/>
                <a:gd name="connsiteY1206" fmla="*/ 1309677 h 6858000"/>
                <a:gd name="connsiteX1207" fmla="*/ 1696205 w 4379260"/>
                <a:gd name="connsiteY1207" fmla="*/ 1244378 h 6858000"/>
                <a:gd name="connsiteX1208" fmla="*/ 3025580 w 4379260"/>
                <a:gd name="connsiteY1208" fmla="*/ 1243834 h 6858000"/>
                <a:gd name="connsiteX1209" fmla="*/ 3026668 w 4379260"/>
                <a:gd name="connsiteY1209" fmla="*/ 1244923 h 6858000"/>
                <a:gd name="connsiteX1210" fmla="*/ 3027212 w 4379260"/>
                <a:gd name="connsiteY1210" fmla="*/ 1246011 h 6858000"/>
                <a:gd name="connsiteX1211" fmla="*/ 3026668 w 4379260"/>
                <a:gd name="connsiteY1211" fmla="*/ 1246011 h 6858000"/>
                <a:gd name="connsiteX1212" fmla="*/ 3026668 w 4379260"/>
                <a:gd name="connsiteY1212" fmla="*/ 1246555 h 6858000"/>
                <a:gd name="connsiteX1213" fmla="*/ 3025036 w 4379260"/>
                <a:gd name="connsiteY1213" fmla="*/ 1245467 h 6858000"/>
                <a:gd name="connsiteX1214" fmla="*/ 3024492 w 4379260"/>
                <a:gd name="connsiteY1214" fmla="*/ 1244378 h 6858000"/>
                <a:gd name="connsiteX1215" fmla="*/ 3025580 w 4379260"/>
                <a:gd name="connsiteY1215" fmla="*/ 1243834 h 6858000"/>
                <a:gd name="connsiteX1216" fmla="*/ 1616982 w 4379260"/>
                <a:gd name="connsiteY1216" fmla="*/ 1237849 h 6858000"/>
                <a:gd name="connsiteX1217" fmla="*/ 1617526 w 4379260"/>
                <a:gd name="connsiteY1217" fmla="*/ 1241658 h 6858000"/>
                <a:gd name="connsiteX1218" fmla="*/ 1616982 w 4379260"/>
                <a:gd name="connsiteY1218" fmla="*/ 1247099 h 6858000"/>
                <a:gd name="connsiteX1219" fmla="*/ 1615894 w 4379260"/>
                <a:gd name="connsiteY1219" fmla="*/ 1251452 h 6858000"/>
                <a:gd name="connsiteX1220" fmla="*/ 1614261 w 4379260"/>
                <a:gd name="connsiteY1220" fmla="*/ 1255806 h 6858000"/>
                <a:gd name="connsiteX1221" fmla="*/ 1606643 w 4379260"/>
                <a:gd name="connsiteY1221" fmla="*/ 1274851 h 6858000"/>
                <a:gd name="connsiteX1222" fmla="*/ 1607188 w 4379260"/>
                <a:gd name="connsiteY1222" fmla="*/ 1271042 h 6858000"/>
                <a:gd name="connsiteX1223" fmla="*/ 1608276 w 4379260"/>
                <a:gd name="connsiteY1223" fmla="*/ 1266689 h 6858000"/>
                <a:gd name="connsiteX1224" fmla="*/ 1611541 w 4379260"/>
                <a:gd name="connsiteY1224" fmla="*/ 1257438 h 6858000"/>
                <a:gd name="connsiteX1225" fmla="*/ 1613173 w 4379260"/>
                <a:gd name="connsiteY1225" fmla="*/ 1252541 h 6858000"/>
                <a:gd name="connsiteX1226" fmla="*/ 1614806 w 4379260"/>
                <a:gd name="connsiteY1226" fmla="*/ 1247099 h 6858000"/>
                <a:gd name="connsiteX1227" fmla="*/ 1616438 w 4379260"/>
                <a:gd name="connsiteY1227" fmla="*/ 1242202 h 6858000"/>
                <a:gd name="connsiteX1228" fmla="*/ 2840568 w 4379260"/>
                <a:gd name="connsiteY1228" fmla="*/ 1235128 h 6858000"/>
                <a:gd name="connsiteX1229" fmla="*/ 2842744 w 4379260"/>
                <a:gd name="connsiteY1229" fmla="*/ 1235672 h 6858000"/>
                <a:gd name="connsiteX1230" fmla="*/ 2842200 w 4379260"/>
                <a:gd name="connsiteY1230" fmla="*/ 1237849 h 6858000"/>
                <a:gd name="connsiteX1231" fmla="*/ 2840024 w 4379260"/>
                <a:gd name="connsiteY1231" fmla="*/ 1237849 h 6858000"/>
                <a:gd name="connsiteX1232" fmla="*/ 2840568 w 4379260"/>
                <a:gd name="connsiteY1232" fmla="*/ 1235128 h 6858000"/>
                <a:gd name="connsiteX1233" fmla="*/ 2030943 w 4379260"/>
                <a:gd name="connsiteY1233" fmla="*/ 1235128 h 6858000"/>
                <a:gd name="connsiteX1234" fmla="*/ 2033120 w 4379260"/>
                <a:gd name="connsiteY1234" fmla="*/ 1235672 h 6858000"/>
                <a:gd name="connsiteX1235" fmla="*/ 2032575 w 4379260"/>
                <a:gd name="connsiteY1235" fmla="*/ 1237849 h 6858000"/>
                <a:gd name="connsiteX1236" fmla="*/ 2030399 w 4379260"/>
                <a:gd name="connsiteY1236" fmla="*/ 1237849 h 6858000"/>
                <a:gd name="connsiteX1237" fmla="*/ 2030943 w 4379260"/>
                <a:gd name="connsiteY1237" fmla="*/ 1235128 h 6858000"/>
                <a:gd name="connsiteX1238" fmla="*/ 3105622 w 4379260"/>
                <a:gd name="connsiteY1238" fmla="*/ 1232951 h 6858000"/>
                <a:gd name="connsiteX1239" fmla="*/ 3117049 w 4379260"/>
                <a:gd name="connsiteY1239" fmla="*/ 1253085 h 6858000"/>
                <a:gd name="connsiteX1240" fmla="*/ 3120858 w 4379260"/>
                <a:gd name="connsiteY1240" fmla="*/ 1265056 h 6858000"/>
                <a:gd name="connsiteX1241" fmla="*/ 3126299 w 4379260"/>
                <a:gd name="connsiteY1241" fmla="*/ 1277572 h 6858000"/>
                <a:gd name="connsiteX1242" fmla="*/ 3115416 w 4379260"/>
                <a:gd name="connsiteY1242" fmla="*/ 1256894 h 6858000"/>
                <a:gd name="connsiteX1243" fmla="*/ 3110519 w 4379260"/>
                <a:gd name="connsiteY1243" fmla="*/ 1243834 h 6858000"/>
                <a:gd name="connsiteX1244" fmla="*/ 3105622 w 4379260"/>
                <a:gd name="connsiteY1244" fmla="*/ 1232951 h 6858000"/>
                <a:gd name="connsiteX1245" fmla="*/ 2514537 w 4379260"/>
                <a:gd name="connsiteY1245" fmla="*/ 1229142 h 6858000"/>
                <a:gd name="connsiteX1246" fmla="*/ 2515625 w 4379260"/>
                <a:gd name="connsiteY1246" fmla="*/ 1233495 h 6858000"/>
                <a:gd name="connsiteX1247" fmla="*/ 2515081 w 4379260"/>
                <a:gd name="connsiteY1247" fmla="*/ 1237849 h 6858000"/>
                <a:gd name="connsiteX1248" fmla="*/ 2513993 w 4379260"/>
                <a:gd name="connsiteY1248" fmla="*/ 1242746 h 6858000"/>
                <a:gd name="connsiteX1249" fmla="*/ 2512360 w 4379260"/>
                <a:gd name="connsiteY1249" fmla="*/ 1247099 h 6858000"/>
                <a:gd name="connsiteX1250" fmla="*/ 2511816 w 4379260"/>
                <a:gd name="connsiteY1250" fmla="*/ 1243290 h 6858000"/>
                <a:gd name="connsiteX1251" fmla="*/ 2512904 w 4379260"/>
                <a:gd name="connsiteY1251" fmla="*/ 1237305 h 6858000"/>
                <a:gd name="connsiteX1252" fmla="*/ 2513993 w 4379260"/>
                <a:gd name="connsiteY1252" fmla="*/ 1233495 h 6858000"/>
                <a:gd name="connsiteX1253" fmla="*/ 2514537 w 4379260"/>
                <a:gd name="connsiteY1253" fmla="*/ 1229142 h 6858000"/>
                <a:gd name="connsiteX1254" fmla="*/ 1704912 w 4379260"/>
                <a:gd name="connsiteY1254" fmla="*/ 1229142 h 6858000"/>
                <a:gd name="connsiteX1255" fmla="*/ 1706000 w 4379260"/>
                <a:gd name="connsiteY1255" fmla="*/ 1233495 h 6858000"/>
                <a:gd name="connsiteX1256" fmla="*/ 1705456 w 4379260"/>
                <a:gd name="connsiteY1256" fmla="*/ 1237849 h 6858000"/>
                <a:gd name="connsiteX1257" fmla="*/ 1704368 w 4379260"/>
                <a:gd name="connsiteY1257" fmla="*/ 1242746 h 6858000"/>
                <a:gd name="connsiteX1258" fmla="*/ 1702735 w 4379260"/>
                <a:gd name="connsiteY1258" fmla="*/ 1247099 h 6858000"/>
                <a:gd name="connsiteX1259" fmla="*/ 1702191 w 4379260"/>
                <a:gd name="connsiteY1259" fmla="*/ 1243290 h 6858000"/>
                <a:gd name="connsiteX1260" fmla="*/ 1703279 w 4379260"/>
                <a:gd name="connsiteY1260" fmla="*/ 1237305 h 6858000"/>
                <a:gd name="connsiteX1261" fmla="*/ 1704368 w 4379260"/>
                <a:gd name="connsiteY1261" fmla="*/ 1233495 h 6858000"/>
                <a:gd name="connsiteX1262" fmla="*/ 1704912 w 4379260"/>
                <a:gd name="connsiteY1262" fmla="*/ 1229142 h 6858000"/>
                <a:gd name="connsiteX1263" fmla="*/ 1609364 w 4379260"/>
                <a:gd name="connsiteY1263" fmla="*/ 1228598 h 6858000"/>
                <a:gd name="connsiteX1264" fmla="*/ 1609364 w 4379260"/>
                <a:gd name="connsiteY1264" fmla="*/ 1230775 h 6858000"/>
                <a:gd name="connsiteX1265" fmla="*/ 1597937 w 4379260"/>
                <a:gd name="connsiteY1265" fmla="*/ 1277028 h 6858000"/>
                <a:gd name="connsiteX1266" fmla="*/ 1587073 w 4379260"/>
                <a:gd name="connsiteY1266" fmla="*/ 1289250 h 6858000"/>
                <a:gd name="connsiteX1267" fmla="*/ 2857437 w 4379260"/>
                <a:gd name="connsiteY1267" fmla="*/ 1228054 h 6858000"/>
                <a:gd name="connsiteX1268" fmla="*/ 2859069 w 4379260"/>
                <a:gd name="connsiteY1268" fmla="*/ 1230775 h 6858000"/>
                <a:gd name="connsiteX1269" fmla="*/ 2859069 w 4379260"/>
                <a:gd name="connsiteY1269" fmla="*/ 1231863 h 6858000"/>
                <a:gd name="connsiteX1270" fmla="*/ 2857981 w 4379260"/>
                <a:gd name="connsiteY1270" fmla="*/ 1232951 h 6858000"/>
                <a:gd name="connsiteX1271" fmla="*/ 2857437 w 4379260"/>
                <a:gd name="connsiteY1271" fmla="*/ 1231319 h 6858000"/>
                <a:gd name="connsiteX1272" fmla="*/ 2047812 w 4379260"/>
                <a:gd name="connsiteY1272" fmla="*/ 1228054 h 6858000"/>
                <a:gd name="connsiteX1273" fmla="*/ 2049444 w 4379260"/>
                <a:gd name="connsiteY1273" fmla="*/ 1230775 h 6858000"/>
                <a:gd name="connsiteX1274" fmla="*/ 2049444 w 4379260"/>
                <a:gd name="connsiteY1274" fmla="*/ 1231863 h 6858000"/>
                <a:gd name="connsiteX1275" fmla="*/ 2048356 w 4379260"/>
                <a:gd name="connsiteY1275" fmla="*/ 1232951 h 6858000"/>
                <a:gd name="connsiteX1276" fmla="*/ 2047812 w 4379260"/>
                <a:gd name="connsiteY1276" fmla="*/ 1231319 h 6858000"/>
                <a:gd name="connsiteX1277" fmla="*/ 3093106 w 4379260"/>
                <a:gd name="connsiteY1277" fmla="*/ 1226421 h 6858000"/>
                <a:gd name="connsiteX1278" fmla="*/ 3101812 w 4379260"/>
                <a:gd name="connsiteY1278" fmla="*/ 1241114 h 6858000"/>
                <a:gd name="connsiteX1279" fmla="*/ 3109430 w 4379260"/>
                <a:gd name="connsiteY1279" fmla="*/ 1256350 h 6858000"/>
                <a:gd name="connsiteX1280" fmla="*/ 3122490 w 4379260"/>
                <a:gd name="connsiteY1280" fmla="*/ 1287367 h 6858000"/>
                <a:gd name="connsiteX1281" fmla="*/ 3128476 w 4379260"/>
                <a:gd name="connsiteY1281" fmla="*/ 1318927 h 6858000"/>
                <a:gd name="connsiteX1282" fmla="*/ 3128476 w 4379260"/>
                <a:gd name="connsiteY1282" fmla="*/ 1324913 h 6858000"/>
                <a:gd name="connsiteX1283" fmla="*/ 3125755 w 4379260"/>
                <a:gd name="connsiteY1283" fmla="*/ 1348312 h 6858000"/>
                <a:gd name="connsiteX1284" fmla="*/ 3125755 w 4379260"/>
                <a:gd name="connsiteY1284" fmla="*/ 1346679 h 6858000"/>
                <a:gd name="connsiteX1285" fmla="*/ 3126299 w 4379260"/>
                <a:gd name="connsiteY1285" fmla="*/ 1334164 h 6858000"/>
                <a:gd name="connsiteX1286" fmla="*/ 3126844 w 4379260"/>
                <a:gd name="connsiteY1286" fmla="*/ 1328722 h 6858000"/>
                <a:gd name="connsiteX1287" fmla="*/ 3126844 w 4379260"/>
                <a:gd name="connsiteY1287" fmla="*/ 1322736 h 6858000"/>
                <a:gd name="connsiteX1288" fmla="*/ 3126299 w 4379260"/>
                <a:gd name="connsiteY1288" fmla="*/ 1313486 h 6858000"/>
                <a:gd name="connsiteX1289" fmla="*/ 3111607 w 4379260"/>
                <a:gd name="connsiteY1289" fmla="*/ 1267233 h 6858000"/>
                <a:gd name="connsiteX1290" fmla="*/ 3102356 w 4379260"/>
                <a:gd name="connsiteY1290" fmla="*/ 1246011 h 6858000"/>
                <a:gd name="connsiteX1291" fmla="*/ 3100724 w 4379260"/>
                <a:gd name="connsiteY1291" fmla="*/ 1225333 h 6858000"/>
                <a:gd name="connsiteX1292" fmla="*/ 3103445 w 4379260"/>
                <a:gd name="connsiteY1292" fmla="*/ 1228598 h 6858000"/>
                <a:gd name="connsiteX1293" fmla="*/ 3103989 w 4379260"/>
                <a:gd name="connsiteY1293" fmla="*/ 1230231 h 6858000"/>
                <a:gd name="connsiteX1294" fmla="*/ 3103445 w 4379260"/>
                <a:gd name="connsiteY1294" fmla="*/ 1231319 h 6858000"/>
                <a:gd name="connsiteX1295" fmla="*/ 3100724 w 4379260"/>
                <a:gd name="connsiteY1295" fmla="*/ 1228054 h 6858000"/>
                <a:gd name="connsiteX1296" fmla="*/ 3100724 w 4379260"/>
                <a:gd name="connsiteY1296" fmla="*/ 1227510 h 6858000"/>
                <a:gd name="connsiteX1297" fmla="*/ 3100180 w 4379260"/>
                <a:gd name="connsiteY1297" fmla="*/ 1225877 h 6858000"/>
                <a:gd name="connsiteX1298" fmla="*/ 2672885 w 4379260"/>
                <a:gd name="connsiteY1298" fmla="*/ 1224789 h 6858000"/>
                <a:gd name="connsiteX1299" fmla="*/ 2660914 w 4379260"/>
                <a:gd name="connsiteY1299" fmla="*/ 1294441 h 6858000"/>
                <a:gd name="connsiteX1300" fmla="*/ 2659281 w 4379260"/>
                <a:gd name="connsiteY1300" fmla="*/ 1321648 h 6858000"/>
                <a:gd name="connsiteX1301" fmla="*/ 2659281 w 4379260"/>
                <a:gd name="connsiteY1301" fmla="*/ 1327090 h 6858000"/>
                <a:gd name="connsiteX1302" fmla="*/ 2662546 w 4379260"/>
                <a:gd name="connsiteY1302" fmla="*/ 1347223 h 6858000"/>
                <a:gd name="connsiteX1303" fmla="*/ 2662002 w 4379260"/>
                <a:gd name="connsiteY1303" fmla="*/ 1349400 h 6858000"/>
                <a:gd name="connsiteX1304" fmla="*/ 2659281 w 4379260"/>
                <a:gd name="connsiteY1304" fmla="*/ 1341782 h 6858000"/>
                <a:gd name="connsiteX1305" fmla="*/ 2657649 w 4379260"/>
                <a:gd name="connsiteY1305" fmla="*/ 1330355 h 6858000"/>
                <a:gd name="connsiteX1306" fmla="*/ 2657649 w 4379260"/>
                <a:gd name="connsiteY1306" fmla="*/ 1320560 h 6858000"/>
                <a:gd name="connsiteX1307" fmla="*/ 2662546 w 4379260"/>
                <a:gd name="connsiteY1307" fmla="*/ 1269954 h 6858000"/>
                <a:gd name="connsiteX1308" fmla="*/ 2672885 w 4379260"/>
                <a:gd name="connsiteY1308" fmla="*/ 1224789 h 6858000"/>
                <a:gd name="connsiteX1309" fmla="*/ 1863260 w 4379260"/>
                <a:gd name="connsiteY1309" fmla="*/ 1224789 h 6858000"/>
                <a:gd name="connsiteX1310" fmla="*/ 1851289 w 4379260"/>
                <a:gd name="connsiteY1310" fmla="*/ 1294441 h 6858000"/>
                <a:gd name="connsiteX1311" fmla="*/ 1849656 w 4379260"/>
                <a:gd name="connsiteY1311" fmla="*/ 1321648 h 6858000"/>
                <a:gd name="connsiteX1312" fmla="*/ 1849656 w 4379260"/>
                <a:gd name="connsiteY1312" fmla="*/ 1327090 h 6858000"/>
                <a:gd name="connsiteX1313" fmla="*/ 1852921 w 4379260"/>
                <a:gd name="connsiteY1313" fmla="*/ 1347223 h 6858000"/>
                <a:gd name="connsiteX1314" fmla="*/ 1852377 w 4379260"/>
                <a:gd name="connsiteY1314" fmla="*/ 1349400 h 6858000"/>
                <a:gd name="connsiteX1315" fmla="*/ 1849656 w 4379260"/>
                <a:gd name="connsiteY1315" fmla="*/ 1341782 h 6858000"/>
                <a:gd name="connsiteX1316" fmla="*/ 1848024 w 4379260"/>
                <a:gd name="connsiteY1316" fmla="*/ 1330355 h 6858000"/>
                <a:gd name="connsiteX1317" fmla="*/ 1848024 w 4379260"/>
                <a:gd name="connsiteY1317" fmla="*/ 1320560 h 6858000"/>
                <a:gd name="connsiteX1318" fmla="*/ 1852921 w 4379260"/>
                <a:gd name="connsiteY1318" fmla="*/ 1269954 h 6858000"/>
                <a:gd name="connsiteX1319" fmla="*/ 1863260 w 4379260"/>
                <a:gd name="connsiteY1319" fmla="*/ 1224789 h 6858000"/>
                <a:gd name="connsiteX1320" fmla="*/ 985091 w 4379260"/>
                <a:gd name="connsiteY1320" fmla="*/ 1224789 h 6858000"/>
                <a:gd name="connsiteX1321" fmla="*/ 986179 w 4379260"/>
                <a:gd name="connsiteY1321" fmla="*/ 1226421 h 6858000"/>
                <a:gd name="connsiteX1322" fmla="*/ 986179 w 4379260"/>
                <a:gd name="connsiteY1322" fmla="*/ 1228598 h 6858000"/>
                <a:gd name="connsiteX1323" fmla="*/ 986723 w 4379260"/>
                <a:gd name="connsiteY1323" fmla="*/ 1230231 h 6858000"/>
                <a:gd name="connsiteX1324" fmla="*/ 985091 w 4379260"/>
                <a:gd name="connsiteY1324" fmla="*/ 1231863 h 6858000"/>
                <a:gd name="connsiteX1325" fmla="*/ 984546 w 4379260"/>
                <a:gd name="connsiteY1325" fmla="*/ 1231319 h 6858000"/>
                <a:gd name="connsiteX1326" fmla="*/ 984002 w 4379260"/>
                <a:gd name="connsiteY1326" fmla="*/ 1229686 h 6858000"/>
                <a:gd name="connsiteX1327" fmla="*/ 984002 w 4379260"/>
                <a:gd name="connsiteY1327" fmla="*/ 1228054 h 6858000"/>
                <a:gd name="connsiteX1328" fmla="*/ 985091 w 4379260"/>
                <a:gd name="connsiteY1328" fmla="*/ 1224789 h 6858000"/>
                <a:gd name="connsiteX1329" fmla="*/ 2516713 w 4379260"/>
                <a:gd name="connsiteY1329" fmla="*/ 1218259 h 6858000"/>
                <a:gd name="connsiteX1330" fmla="*/ 2517802 w 4379260"/>
                <a:gd name="connsiteY1330" fmla="*/ 1219892 h 6858000"/>
                <a:gd name="connsiteX1331" fmla="*/ 2517802 w 4379260"/>
                <a:gd name="connsiteY1331" fmla="*/ 1224789 h 6858000"/>
                <a:gd name="connsiteX1332" fmla="*/ 2517258 w 4379260"/>
                <a:gd name="connsiteY1332" fmla="*/ 1224789 h 6858000"/>
                <a:gd name="connsiteX1333" fmla="*/ 2516169 w 4379260"/>
                <a:gd name="connsiteY1333" fmla="*/ 1223701 h 6858000"/>
                <a:gd name="connsiteX1334" fmla="*/ 2516169 w 4379260"/>
                <a:gd name="connsiteY1334" fmla="*/ 1222612 h 6858000"/>
                <a:gd name="connsiteX1335" fmla="*/ 2516713 w 4379260"/>
                <a:gd name="connsiteY1335" fmla="*/ 1219892 h 6858000"/>
                <a:gd name="connsiteX1336" fmla="*/ 1707088 w 4379260"/>
                <a:gd name="connsiteY1336" fmla="*/ 1218259 h 6858000"/>
                <a:gd name="connsiteX1337" fmla="*/ 1708177 w 4379260"/>
                <a:gd name="connsiteY1337" fmla="*/ 1219892 h 6858000"/>
                <a:gd name="connsiteX1338" fmla="*/ 1708177 w 4379260"/>
                <a:gd name="connsiteY1338" fmla="*/ 1224789 h 6858000"/>
                <a:gd name="connsiteX1339" fmla="*/ 1707632 w 4379260"/>
                <a:gd name="connsiteY1339" fmla="*/ 1224789 h 6858000"/>
                <a:gd name="connsiteX1340" fmla="*/ 1706544 w 4379260"/>
                <a:gd name="connsiteY1340" fmla="*/ 1223701 h 6858000"/>
                <a:gd name="connsiteX1341" fmla="*/ 1706544 w 4379260"/>
                <a:gd name="connsiteY1341" fmla="*/ 1222612 h 6858000"/>
                <a:gd name="connsiteX1342" fmla="*/ 1707088 w 4379260"/>
                <a:gd name="connsiteY1342" fmla="*/ 1219892 h 6858000"/>
                <a:gd name="connsiteX1343" fmla="*/ 2850363 w 4379260"/>
                <a:gd name="connsiteY1343" fmla="*/ 1216627 h 6858000"/>
                <a:gd name="connsiteX1344" fmla="*/ 2851451 w 4379260"/>
                <a:gd name="connsiteY1344" fmla="*/ 1220436 h 6858000"/>
                <a:gd name="connsiteX1345" fmla="*/ 2850363 w 4379260"/>
                <a:gd name="connsiteY1345" fmla="*/ 1226421 h 6858000"/>
                <a:gd name="connsiteX1346" fmla="*/ 2848730 w 4379260"/>
                <a:gd name="connsiteY1346" fmla="*/ 1231863 h 6858000"/>
                <a:gd name="connsiteX1347" fmla="*/ 2847098 w 4379260"/>
                <a:gd name="connsiteY1347" fmla="*/ 1237305 h 6858000"/>
                <a:gd name="connsiteX1348" fmla="*/ 2846554 w 4379260"/>
                <a:gd name="connsiteY1348" fmla="*/ 1232407 h 6858000"/>
                <a:gd name="connsiteX1349" fmla="*/ 2847098 w 4379260"/>
                <a:gd name="connsiteY1349" fmla="*/ 1226966 h 6858000"/>
                <a:gd name="connsiteX1350" fmla="*/ 2040738 w 4379260"/>
                <a:gd name="connsiteY1350" fmla="*/ 1216627 h 6858000"/>
                <a:gd name="connsiteX1351" fmla="*/ 2041826 w 4379260"/>
                <a:gd name="connsiteY1351" fmla="*/ 1220436 h 6858000"/>
                <a:gd name="connsiteX1352" fmla="*/ 2040738 w 4379260"/>
                <a:gd name="connsiteY1352" fmla="*/ 1226421 h 6858000"/>
                <a:gd name="connsiteX1353" fmla="*/ 2039105 w 4379260"/>
                <a:gd name="connsiteY1353" fmla="*/ 1231863 h 6858000"/>
                <a:gd name="connsiteX1354" fmla="*/ 2037473 w 4379260"/>
                <a:gd name="connsiteY1354" fmla="*/ 1237305 h 6858000"/>
                <a:gd name="connsiteX1355" fmla="*/ 2036929 w 4379260"/>
                <a:gd name="connsiteY1355" fmla="*/ 1232407 h 6858000"/>
                <a:gd name="connsiteX1356" fmla="*/ 2037473 w 4379260"/>
                <a:gd name="connsiteY1356" fmla="*/ 1226966 h 6858000"/>
                <a:gd name="connsiteX1357" fmla="*/ 2518346 w 4379260"/>
                <a:gd name="connsiteY1357" fmla="*/ 1211185 h 6858000"/>
                <a:gd name="connsiteX1358" fmla="*/ 2518890 w 4379260"/>
                <a:gd name="connsiteY1358" fmla="*/ 1213362 h 6858000"/>
                <a:gd name="connsiteX1359" fmla="*/ 2518346 w 4379260"/>
                <a:gd name="connsiteY1359" fmla="*/ 1214450 h 6858000"/>
                <a:gd name="connsiteX1360" fmla="*/ 2518346 w 4379260"/>
                <a:gd name="connsiteY1360" fmla="*/ 1214994 h 6858000"/>
                <a:gd name="connsiteX1361" fmla="*/ 2516713 w 4379260"/>
                <a:gd name="connsiteY1361" fmla="*/ 1214994 h 6858000"/>
                <a:gd name="connsiteX1362" fmla="*/ 2516169 w 4379260"/>
                <a:gd name="connsiteY1362" fmla="*/ 1214450 h 6858000"/>
                <a:gd name="connsiteX1363" fmla="*/ 2516169 w 4379260"/>
                <a:gd name="connsiteY1363" fmla="*/ 1213362 h 6858000"/>
                <a:gd name="connsiteX1364" fmla="*/ 2516713 w 4379260"/>
                <a:gd name="connsiteY1364" fmla="*/ 1212273 h 6858000"/>
                <a:gd name="connsiteX1365" fmla="*/ 2516713 w 4379260"/>
                <a:gd name="connsiteY1365" fmla="*/ 1211729 h 6858000"/>
                <a:gd name="connsiteX1366" fmla="*/ 2518346 w 4379260"/>
                <a:gd name="connsiteY1366" fmla="*/ 1211185 h 6858000"/>
                <a:gd name="connsiteX1367" fmla="*/ 1708721 w 4379260"/>
                <a:gd name="connsiteY1367" fmla="*/ 1211185 h 6858000"/>
                <a:gd name="connsiteX1368" fmla="*/ 1709265 w 4379260"/>
                <a:gd name="connsiteY1368" fmla="*/ 1213362 h 6858000"/>
                <a:gd name="connsiteX1369" fmla="*/ 1708721 w 4379260"/>
                <a:gd name="connsiteY1369" fmla="*/ 1214450 h 6858000"/>
                <a:gd name="connsiteX1370" fmla="*/ 1708721 w 4379260"/>
                <a:gd name="connsiteY1370" fmla="*/ 1214994 h 6858000"/>
                <a:gd name="connsiteX1371" fmla="*/ 1707088 w 4379260"/>
                <a:gd name="connsiteY1371" fmla="*/ 1214994 h 6858000"/>
                <a:gd name="connsiteX1372" fmla="*/ 1706544 w 4379260"/>
                <a:gd name="connsiteY1372" fmla="*/ 1214450 h 6858000"/>
                <a:gd name="connsiteX1373" fmla="*/ 1706544 w 4379260"/>
                <a:gd name="connsiteY1373" fmla="*/ 1213362 h 6858000"/>
                <a:gd name="connsiteX1374" fmla="*/ 1707088 w 4379260"/>
                <a:gd name="connsiteY1374" fmla="*/ 1212273 h 6858000"/>
                <a:gd name="connsiteX1375" fmla="*/ 1707088 w 4379260"/>
                <a:gd name="connsiteY1375" fmla="*/ 1211729 h 6858000"/>
                <a:gd name="connsiteX1376" fmla="*/ 1708721 w 4379260"/>
                <a:gd name="connsiteY1376" fmla="*/ 1211185 h 6858000"/>
                <a:gd name="connsiteX1377" fmla="*/ 1614806 w 4379260"/>
                <a:gd name="connsiteY1377" fmla="*/ 1210641 h 6858000"/>
                <a:gd name="connsiteX1378" fmla="*/ 1618070 w 4379260"/>
                <a:gd name="connsiteY1378" fmla="*/ 1219892 h 6858000"/>
                <a:gd name="connsiteX1379" fmla="*/ 1616982 w 4379260"/>
                <a:gd name="connsiteY1379" fmla="*/ 1234040 h 6858000"/>
                <a:gd name="connsiteX1380" fmla="*/ 1615894 w 4379260"/>
                <a:gd name="connsiteY1380" fmla="*/ 1236216 h 6858000"/>
                <a:gd name="connsiteX1381" fmla="*/ 1615350 w 4379260"/>
                <a:gd name="connsiteY1381" fmla="*/ 1219892 h 6858000"/>
                <a:gd name="connsiteX1382" fmla="*/ 1615350 w 4379260"/>
                <a:gd name="connsiteY1382" fmla="*/ 1215538 h 6858000"/>
                <a:gd name="connsiteX1383" fmla="*/ 1614806 w 4379260"/>
                <a:gd name="connsiteY1383" fmla="*/ 1210641 h 6858000"/>
                <a:gd name="connsiteX1384" fmla="*/ 2510728 w 4379260"/>
                <a:gd name="connsiteY1384" fmla="*/ 1204111 h 6858000"/>
                <a:gd name="connsiteX1385" fmla="*/ 2511272 w 4379260"/>
                <a:gd name="connsiteY1385" fmla="*/ 1209009 h 6858000"/>
                <a:gd name="connsiteX1386" fmla="*/ 2509639 w 4379260"/>
                <a:gd name="connsiteY1386" fmla="*/ 1220436 h 6858000"/>
                <a:gd name="connsiteX1387" fmla="*/ 2507463 w 4379260"/>
                <a:gd name="connsiteY1387" fmla="*/ 1229142 h 6858000"/>
                <a:gd name="connsiteX1388" fmla="*/ 2506919 w 4379260"/>
                <a:gd name="connsiteY1388" fmla="*/ 1238393 h 6858000"/>
                <a:gd name="connsiteX1389" fmla="*/ 2505830 w 4379260"/>
                <a:gd name="connsiteY1389" fmla="*/ 1231863 h 6858000"/>
                <a:gd name="connsiteX1390" fmla="*/ 2506919 w 4379260"/>
                <a:gd name="connsiteY1390" fmla="*/ 1222068 h 6858000"/>
                <a:gd name="connsiteX1391" fmla="*/ 2509095 w 4379260"/>
                <a:gd name="connsiteY1391" fmla="*/ 1212818 h 6858000"/>
                <a:gd name="connsiteX1392" fmla="*/ 2510728 w 4379260"/>
                <a:gd name="connsiteY1392" fmla="*/ 1204111 h 6858000"/>
                <a:gd name="connsiteX1393" fmla="*/ 1701103 w 4379260"/>
                <a:gd name="connsiteY1393" fmla="*/ 1204111 h 6858000"/>
                <a:gd name="connsiteX1394" fmla="*/ 1701647 w 4379260"/>
                <a:gd name="connsiteY1394" fmla="*/ 1209009 h 6858000"/>
                <a:gd name="connsiteX1395" fmla="*/ 1700014 w 4379260"/>
                <a:gd name="connsiteY1395" fmla="*/ 1220436 h 6858000"/>
                <a:gd name="connsiteX1396" fmla="*/ 1697838 w 4379260"/>
                <a:gd name="connsiteY1396" fmla="*/ 1229142 h 6858000"/>
                <a:gd name="connsiteX1397" fmla="*/ 1697294 w 4379260"/>
                <a:gd name="connsiteY1397" fmla="*/ 1238393 h 6858000"/>
                <a:gd name="connsiteX1398" fmla="*/ 1696205 w 4379260"/>
                <a:gd name="connsiteY1398" fmla="*/ 1231863 h 6858000"/>
                <a:gd name="connsiteX1399" fmla="*/ 1697294 w 4379260"/>
                <a:gd name="connsiteY1399" fmla="*/ 1222068 h 6858000"/>
                <a:gd name="connsiteX1400" fmla="*/ 1699470 w 4379260"/>
                <a:gd name="connsiteY1400" fmla="*/ 1212818 h 6858000"/>
                <a:gd name="connsiteX1401" fmla="*/ 1701103 w 4379260"/>
                <a:gd name="connsiteY1401" fmla="*/ 1204111 h 6858000"/>
                <a:gd name="connsiteX1402" fmla="*/ 3088753 w 4379260"/>
                <a:gd name="connsiteY1402" fmla="*/ 1202479 h 6858000"/>
                <a:gd name="connsiteX1403" fmla="*/ 3095827 w 4379260"/>
                <a:gd name="connsiteY1403" fmla="*/ 1212273 h 6858000"/>
                <a:gd name="connsiteX1404" fmla="*/ 3098548 w 4379260"/>
                <a:gd name="connsiteY1404" fmla="*/ 1219347 h 6858000"/>
                <a:gd name="connsiteX1405" fmla="*/ 3099636 w 4379260"/>
                <a:gd name="connsiteY1405" fmla="*/ 1222068 h 6858000"/>
                <a:gd name="connsiteX1406" fmla="*/ 3100724 w 4379260"/>
                <a:gd name="connsiteY1406" fmla="*/ 1225333 h 6858000"/>
                <a:gd name="connsiteX1407" fmla="*/ 3093650 w 4379260"/>
                <a:gd name="connsiteY1407" fmla="*/ 1213362 h 6858000"/>
                <a:gd name="connsiteX1408" fmla="*/ 3091474 w 4379260"/>
                <a:gd name="connsiteY1408" fmla="*/ 1207920 h 6858000"/>
                <a:gd name="connsiteX1409" fmla="*/ 3088753 w 4379260"/>
                <a:gd name="connsiteY1409" fmla="*/ 1202479 h 6858000"/>
                <a:gd name="connsiteX1410" fmla="*/ 1613717 w 4379260"/>
                <a:gd name="connsiteY1410" fmla="*/ 1198670 h 6858000"/>
                <a:gd name="connsiteX1411" fmla="*/ 1614261 w 4379260"/>
                <a:gd name="connsiteY1411" fmla="*/ 1198670 h 6858000"/>
                <a:gd name="connsiteX1412" fmla="*/ 1615350 w 4379260"/>
                <a:gd name="connsiteY1412" fmla="*/ 1200846 h 6858000"/>
                <a:gd name="connsiteX1413" fmla="*/ 1615894 w 4379260"/>
                <a:gd name="connsiteY1413" fmla="*/ 1203023 h 6858000"/>
                <a:gd name="connsiteX1414" fmla="*/ 1616982 w 4379260"/>
                <a:gd name="connsiteY1414" fmla="*/ 1205199 h 6858000"/>
                <a:gd name="connsiteX1415" fmla="*/ 1615894 w 4379260"/>
                <a:gd name="connsiteY1415" fmla="*/ 1205199 h 6858000"/>
                <a:gd name="connsiteX1416" fmla="*/ 1614261 w 4379260"/>
                <a:gd name="connsiteY1416" fmla="*/ 1203023 h 6858000"/>
                <a:gd name="connsiteX1417" fmla="*/ 1613717 w 4379260"/>
                <a:gd name="connsiteY1417" fmla="*/ 1200302 h 6858000"/>
                <a:gd name="connsiteX1418" fmla="*/ 2512360 w 4379260"/>
                <a:gd name="connsiteY1418" fmla="*/ 1198126 h 6858000"/>
                <a:gd name="connsiteX1419" fmla="*/ 2512360 w 4379260"/>
                <a:gd name="connsiteY1419" fmla="*/ 1200302 h 6858000"/>
                <a:gd name="connsiteX1420" fmla="*/ 2511272 w 4379260"/>
                <a:gd name="connsiteY1420" fmla="*/ 1203023 h 6858000"/>
                <a:gd name="connsiteX1421" fmla="*/ 2510728 w 4379260"/>
                <a:gd name="connsiteY1421" fmla="*/ 1199758 h 6858000"/>
                <a:gd name="connsiteX1422" fmla="*/ 2511272 w 4379260"/>
                <a:gd name="connsiteY1422" fmla="*/ 1199214 h 6858000"/>
                <a:gd name="connsiteX1423" fmla="*/ 2511272 w 4379260"/>
                <a:gd name="connsiteY1423" fmla="*/ 1198670 h 6858000"/>
                <a:gd name="connsiteX1424" fmla="*/ 1702735 w 4379260"/>
                <a:gd name="connsiteY1424" fmla="*/ 1198126 h 6858000"/>
                <a:gd name="connsiteX1425" fmla="*/ 1702735 w 4379260"/>
                <a:gd name="connsiteY1425" fmla="*/ 1200302 h 6858000"/>
                <a:gd name="connsiteX1426" fmla="*/ 1701647 w 4379260"/>
                <a:gd name="connsiteY1426" fmla="*/ 1203023 h 6858000"/>
                <a:gd name="connsiteX1427" fmla="*/ 1701103 w 4379260"/>
                <a:gd name="connsiteY1427" fmla="*/ 1199758 h 6858000"/>
                <a:gd name="connsiteX1428" fmla="*/ 1701647 w 4379260"/>
                <a:gd name="connsiteY1428" fmla="*/ 1199214 h 6858000"/>
                <a:gd name="connsiteX1429" fmla="*/ 1701647 w 4379260"/>
                <a:gd name="connsiteY1429" fmla="*/ 1198670 h 6858000"/>
                <a:gd name="connsiteX1430" fmla="*/ 1002503 w 4379260"/>
                <a:gd name="connsiteY1430" fmla="*/ 1198126 h 6858000"/>
                <a:gd name="connsiteX1431" fmla="*/ 1000837 w 4379260"/>
                <a:gd name="connsiteY1431" fmla="*/ 1200981 h 6858000"/>
                <a:gd name="connsiteX1432" fmla="*/ 1000871 w 4379260"/>
                <a:gd name="connsiteY1432" fmla="*/ 1200846 h 6858000"/>
                <a:gd name="connsiteX1433" fmla="*/ 992709 w 4379260"/>
                <a:gd name="connsiteY1433" fmla="*/ 1197581 h 6858000"/>
                <a:gd name="connsiteX1434" fmla="*/ 992709 w 4379260"/>
                <a:gd name="connsiteY1434" fmla="*/ 1199214 h 6858000"/>
                <a:gd name="connsiteX1435" fmla="*/ 991620 w 4379260"/>
                <a:gd name="connsiteY1435" fmla="*/ 1203023 h 6858000"/>
                <a:gd name="connsiteX1436" fmla="*/ 990532 w 4379260"/>
                <a:gd name="connsiteY1436" fmla="*/ 1204655 h 6858000"/>
                <a:gd name="connsiteX1437" fmla="*/ 989444 w 4379260"/>
                <a:gd name="connsiteY1437" fmla="*/ 1206288 h 6858000"/>
                <a:gd name="connsiteX1438" fmla="*/ 989444 w 4379260"/>
                <a:gd name="connsiteY1438" fmla="*/ 1204655 h 6858000"/>
                <a:gd name="connsiteX1439" fmla="*/ 992709 w 4379260"/>
                <a:gd name="connsiteY1439" fmla="*/ 1197581 h 6858000"/>
                <a:gd name="connsiteX1440" fmla="*/ 2520522 w 4379260"/>
                <a:gd name="connsiteY1440" fmla="*/ 1196493 h 6858000"/>
                <a:gd name="connsiteX1441" fmla="*/ 2521611 w 4379260"/>
                <a:gd name="connsiteY1441" fmla="*/ 1198126 h 6858000"/>
                <a:gd name="connsiteX1442" fmla="*/ 2521611 w 4379260"/>
                <a:gd name="connsiteY1442" fmla="*/ 1199214 h 6858000"/>
                <a:gd name="connsiteX1443" fmla="*/ 2521067 w 4379260"/>
                <a:gd name="connsiteY1443" fmla="*/ 1201390 h 6858000"/>
                <a:gd name="connsiteX1444" fmla="*/ 2521611 w 4379260"/>
                <a:gd name="connsiteY1444" fmla="*/ 1204111 h 6858000"/>
                <a:gd name="connsiteX1445" fmla="*/ 2518890 w 4379260"/>
                <a:gd name="connsiteY1445" fmla="*/ 1204655 h 6858000"/>
                <a:gd name="connsiteX1446" fmla="*/ 2519434 w 4379260"/>
                <a:gd name="connsiteY1446" fmla="*/ 1199758 h 6858000"/>
                <a:gd name="connsiteX1447" fmla="*/ 2519978 w 4379260"/>
                <a:gd name="connsiteY1447" fmla="*/ 1198126 h 6858000"/>
                <a:gd name="connsiteX1448" fmla="*/ 1710897 w 4379260"/>
                <a:gd name="connsiteY1448" fmla="*/ 1196493 h 6858000"/>
                <a:gd name="connsiteX1449" fmla="*/ 1711986 w 4379260"/>
                <a:gd name="connsiteY1449" fmla="*/ 1198126 h 6858000"/>
                <a:gd name="connsiteX1450" fmla="*/ 1711986 w 4379260"/>
                <a:gd name="connsiteY1450" fmla="*/ 1199214 h 6858000"/>
                <a:gd name="connsiteX1451" fmla="*/ 1711442 w 4379260"/>
                <a:gd name="connsiteY1451" fmla="*/ 1201390 h 6858000"/>
                <a:gd name="connsiteX1452" fmla="*/ 1711986 w 4379260"/>
                <a:gd name="connsiteY1452" fmla="*/ 1204111 h 6858000"/>
                <a:gd name="connsiteX1453" fmla="*/ 1709265 w 4379260"/>
                <a:gd name="connsiteY1453" fmla="*/ 1204655 h 6858000"/>
                <a:gd name="connsiteX1454" fmla="*/ 1709809 w 4379260"/>
                <a:gd name="connsiteY1454" fmla="*/ 1199758 h 6858000"/>
                <a:gd name="connsiteX1455" fmla="*/ 1710353 w 4379260"/>
                <a:gd name="connsiteY1455" fmla="*/ 1198126 h 6858000"/>
                <a:gd name="connsiteX1456" fmla="*/ 2512901 w 4379260"/>
                <a:gd name="connsiteY1456" fmla="*/ 1196233 h 6858000"/>
                <a:gd name="connsiteX1457" fmla="*/ 2512360 w 4379260"/>
                <a:gd name="connsiteY1457" fmla="*/ 1198126 h 6858000"/>
                <a:gd name="connsiteX1458" fmla="*/ 2512224 w 4379260"/>
                <a:gd name="connsiteY1458" fmla="*/ 1197035 h 6858000"/>
                <a:gd name="connsiteX1459" fmla="*/ 2862878 w 4379260"/>
                <a:gd name="connsiteY1459" fmla="*/ 1195949 h 6858000"/>
                <a:gd name="connsiteX1460" fmla="*/ 2864511 w 4379260"/>
                <a:gd name="connsiteY1460" fmla="*/ 1203023 h 6858000"/>
                <a:gd name="connsiteX1461" fmla="*/ 2863422 w 4379260"/>
                <a:gd name="connsiteY1461" fmla="*/ 1211185 h 6858000"/>
                <a:gd name="connsiteX1462" fmla="*/ 2861246 w 4379260"/>
                <a:gd name="connsiteY1462" fmla="*/ 1219347 h 6858000"/>
                <a:gd name="connsiteX1463" fmla="*/ 2860157 w 4379260"/>
                <a:gd name="connsiteY1463" fmla="*/ 1223157 h 6858000"/>
                <a:gd name="connsiteX1464" fmla="*/ 2859069 w 4379260"/>
                <a:gd name="connsiteY1464" fmla="*/ 1225877 h 6858000"/>
                <a:gd name="connsiteX1465" fmla="*/ 2858525 w 4379260"/>
                <a:gd name="connsiteY1465" fmla="*/ 1221524 h 6858000"/>
                <a:gd name="connsiteX1466" fmla="*/ 2859613 w 4379260"/>
                <a:gd name="connsiteY1466" fmla="*/ 1211729 h 6858000"/>
                <a:gd name="connsiteX1467" fmla="*/ 2861246 w 4379260"/>
                <a:gd name="connsiteY1467" fmla="*/ 1203023 h 6858000"/>
                <a:gd name="connsiteX1468" fmla="*/ 2862878 w 4379260"/>
                <a:gd name="connsiteY1468" fmla="*/ 1195949 h 6858000"/>
                <a:gd name="connsiteX1469" fmla="*/ 2053253 w 4379260"/>
                <a:gd name="connsiteY1469" fmla="*/ 1195949 h 6858000"/>
                <a:gd name="connsiteX1470" fmla="*/ 2054886 w 4379260"/>
                <a:gd name="connsiteY1470" fmla="*/ 1203023 h 6858000"/>
                <a:gd name="connsiteX1471" fmla="*/ 2053797 w 4379260"/>
                <a:gd name="connsiteY1471" fmla="*/ 1211185 h 6858000"/>
                <a:gd name="connsiteX1472" fmla="*/ 2051621 w 4379260"/>
                <a:gd name="connsiteY1472" fmla="*/ 1219347 h 6858000"/>
                <a:gd name="connsiteX1473" fmla="*/ 2050532 w 4379260"/>
                <a:gd name="connsiteY1473" fmla="*/ 1223157 h 6858000"/>
                <a:gd name="connsiteX1474" fmla="*/ 2049444 w 4379260"/>
                <a:gd name="connsiteY1474" fmla="*/ 1225877 h 6858000"/>
                <a:gd name="connsiteX1475" fmla="*/ 2048900 w 4379260"/>
                <a:gd name="connsiteY1475" fmla="*/ 1221524 h 6858000"/>
                <a:gd name="connsiteX1476" fmla="*/ 2049988 w 4379260"/>
                <a:gd name="connsiteY1476" fmla="*/ 1211729 h 6858000"/>
                <a:gd name="connsiteX1477" fmla="*/ 2051621 w 4379260"/>
                <a:gd name="connsiteY1477" fmla="*/ 1203023 h 6858000"/>
                <a:gd name="connsiteX1478" fmla="*/ 2053253 w 4379260"/>
                <a:gd name="connsiteY1478" fmla="*/ 1195949 h 6858000"/>
                <a:gd name="connsiteX1479" fmla="*/ 3078177 w 4379260"/>
                <a:gd name="connsiteY1479" fmla="*/ 1192811 h 6858000"/>
                <a:gd name="connsiteX1480" fmla="*/ 3078958 w 4379260"/>
                <a:gd name="connsiteY1480" fmla="*/ 1194861 h 6858000"/>
                <a:gd name="connsiteX1481" fmla="*/ 3089841 w 4379260"/>
                <a:gd name="connsiteY1481" fmla="*/ 1218259 h 6858000"/>
                <a:gd name="connsiteX1482" fmla="*/ 3077870 w 4379260"/>
                <a:gd name="connsiteY1482" fmla="*/ 1198670 h 6858000"/>
                <a:gd name="connsiteX1483" fmla="*/ 3076667 w 4379260"/>
                <a:gd name="connsiteY1483" fmla="*/ 1195329 h 6858000"/>
                <a:gd name="connsiteX1484" fmla="*/ 1611541 w 4379260"/>
                <a:gd name="connsiteY1484" fmla="*/ 1191052 h 6858000"/>
                <a:gd name="connsiteX1485" fmla="*/ 1613173 w 4379260"/>
                <a:gd name="connsiteY1485" fmla="*/ 1192684 h 6858000"/>
                <a:gd name="connsiteX1486" fmla="*/ 1613173 w 4379260"/>
                <a:gd name="connsiteY1486" fmla="*/ 1194316 h 6858000"/>
                <a:gd name="connsiteX1487" fmla="*/ 1612085 w 4379260"/>
                <a:gd name="connsiteY1487" fmla="*/ 1195405 h 6858000"/>
                <a:gd name="connsiteX1488" fmla="*/ 1610452 w 4379260"/>
                <a:gd name="connsiteY1488" fmla="*/ 1193772 h 6858000"/>
                <a:gd name="connsiteX1489" fmla="*/ 1610997 w 4379260"/>
                <a:gd name="connsiteY1489" fmla="*/ 1193228 h 6858000"/>
                <a:gd name="connsiteX1490" fmla="*/ 1610452 w 4379260"/>
                <a:gd name="connsiteY1490" fmla="*/ 1192140 h 6858000"/>
                <a:gd name="connsiteX1491" fmla="*/ 2863966 w 4379260"/>
                <a:gd name="connsiteY1491" fmla="*/ 1190507 h 6858000"/>
                <a:gd name="connsiteX1492" fmla="*/ 2864511 w 4379260"/>
                <a:gd name="connsiteY1492" fmla="*/ 1190507 h 6858000"/>
                <a:gd name="connsiteX1493" fmla="*/ 2865599 w 4379260"/>
                <a:gd name="connsiteY1493" fmla="*/ 1191596 h 6858000"/>
                <a:gd name="connsiteX1494" fmla="*/ 2865599 w 4379260"/>
                <a:gd name="connsiteY1494" fmla="*/ 1192140 h 6858000"/>
                <a:gd name="connsiteX1495" fmla="*/ 2865055 w 4379260"/>
                <a:gd name="connsiteY1495" fmla="*/ 1192140 h 6858000"/>
                <a:gd name="connsiteX1496" fmla="*/ 2863966 w 4379260"/>
                <a:gd name="connsiteY1496" fmla="*/ 1191596 h 6858000"/>
                <a:gd name="connsiteX1497" fmla="*/ 2863422 w 4379260"/>
                <a:gd name="connsiteY1497" fmla="*/ 1191052 h 6858000"/>
                <a:gd name="connsiteX1498" fmla="*/ 2863966 w 4379260"/>
                <a:gd name="connsiteY1498" fmla="*/ 1190507 h 6858000"/>
                <a:gd name="connsiteX1499" fmla="*/ 2054341 w 4379260"/>
                <a:gd name="connsiteY1499" fmla="*/ 1190507 h 6858000"/>
                <a:gd name="connsiteX1500" fmla="*/ 2054886 w 4379260"/>
                <a:gd name="connsiteY1500" fmla="*/ 1190507 h 6858000"/>
                <a:gd name="connsiteX1501" fmla="*/ 2055974 w 4379260"/>
                <a:gd name="connsiteY1501" fmla="*/ 1191596 h 6858000"/>
                <a:gd name="connsiteX1502" fmla="*/ 2055974 w 4379260"/>
                <a:gd name="connsiteY1502" fmla="*/ 1192140 h 6858000"/>
                <a:gd name="connsiteX1503" fmla="*/ 2055430 w 4379260"/>
                <a:gd name="connsiteY1503" fmla="*/ 1192140 h 6858000"/>
                <a:gd name="connsiteX1504" fmla="*/ 2054341 w 4379260"/>
                <a:gd name="connsiteY1504" fmla="*/ 1191596 h 6858000"/>
                <a:gd name="connsiteX1505" fmla="*/ 2053797 w 4379260"/>
                <a:gd name="connsiteY1505" fmla="*/ 1191052 h 6858000"/>
                <a:gd name="connsiteX1506" fmla="*/ 2054341 w 4379260"/>
                <a:gd name="connsiteY1506" fmla="*/ 1190507 h 6858000"/>
                <a:gd name="connsiteX1507" fmla="*/ 1601202 w 4379260"/>
                <a:gd name="connsiteY1507" fmla="*/ 1188331 h 6858000"/>
                <a:gd name="connsiteX1508" fmla="*/ 1606099 w 4379260"/>
                <a:gd name="connsiteY1508" fmla="*/ 1195405 h 6858000"/>
                <a:gd name="connsiteX1509" fmla="*/ 1607188 w 4379260"/>
                <a:gd name="connsiteY1509" fmla="*/ 1199214 h 6858000"/>
                <a:gd name="connsiteX1510" fmla="*/ 1607732 w 4379260"/>
                <a:gd name="connsiteY1510" fmla="*/ 1203567 h 6858000"/>
                <a:gd name="connsiteX1511" fmla="*/ 1608276 w 4379260"/>
                <a:gd name="connsiteY1511" fmla="*/ 1207920 h 6858000"/>
                <a:gd name="connsiteX1512" fmla="*/ 1608820 w 4379260"/>
                <a:gd name="connsiteY1512" fmla="*/ 1212818 h 6858000"/>
                <a:gd name="connsiteX1513" fmla="*/ 1609908 w 4379260"/>
                <a:gd name="connsiteY1513" fmla="*/ 1222068 h 6858000"/>
                <a:gd name="connsiteX1514" fmla="*/ 1607188 w 4379260"/>
                <a:gd name="connsiteY1514" fmla="*/ 1215538 h 6858000"/>
                <a:gd name="connsiteX1515" fmla="*/ 1606643 w 4379260"/>
                <a:gd name="connsiteY1515" fmla="*/ 1211185 h 6858000"/>
                <a:gd name="connsiteX1516" fmla="*/ 1605555 w 4379260"/>
                <a:gd name="connsiteY1516" fmla="*/ 1206288 h 6858000"/>
                <a:gd name="connsiteX1517" fmla="*/ 1605011 w 4379260"/>
                <a:gd name="connsiteY1517" fmla="*/ 1201390 h 6858000"/>
                <a:gd name="connsiteX1518" fmla="*/ 1603923 w 4379260"/>
                <a:gd name="connsiteY1518" fmla="*/ 1196493 h 6858000"/>
                <a:gd name="connsiteX1519" fmla="*/ 1601202 w 4379260"/>
                <a:gd name="connsiteY1519" fmla="*/ 1188331 h 6858000"/>
                <a:gd name="connsiteX1520" fmla="*/ 3083311 w 4379260"/>
                <a:gd name="connsiteY1520" fmla="*/ 1187787 h 6858000"/>
                <a:gd name="connsiteX1521" fmla="*/ 3083855 w 4379260"/>
                <a:gd name="connsiteY1521" fmla="*/ 1187787 h 6858000"/>
                <a:gd name="connsiteX1522" fmla="*/ 3085488 w 4379260"/>
                <a:gd name="connsiteY1522" fmla="*/ 1190507 h 6858000"/>
                <a:gd name="connsiteX1523" fmla="*/ 3087120 w 4379260"/>
                <a:gd name="connsiteY1523" fmla="*/ 1193228 h 6858000"/>
                <a:gd name="connsiteX1524" fmla="*/ 3088208 w 4379260"/>
                <a:gd name="connsiteY1524" fmla="*/ 1194861 h 6858000"/>
                <a:gd name="connsiteX1525" fmla="*/ 3087120 w 4379260"/>
                <a:gd name="connsiteY1525" fmla="*/ 1195949 h 6858000"/>
                <a:gd name="connsiteX1526" fmla="*/ 3084944 w 4379260"/>
                <a:gd name="connsiteY1526" fmla="*/ 1193228 h 6858000"/>
                <a:gd name="connsiteX1527" fmla="*/ 3083855 w 4379260"/>
                <a:gd name="connsiteY1527" fmla="*/ 1189963 h 6858000"/>
                <a:gd name="connsiteX1528" fmla="*/ 3083311 w 4379260"/>
                <a:gd name="connsiteY1528" fmla="*/ 1187787 h 6858000"/>
                <a:gd name="connsiteX1529" fmla="*/ 1704368 w 4379260"/>
                <a:gd name="connsiteY1529" fmla="*/ 1180168 h 6858000"/>
                <a:gd name="connsiteX1530" fmla="*/ 1706000 w 4379260"/>
                <a:gd name="connsiteY1530" fmla="*/ 1185610 h 6858000"/>
                <a:gd name="connsiteX1531" fmla="*/ 1705456 w 4379260"/>
                <a:gd name="connsiteY1531" fmla="*/ 1189419 h 6858000"/>
                <a:gd name="connsiteX1532" fmla="*/ 1703823 w 4379260"/>
                <a:gd name="connsiteY1532" fmla="*/ 1194316 h 6858000"/>
                <a:gd name="connsiteX1533" fmla="*/ 1702735 w 4379260"/>
                <a:gd name="connsiteY1533" fmla="*/ 1198126 h 6858000"/>
                <a:gd name="connsiteX1534" fmla="*/ 1702191 w 4379260"/>
                <a:gd name="connsiteY1534" fmla="*/ 1193772 h 6858000"/>
                <a:gd name="connsiteX1535" fmla="*/ 1702735 w 4379260"/>
                <a:gd name="connsiteY1535" fmla="*/ 1188875 h 6858000"/>
                <a:gd name="connsiteX1536" fmla="*/ 1703823 w 4379260"/>
                <a:gd name="connsiteY1536" fmla="*/ 1184522 h 6858000"/>
                <a:gd name="connsiteX1537" fmla="*/ 1704368 w 4379260"/>
                <a:gd name="connsiteY1537" fmla="*/ 1180168 h 6858000"/>
                <a:gd name="connsiteX1538" fmla="*/ 2868504 w 4379260"/>
                <a:gd name="connsiteY1538" fmla="*/ 1179626 h 6858000"/>
                <a:gd name="connsiteX1539" fmla="*/ 2869408 w 4379260"/>
                <a:gd name="connsiteY1539" fmla="*/ 1180168 h 6858000"/>
                <a:gd name="connsiteX1540" fmla="*/ 2868864 w 4379260"/>
                <a:gd name="connsiteY1540" fmla="*/ 1181801 h 6858000"/>
                <a:gd name="connsiteX1541" fmla="*/ 2867231 w 4379260"/>
                <a:gd name="connsiteY1541" fmla="*/ 1183978 h 6858000"/>
                <a:gd name="connsiteX1542" fmla="*/ 2866143 w 4379260"/>
                <a:gd name="connsiteY1542" fmla="*/ 1186698 h 6858000"/>
                <a:gd name="connsiteX1543" fmla="*/ 2865599 w 4379260"/>
                <a:gd name="connsiteY1543" fmla="*/ 1185610 h 6858000"/>
                <a:gd name="connsiteX1544" fmla="*/ 2865849 w 4379260"/>
                <a:gd name="connsiteY1544" fmla="*/ 1184609 h 6858000"/>
                <a:gd name="connsiteX1545" fmla="*/ 2866740 w 4379260"/>
                <a:gd name="connsiteY1545" fmla="*/ 1183025 h 6858000"/>
                <a:gd name="connsiteX1546" fmla="*/ 2058879 w 4379260"/>
                <a:gd name="connsiteY1546" fmla="*/ 1179626 h 6858000"/>
                <a:gd name="connsiteX1547" fmla="*/ 2059783 w 4379260"/>
                <a:gd name="connsiteY1547" fmla="*/ 1180168 h 6858000"/>
                <a:gd name="connsiteX1548" fmla="*/ 2059239 w 4379260"/>
                <a:gd name="connsiteY1548" fmla="*/ 1181801 h 6858000"/>
                <a:gd name="connsiteX1549" fmla="*/ 2057606 w 4379260"/>
                <a:gd name="connsiteY1549" fmla="*/ 1183978 h 6858000"/>
                <a:gd name="connsiteX1550" fmla="*/ 2056518 w 4379260"/>
                <a:gd name="connsiteY1550" fmla="*/ 1186698 h 6858000"/>
                <a:gd name="connsiteX1551" fmla="*/ 2055974 w 4379260"/>
                <a:gd name="connsiteY1551" fmla="*/ 1185610 h 6858000"/>
                <a:gd name="connsiteX1552" fmla="*/ 2056224 w 4379260"/>
                <a:gd name="connsiteY1552" fmla="*/ 1184609 h 6858000"/>
                <a:gd name="connsiteX1553" fmla="*/ 2057114 w 4379260"/>
                <a:gd name="connsiteY1553" fmla="*/ 1183025 h 6858000"/>
                <a:gd name="connsiteX1554" fmla="*/ 1605555 w 4379260"/>
                <a:gd name="connsiteY1554" fmla="*/ 1174727 h 6858000"/>
                <a:gd name="connsiteX1555" fmla="*/ 1607188 w 4379260"/>
                <a:gd name="connsiteY1555" fmla="*/ 1176904 h 6858000"/>
                <a:gd name="connsiteX1556" fmla="*/ 1608276 w 4379260"/>
                <a:gd name="connsiteY1556" fmla="*/ 1179624 h 6858000"/>
                <a:gd name="connsiteX1557" fmla="*/ 1609908 w 4379260"/>
                <a:gd name="connsiteY1557" fmla="*/ 1181801 h 6858000"/>
                <a:gd name="connsiteX1558" fmla="*/ 1608820 w 4379260"/>
                <a:gd name="connsiteY1558" fmla="*/ 1183978 h 6858000"/>
                <a:gd name="connsiteX1559" fmla="*/ 1607188 w 4379260"/>
                <a:gd name="connsiteY1559" fmla="*/ 1181257 h 6858000"/>
                <a:gd name="connsiteX1560" fmla="*/ 1606099 w 4379260"/>
                <a:gd name="connsiteY1560" fmla="*/ 1179080 h 6858000"/>
                <a:gd name="connsiteX1561" fmla="*/ 1605011 w 4379260"/>
                <a:gd name="connsiteY1561" fmla="*/ 1177448 h 6858000"/>
                <a:gd name="connsiteX1562" fmla="*/ 1604467 w 4379260"/>
                <a:gd name="connsiteY1562" fmla="*/ 1175271 h 6858000"/>
                <a:gd name="connsiteX1563" fmla="*/ 1605555 w 4379260"/>
                <a:gd name="connsiteY1563" fmla="*/ 1174727 h 6858000"/>
                <a:gd name="connsiteX1564" fmla="*/ 1018828 w 4379260"/>
                <a:gd name="connsiteY1564" fmla="*/ 1174183 h 6858000"/>
                <a:gd name="connsiteX1565" fmla="*/ 1019372 w 4379260"/>
                <a:gd name="connsiteY1565" fmla="*/ 1178536 h 6858000"/>
                <a:gd name="connsiteX1566" fmla="*/ 1018284 w 4379260"/>
                <a:gd name="connsiteY1566" fmla="*/ 1187787 h 6858000"/>
                <a:gd name="connsiteX1567" fmla="*/ 1015563 w 4379260"/>
                <a:gd name="connsiteY1567" fmla="*/ 1197581 h 6858000"/>
                <a:gd name="connsiteX1568" fmla="*/ 1012842 w 4379260"/>
                <a:gd name="connsiteY1568" fmla="*/ 1207920 h 6858000"/>
                <a:gd name="connsiteX1569" fmla="*/ 1010666 w 4379260"/>
                <a:gd name="connsiteY1569" fmla="*/ 1218803 h 6858000"/>
                <a:gd name="connsiteX1570" fmla="*/ 1008489 w 4379260"/>
                <a:gd name="connsiteY1570" fmla="*/ 1229686 h 6858000"/>
                <a:gd name="connsiteX1571" fmla="*/ 1007401 w 4379260"/>
                <a:gd name="connsiteY1571" fmla="*/ 1240025 h 6858000"/>
                <a:gd name="connsiteX1572" fmla="*/ 1008489 w 4379260"/>
                <a:gd name="connsiteY1572" fmla="*/ 1248188 h 6858000"/>
                <a:gd name="connsiteX1573" fmla="*/ 1004136 w 4379260"/>
                <a:gd name="connsiteY1573" fmla="*/ 1257982 h 6858000"/>
                <a:gd name="connsiteX1574" fmla="*/ 1003592 w 4379260"/>
                <a:gd name="connsiteY1574" fmla="*/ 1263968 h 6858000"/>
                <a:gd name="connsiteX1575" fmla="*/ 1001415 w 4379260"/>
                <a:gd name="connsiteY1575" fmla="*/ 1268865 h 6858000"/>
                <a:gd name="connsiteX1576" fmla="*/ 993797 w 4379260"/>
                <a:gd name="connsiteY1576" fmla="*/ 1370078 h 6858000"/>
                <a:gd name="connsiteX1577" fmla="*/ 995974 w 4379260"/>
                <a:gd name="connsiteY1577" fmla="*/ 1413610 h 6858000"/>
                <a:gd name="connsiteX1578" fmla="*/ 1010122 w 4379260"/>
                <a:gd name="connsiteY1578" fmla="*/ 1481629 h 6858000"/>
                <a:gd name="connsiteX1579" fmla="*/ 1041682 w 4379260"/>
                <a:gd name="connsiteY1579" fmla="*/ 1539309 h 6858000"/>
                <a:gd name="connsiteX1580" fmla="*/ 1090112 w 4379260"/>
                <a:gd name="connsiteY1580" fmla="*/ 1577944 h 6858000"/>
                <a:gd name="connsiteX1581" fmla="*/ 1118408 w 4379260"/>
                <a:gd name="connsiteY1581" fmla="*/ 1584474 h 6858000"/>
                <a:gd name="connsiteX1582" fmla="*/ 1125482 w 4379260"/>
                <a:gd name="connsiteY1582" fmla="*/ 1584474 h 6858000"/>
                <a:gd name="connsiteX1583" fmla="*/ 1132556 w 4379260"/>
                <a:gd name="connsiteY1583" fmla="*/ 1583930 h 6858000"/>
                <a:gd name="connsiteX1584" fmla="*/ 1140718 w 4379260"/>
                <a:gd name="connsiteY1584" fmla="*/ 1582842 h 6858000"/>
                <a:gd name="connsiteX1585" fmla="*/ 1148881 w 4379260"/>
                <a:gd name="connsiteY1585" fmla="*/ 1581209 h 6858000"/>
                <a:gd name="connsiteX1586" fmla="*/ 1210914 w 4379260"/>
                <a:gd name="connsiteY1586" fmla="*/ 1553457 h 6858000"/>
                <a:gd name="connsiteX1587" fmla="*/ 1266418 w 4379260"/>
                <a:gd name="connsiteY1587" fmla="*/ 1508293 h 6858000"/>
                <a:gd name="connsiteX1588" fmla="*/ 1271859 w 4379260"/>
                <a:gd name="connsiteY1588" fmla="*/ 1503939 h 6858000"/>
                <a:gd name="connsiteX1589" fmla="*/ 1276756 w 4379260"/>
                <a:gd name="connsiteY1589" fmla="*/ 1499586 h 6858000"/>
                <a:gd name="connsiteX1590" fmla="*/ 1282198 w 4379260"/>
                <a:gd name="connsiteY1590" fmla="*/ 1495233 h 6858000"/>
                <a:gd name="connsiteX1591" fmla="*/ 1287639 w 4379260"/>
                <a:gd name="connsiteY1591" fmla="*/ 1489247 h 6858000"/>
                <a:gd name="connsiteX1592" fmla="*/ 1289272 w 4379260"/>
                <a:gd name="connsiteY1592" fmla="*/ 1489247 h 6858000"/>
                <a:gd name="connsiteX1593" fmla="*/ 1211458 w 4379260"/>
                <a:gd name="connsiteY1593" fmla="*/ 1559443 h 6858000"/>
                <a:gd name="connsiteX1594" fmla="*/ 1153778 w 4379260"/>
                <a:gd name="connsiteY1594" fmla="*/ 1582297 h 6858000"/>
                <a:gd name="connsiteX1595" fmla="*/ 1111878 w 4379260"/>
                <a:gd name="connsiteY1595" fmla="*/ 1588827 h 6858000"/>
                <a:gd name="connsiteX1596" fmla="*/ 1101539 w 4379260"/>
                <a:gd name="connsiteY1596" fmla="*/ 1587739 h 6858000"/>
                <a:gd name="connsiteX1597" fmla="*/ 1061816 w 4379260"/>
                <a:gd name="connsiteY1597" fmla="*/ 1564884 h 6858000"/>
                <a:gd name="connsiteX1598" fmla="*/ 1030799 w 4379260"/>
                <a:gd name="connsiteY1598" fmla="*/ 1529515 h 6858000"/>
                <a:gd name="connsiteX1599" fmla="*/ 994885 w 4379260"/>
                <a:gd name="connsiteY1599" fmla="*/ 1432655 h 6858000"/>
                <a:gd name="connsiteX1600" fmla="*/ 988355 w 4379260"/>
                <a:gd name="connsiteY1600" fmla="*/ 1358106 h 6858000"/>
                <a:gd name="connsiteX1601" fmla="*/ 989444 w 4379260"/>
                <a:gd name="connsiteY1601" fmla="*/ 1330899 h 6858000"/>
                <a:gd name="connsiteX1602" fmla="*/ 993253 w 4379260"/>
                <a:gd name="connsiteY1602" fmla="*/ 1311853 h 6858000"/>
                <a:gd name="connsiteX1603" fmla="*/ 995429 w 4379260"/>
                <a:gd name="connsiteY1603" fmla="*/ 1303147 h 6858000"/>
                <a:gd name="connsiteX1604" fmla="*/ 996518 w 4379260"/>
                <a:gd name="connsiteY1604" fmla="*/ 1294985 h 6858000"/>
                <a:gd name="connsiteX1605" fmla="*/ 1018828 w 4379260"/>
                <a:gd name="connsiteY1605" fmla="*/ 1174183 h 6858000"/>
                <a:gd name="connsiteX1606" fmla="*/ 1552228 w 4379260"/>
                <a:gd name="connsiteY1606" fmla="*/ 1172006 h 6858000"/>
                <a:gd name="connsiteX1607" fmla="*/ 1556037 w 4379260"/>
                <a:gd name="connsiteY1607" fmla="*/ 1172550 h 6858000"/>
                <a:gd name="connsiteX1608" fmla="*/ 1560934 w 4379260"/>
                <a:gd name="connsiteY1608" fmla="*/ 1173639 h 6858000"/>
                <a:gd name="connsiteX1609" fmla="*/ 1563655 w 4379260"/>
                <a:gd name="connsiteY1609" fmla="*/ 1174183 h 6858000"/>
                <a:gd name="connsiteX1610" fmla="*/ 1566920 w 4379260"/>
                <a:gd name="connsiteY1610" fmla="*/ 1174727 h 6858000"/>
                <a:gd name="connsiteX1611" fmla="*/ 1567464 w 4379260"/>
                <a:gd name="connsiteY1611" fmla="*/ 1174183 h 6858000"/>
                <a:gd name="connsiteX1612" fmla="*/ 1567464 w 4379260"/>
                <a:gd name="connsiteY1612" fmla="*/ 1173639 h 6858000"/>
                <a:gd name="connsiteX1613" fmla="*/ 1568008 w 4379260"/>
                <a:gd name="connsiteY1613" fmla="*/ 1172550 h 6858000"/>
                <a:gd name="connsiteX1614" fmla="*/ 1572362 w 4379260"/>
                <a:gd name="connsiteY1614" fmla="*/ 1176904 h 6858000"/>
                <a:gd name="connsiteX1615" fmla="*/ 1577259 w 4379260"/>
                <a:gd name="connsiteY1615" fmla="*/ 1180713 h 6858000"/>
                <a:gd name="connsiteX1616" fmla="*/ 1583789 w 4379260"/>
                <a:gd name="connsiteY1616" fmla="*/ 1189419 h 6858000"/>
                <a:gd name="connsiteX1617" fmla="*/ 1583789 w 4379260"/>
                <a:gd name="connsiteY1617" fmla="*/ 1189963 h 6858000"/>
                <a:gd name="connsiteX1618" fmla="*/ 1584333 w 4379260"/>
                <a:gd name="connsiteY1618" fmla="*/ 1190507 h 6858000"/>
                <a:gd name="connsiteX1619" fmla="*/ 1588142 w 4379260"/>
                <a:gd name="connsiteY1619" fmla="*/ 1200846 h 6858000"/>
                <a:gd name="connsiteX1620" fmla="*/ 1588142 w 4379260"/>
                <a:gd name="connsiteY1620" fmla="*/ 1212273 h 6858000"/>
                <a:gd name="connsiteX1621" fmla="*/ 1589230 w 4379260"/>
                <a:gd name="connsiteY1621" fmla="*/ 1222612 h 6858000"/>
                <a:gd name="connsiteX1622" fmla="*/ 1587598 w 4379260"/>
                <a:gd name="connsiteY1622" fmla="*/ 1223701 h 6858000"/>
                <a:gd name="connsiteX1623" fmla="*/ 1586510 w 4379260"/>
                <a:gd name="connsiteY1623" fmla="*/ 1224789 h 6858000"/>
                <a:gd name="connsiteX1624" fmla="*/ 1584877 w 4379260"/>
                <a:gd name="connsiteY1624" fmla="*/ 1225333 h 6858000"/>
                <a:gd name="connsiteX1625" fmla="*/ 1585965 w 4379260"/>
                <a:gd name="connsiteY1625" fmla="*/ 1230775 h 6858000"/>
                <a:gd name="connsiteX1626" fmla="*/ 1584877 w 4379260"/>
                <a:gd name="connsiteY1626" fmla="*/ 1237305 h 6858000"/>
                <a:gd name="connsiteX1627" fmla="*/ 1583245 w 4379260"/>
                <a:gd name="connsiteY1627" fmla="*/ 1243290 h 6858000"/>
                <a:gd name="connsiteX1628" fmla="*/ 1583245 w 4379260"/>
                <a:gd name="connsiteY1628" fmla="*/ 1245467 h 6858000"/>
                <a:gd name="connsiteX1629" fmla="*/ 1583789 w 4379260"/>
                <a:gd name="connsiteY1629" fmla="*/ 1249276 h 6858000"/>
                <a:gd name="connsiteX1630" fmla="*/ 1583245 w 4379260"/>
                <a:gd name="connsiteY1630" fmla="*/ 1251997 h 6858000"/>
                <a:gd name="connsiteX1631" fmla="*/ 1577803 w 4379260"/>
                <a:gd name="connsiteY1631" fmla="*/ 1261791 h 6858000"/>
                <a:gd name="connsiteX1632" fmla="*/ 1572906 w 4379260"/>
                <a:gd name="connsiteY1632" fmla="*/ 1271586 h 6858000"/>
                <a:gd name="connsiteX1633" fmla="*/ 1559302 w 4379260"/>
                <a:gd name="connsiteY1633" fmla="*/ 1287911 h 6858000"/>
                <a:gd name="connsiteX1634" fmla="*/ 1559302 w 4379260"/>
                <a:gd name="connsiteY1634" fmla="*/ 1289543 h 6858000"/>
                <a:gd name="connsiteX1635" fmla="*/ 1559846 w 4379260"/>
                <a:gd name="connsiteY1635" fmla="*/ 1290631 h 6858000"/>
                <a:gd name="connsiteX1636" fmla="*/ 1560390 w 4379260"/>
                <a:gd name="connsiteY1636" fmla="*/ 1291720 h 6858000"/>
                <a:gd name="connsiteX1637" fmla="*/ 1559846 w 4379260"/>
                <a:gd name="connsiteY1637" fmla="*/ 1292808 h 6858000"/>
                <a:gd name="connsiteX1638" fmla="*/ 1553316 w 4379260"/>
                <a:gd name="connsiteY1638" fmla="*/ 1297161 h 6858000"/>
                <a:gd name="connsiteX1639" fmla="*/ 1550051 w 4379260"/>
                <a:gd name="connsiteY1639" fmla="*/ 1299882 h 6858000"/>
                <a:gd name="connsiteX1640" fmla="*/ 1546786 w 4379260"/>
                <a:gd name="connsiteY1640" fmla="*/ 1303147 h 6858000"/>
                <a:gd name="connsiteX1641" fmla="*/ 1531550 w 4379260"/>
                <a:gd name="connsiteY1641" fmla="*/ 1310765 h 6858000"/>
                <a:gd name="connsiteX1642" fmla="*/ 1529374 w 4379260"/>
                <a:gd name="connsiteY1642" fmla="*/ 1312942 h 6858000"/>
                <a:gd name="connsiteX1643" fmla="*/ 1522300 w 4379260"/>
                <a:gd name="connsiteY1643" fmla="*/ 1317295 h 6858000"/>
                <a:gd name="connsiteX1644" fmla="*/ 1520123 w 4379260"/>
                <a:gd name="connsiteY1644" fmla="*/ 1317295 h 6858000"/>
                <a:gd name="connsiteX1645" fmla="*/ 1515770 w 4379260"/>
                <a:gd name="connsiteY1645" fmla="*/ 1316751 h 6858000"/>
                <a:gd name="connsiteX1646" fmla="*/ 1514137 w 4379260"/>
                <a:gd name="connsiteY1646" fmla="*/ 1316751 h 6858000"/>
                <a:gd name="connsiteX1647" fmla="*/ 1509240 w 4379260"/>
                <a:gd name="connsiteY1647" fmla="*/ 1317839 h 6858000"/>
                <a:gd name="connsiteX1648" fmla="*/ 1501622 w 4379260"/>
                <a:gd name="connsiteY1648" fmla="*/ 1314574 h 6858000"/>
                <a:gd name="connsiteX1649" fmla="*/ 1496724 w 4379260"/>
                <a:gd name="connsiteY1649" fmla="*/ 1308589 h 6858000"/>
                <a:gd name="connsiteX1650" fmla="*/ 1494004 w 4379260"/>
                <a:gd name="connsiteY1650" fmla="*/ 1304779 h 6858000"/>
                <a:gd name="connsiteX1651" fmla="*/ 1490739 w 4379260"/>
                <a:gd name="connsiteY1651" fmla="*/ 1301515 h 6858000"/>
                <a:gd name="connsiteX1652" fmla="*/ 1490195 w 4379260"/>
                <a:gd name="connsiteY1652" fmla="*/ 1300426 h 6858000"/>
                <a:gd name="connsiteX1653" fmla="*/ 1490195 w 4379260"/>
                <a:gd name="connsiteY1653" fmla="*/ 1297161 h 6858000"/>
                <a:gd name="connsiteX1654" fmla="*/ 1490739 w 4379260"/>
                <a:gd name="connsiteY1654" fmla="*/ 1293352 h 6858000"/>
                <a:gd name="connsiteX1655" fmla="*/ 1489106 w 4379260"/>
                <a:gd name="connsiteY1655" fmla="*/ 1284646 h 6858000"/>
                <a:gd name="connsiteX1656" fmla="*/ 1488562 w 4379260"/>
                <a:gd name="connsiteY1656" fmla="*/ 1283558 h 6858000"/>
                <a:gd name="connsiteX1657" fmla="*/ 1490739 w 4379260"/>
                <a:gd name="connsiteY1657" fmla="*/ 1280293 h 6858000"/>
                <a:gd name="connsiteX1658" fmla="*/ 1491827 w 4379260"/>
                <a:gd name="connsiteY1658" fmla="*/ 1279204 h 6858000"/>
                <a:gd name="connsiteX1659" fmla="*/ 1492915 w 4379260"/>
                <a:gd name="connsiteY1659" fmla="*/ 1278116 h 6858000"/>
                <a:gd name="connsiteX1660" fmla="*/ 1491283 w 4379260"/>
                <a:gd name="connsiteY1660" fmla="*/ 1278116 h 6858000"/>
                <a:gd name="connsiteX1661" fmla="*/ 1488562 w 4379260"/>
                <a:gd name="connsiteY1661" fmla="*/ 1277028 h 6858000"/>
                <a:gd name="connsiteX1662" fmla="*/ 1489650 w 4379260"/>
                <a:gd name="connsiteY1662" fmla="*/ 1271586 h 6858000"/>
                <a:gd name="connsiteX1663" fmla="*/ 1490739 w 4379260"/>
                <a:gd name="connsiteY1663" fmla="*/ 1266145 h 6858000"/>
                <a:gd name="connsiteX1664" fmla="*/ 1494548 w 4379260"/>
                <a:gd name="connsiteY1664" fmla="*/ 1255262 h 6858000"/>
                <a:gd name="connsiteX1665" fmla="*/ 1495092 w 4379260"/>
                <a:gd name="connsiteY1665" fmla="*/ 1253629 h 6858000"/>
                <a:gd name="connsiteX1666" fmla="*/ 1495092 w 4379260"/>
                <a:gd name="connsiteY1666" fmla="*/ 1252541 h 6858000"/>
                <a:gd name="connsiteX1667" fmla="*/ 1494548 w 4379260"/>
                <a:gd name="connsiteY1667" fmla="*/ 1248732 h 6858000"/>
                <a:gd name="connsiteX1668" fmla="*/ 1495636 w 4379260"/>
                <a:gd name="connsiteY1668" fmla="*/ 1242746 h 6858000"/>
                <a:gd name="connsiteX1669" fmla="*/ 1497813 w 4379260"/>
                <a:gd name="connsiteY1669" fmla="*/ 1238393 h 6858000"/>
                <a:gd name="connsiteX1670" fmla="*/ 1499989 w 4379260"/>
                <a:gd name="connsiteY1670" fmla="*/ 1234040 h 6858000"/>
                <a:gd name="connsiteX1671" fmla="*/ 1502166 w 4379260"/>
                <a:gd name="connsiteY1671" fmla="*/ 1229142 h 6858000"/>
                <a:gd name="connsiteX1672" fmla="*/ 1504343 w 4379260"/>
                <a:gd name="connsiteY1672" fmla="*/ 1224789 h 6858000"/>
                <a:gd name="connsiteX1673" fmla="*/ 1505975 w 4379260"/>
                <a:gd name="connsiteY1673" fmla="*/ 1215538 h 6858000"/>
                <a:gd name="connsiteX1674" fmla="*/ 1505975 w 4379260"/>
                <a:gd name="connsiteY1674" fmla="*/ 1213362 h 6858000"/>
                <a:gd name="connsiteX1675" fmla="*/ 1508152 w 4379260"/>
                <a:gd name="connsiteY1675" fmla="*/ 1210097 h 6858000"/>
                <a:gd name="connsiteX1676" fmla="*/ 1515226 w 4379260"/>
                <a:gd name="connsiteY1676" fmla="*/ 1201935 h 6858000"/>
                <a:gd name="connsiteX1677" fmla="*/ 1517946 w 4379260"/>
                <a:gd name="connsiteY1677" fmla="*/ 1192140 h 6858000"/>
                <a:gd name="connsiteX1678" fmla="*/ 1518491 w 4379260"/>
                <a:gd name="connsiteY1678" fmla="*/ 1189963 h 6858000"/>
                <a:gd name="connsiteX1679" fmla="*/ 1525020 w 4379260"/>
                <a:gd name="connsiteY1679" fmla="*/ 1182345 h 6858000"/>
                <a:gd name="connsiteX1680" fmla="*/ 1528829 w 4379260"/>
                <a:gd name="connsiteY1680" fmla="*/ 1182889 h 6858000"/>
                <a:gd name="connsiteX1681" fmla="*/ 1529918 w 4379260"/>
                <a:gd name="connsiteY1681" fmla="*/ 1181257 h 6858000"/>
                <a:gd name="connsiteX1682" fmla="*/ 1539712 w 4379260"/>
                <a:gd name="connsiteY1682" fmla="*/ 1176904 h 6858000"/>
                <a:gd name="connsiteX1683" fmla="*/ 1540257 w 4379260"/>
                <a:gd name="connsiteY1683" fmla="*/ 1176359 h 6858000"/>
                <a:gd name="connsiteX1684" fmla="*/ 1538080 w 4379260"/>
                <a:gd name="connsiteY1684" fmla="*/ 1176359 h 6858000"/>
                <a:gd name="connsiteX1685" fmla="*/ 1539712 w 4379260"/>
                <a:gd name="connsiteY1685" fmla="*/ 1173639 h 6858000"/>
                <a:gd name="connsiteX1686" fmla="*/ 1540257 w 4379260"/>
                <a:gd name="connsiteY1686" fmla="*/ 1173639 h 6858000"/>
                <a:gd name="connsiteX1687" fmla="*/ 1541345 w 4379260"/>
                <a:gd name="connsiteY1687" fmla="*/ 1174183 h 6858000"/>
                <a:gd name="connsiteX1688" fmla="*/ 1541889 w 4379260"/>
                <a:gd name="connsiteY1688" fmla="*/ 1174183 h 6858000"/>
                <a:gd name="connsiteX1689" fmla="*/ 1541889 w 4379260"/>
                <a:gd name="connsiteY1689" fmla="*/ 1175815 h 6858000"/>
                <a:gd name="connsiteX1690" fmla="*/ 1545154 w 4379260"/>
                <a:gd name="connsiteY1690" fmla="*/ 1174727 h 6858000"/>
                <a:gd name="connsiteX1691" fmla="*/ 1544610 w 4379260"/>
                <a:gd name="connsiteY1691" fmla="*/ 1173639 h 6858000"/>
                <a:gd name="connsiteX1692" fmla="*/ 1552228 w 4379260"/>
                <a:gd name="connsiteY1692" fmla="*/ 1172006 h 6858000"/>
                <a:gd name="connsiteX1693" fmla="*/ 1707088 w 4379260"/>
                <a:gd name="connsiteY1693" fmla="*/ 1169830 h 6858000"/>
                <a:gd name="connsiteX1694" fmla="*/ 1708177 w 4379260"/>
                <a:gd name="connsiteY1694" fmla="*/ 1172006 h 6858000"/>
                <a:gd name="connsiteX1695" fmla="*/ 1707632 w 4379260"/>
                <a:gd name="connsiteY1695" fmla="*/ 1174183 h 6858000"/>
                <a:gd name="connsiteX1696" fmla="*/ 1707632 w 4379260"/>
                <a:gd name="connsiteY1696" fmla="*/ 1175815 h 6858000"/>
                <a:gd name="connsiteX1697" fmla="*/ 1706544 w 4379260"/>
                <a:gd name="connsiteY1697" fmla="*/ 1175815 h 6858000"/>
                <a:gd name="connsiteX1698" fmla="*/ 1706000 w 4379260"/>
                <a:gd name="connsiteY1698" fmla="*/ 1174727 h 6858000"/>
                <a:gd name="connsiteX1699" fmla="*/ 1706000 w 4379260"/>
                <a:gd name="connsiteY1699" fmla="*/ 1173639 h 6858000"/>
                <a:gd name="connsiteX1700" fmla="*/ 1706544 w 4379260"/>
                <a:gd name="connsiteY1700" fmla="*/ 1171462 h 6858000"/>
                <a:gd name="connsiteX1701" fmla="*/ 2683224 w 4379260"/>
                <a:gd name="connsiteY1701" fmla="*/ 1169285 h 6858000"/>
                <a:gd name="connsiteX1702" fmla="*/ 2683224 w 4379260"/>
                <a:gd name="connsiteY1702" fmla="*/ 1171462 h 6858000"/>
                <a:gd name="connsiteX1703" fmla="*/ 2679415 w 4379260"/>
                <a:gd name="connsiteY1703" fmla="*/ 1193228 h 6858000"/>
                <a:gd name="connsiteX1704" fmla="*/ 2676694 w 4379260"/>
                <a:gd name="connsiteY1704" fmla="*/ 1205744 h 6858000"/>
                <a:gd name="connsiteX1705" fmla="*/ 2673974 w 4379260"/>
                <a:gd name="connsiteY1705" fmla="*/ 1219347 h 6858000"/>
                <a:gd name="connsiteX1706" fmla="*/ 2673974 w 4379260"/>
                <a:gd name="connsiteY1706" fmla="*/ 1216083 h 6858000"/>
                <a:gd name="connsiteX1707" fmla="*/ 2677238 w 4379260"/>
                <a:gd name="connsiteY1707" fmla="*/ 1195949 h 6858000"/>
                <a:gd name="connsiteX1708" fmla="*/ 2678871 w 4379260"/>
                <a:gd name="connsiteY1708" fmla="*/ 1188875 h 6858000"/>
                <a:gd name="connsiteX1709" fmla="*/ 2680503 w 4379260"/>
                <a:gd name="connsiteY1709" fmla="*/ 1182345 h 6858000"/>
                <a:gd name="connsiteX1710" fmla="*/ 2683224 w 4379260"/>
                <a:gd name="connsiteY1710" fmla="*/ 1169285 h 6858000"/>
                <a:gd name="connsiteX1711" fmla="*/ 1873599 w 4379260"/>
                <a:gd name="connsiteY1711" fmla="*/ 1169285 h 6858000"/>
                <a:gd name="connsiteX1712" fmla="*/ 1873599 w 4379260"/>
                <a:gd name="connsiteY1712" fmla="*/ 1171462 h 6858000"/>
                <a:gd name="connsiteX1713" fmla="*/ 1869790 w 4379260"/>
                <a:gd name="connsiteY1713" fmla="*/ 1193228 h 6858000"/>
                <a:gd name="connsiteX1714" fmla="*/ 1867069 w 4379260"/>
                <a:gd name="connsiteY1714" fmla="*/ 1205744 h 6858000"/>
                <a:gd name="connsiteX1715" fmla="*/ 1864348 w 4379260"/>
                <a:gd name="connsiteY1715" fmla="*/ 1219347 h 6858000"/>
                <a:gd name="connsiteX1716" fmla="*/ 1864348 w 4379260"/>
                <a:gd name="connsiteY1716" fmla="*/ 1216083 h 6858000"/>
                <a:gd name="connsiteX1717" fmla="*/ 1867613 w 4379260"/>
                <a:gd name="connsiteY1717" fmla="*/ 1195949 h 6858000"/>
                <a:gd name="connsiteX1718" fmla="*/ 1869246 w 4379260"/>
                <a:gd name="connsiteY1718" fmla="*/ 1188875 h 6858000"/>
                <a:gd name="connsiteX1719" fmla="*/ 1870878 w 4379260"/>
                <a:gd name="connsiteY1719" fmla="*/ 1182345 h 6858000"/>
                <a:gd name="connsiteX1720" fmla="*/ 1873599 w 4379260"/>
                <a:gd name="connsiteY1720" fmla="*/ 1169285 h 6858000"/>
                <a:gd name="connsiteX1721" fmla="*/ 1588142 w 4379260"/>
                <a:gd name="connsiteY1721" fmla="*/ 1167109 h 6858000"/>
                <a:gd name="connsiteX1722" fmla="*/ 1595216 w 4379260"/>
                <a:gd name="connsiteY1722" fmla="*/ 1173094 h 6858000"/>
                <a:gd name="connsiteX1723" fmla="*/ 1597393 w 4379260"/>
                <a:gd name="connsiteY1723" fmla="*/ 1177992 h 6858000"/>
                <a:gd name="connsiteX1724" fmla="*/ 1601746 w 4379260"/>
                <a:gd name="connsiteY1724" fmla="*/ 1185610 h 6858000"/>
                <a:gd name="connsiteX1725" fmla="*/ 1601202 w 4379260"/>
                <a:gd name="connsiteY1725" fmla="*/ 1186698 h 6858000"/>
                <a:gd name="connsiteX1726" fmla="*/ 1593039 w 4379260"/>
                <a:gd name="connsiteY1726" fmla="*/ 1174183 h 6858000"/>
                <a:gd name="connsiteX1727" fmla="*/ 1588142 w 4379260"/>
                <a:gd name="connsiteY1727" fmla="*/ 1167109 h 6858000"/>
                <a:gd name="connsiteX1728" fmla="*/ 1708721 w 4379260"/>
                <a:gd name="connsiteY1728" fmla="*/ 1162756 h 6858000"/>
                <a:gd name="connsiteX1729" fmla="*/ 1708721 w 4379260"/>
                <a:gd name="connsiteY1729" fmla="*/ 1164932 h 6858000"/>
                <a:gd name="connsiteX1730" fmla="*/ 1708177 w 4379260"/>
                <a:gd name="connsiteY1730" fmla="*/ 1166020 h 6858000"/>
                <a:gd name="connsiteX1731" fmla="*/ 1706544 w 4379260"/>
                <a:gd name="connsiteY1731" fmla="*/ 1166565 h 6858000"/>
                <a:gd name="connsiteX1732" fmla="*/ 1706544 w 4379260"/>
                <a:gd name="connsiteY1732" fmla="*/ 1164388 h 6858000"/>
                <a:gd name="connsiteX1733" fmla="*/ 1707088 w 4379260"/>
                <a:gd name="connsiteY1733" fmla="*/ 1163300 h 6858000"/>
                <a:gd name="connsiteX1734" fmla="*/ 1708721 w 4379260"/>
                <a:gd name="connsiteY1734" fmla="*/ 1162756 h 6858000"/>
                <a:gd name="connsiteX1735" fmla="*/ 2683768 w 4379260"/>
                <a:gd name="connsiteY1735" fmla="*/ 1160579 h 6858000"/>
                <a:gd name="connsiteX1736" fmla="*/ 2684312 w 4379260"/>
                <a:gd name="connsiteY1736" fmla="*/ 1160579 h 6858000"/>
                <a:gd name="connsiteX1737" fmla="*/ 2683224 w 4379260"/>
                <a:gd name="connsiteY1737" fmla="*/ 1167109 h 6858000"/>
                <a:gd name="connsiteX1738" fmla="*/ 2683224 w 4379260"/>
                <a:gd name="connsiteY1738" fmla="*/ 1162756 h 6858000"/>
                <a:gd name="connsiteX1739" fmla="*/ 2683768 w 4379260"/>
                <a:gd name="connsiteY1739" fmla="*/ 1160579 h 6858000"/>
                <a:gd name="connsiteX1740" fmla="*/ 1874143 w 4379260"/>
                <a:gd name="connsiteY1740" fmla="*/ 1160579 h 6858000"/>
                <a:gd name="connsiteX1741" fmla="*/ 1874687 w 4379260"/>
                <a:gd name="connsiteY1741" fmla="*/ 1160579 h 6858000"/>
                <a:gd name="connsiteX1742" fmla="*/ 1873599 w 4379260"/>
                <a:gd name="connsiteY1742" fmla="*/ 1167109 h 6858000"/>
                <a:gd name="connsiteX1743" fmla="*/ 1873599 w 4379260"/>
                <a:gd name="connsiteY1743" fmla="*/ 1162756 h 6858000"/>
                <a:gd name="connsiteX1744" fmla="*/ 1874143 w 4379260"/>
                <a:gd name="connsiteY1744" fmla="*/ 1160579 h 6858000"/>
                <a:gd name="connsiteX1745" fmla="*/ 1582156 w 4379260"/>
                <a:gd name="connsiteY1745" fmla="*/ 1157858 h 6858000"/>
                <a:gd name="connsiteX1746" fmla="*/ 1583789 w 4379260"/>
                <a:gd name="connsiteY1746" fmla="*/ 1158947 h 6858000"/>
                <a:gd name="connsiteX1747" fmla="*/ 1585421 w 4379260"/>
                <a:gd name="connsiteY1747" fmla="*/ 1160579 h 6858000"/>
                <a:gd name="connsiteX1748" fmla="*/ 1587054 w 4379260"/>
                <a:gd name="connsiteY1748" fmla="*/ 1161667 h 6858000"/>
                <a:gd name="connsiteX1749" fmla="*/ 1585965 w 4379260"/>
                <a:gd name="connsiteY1749" fmla="*/ 1162211 h 6858000"/>
                <a:gd name="connsiteX1750" fmla="*/ 1583789 w 4379260"/>
                <a:gd name="connsiteY1750" fmla="*/ 1161667 h 6858000"/>
                <a:gd name="connsiteX1751" fmla="*/ 1582156 w 4379260"/>
                <a:gd name="connsiteY1751" fmla="*/ 1159491 h 6858000"/>
                <a:gd name="connsiteX1752" fmla="*/ 1581068 w 4379260"/>
                <a:gd name="connsiteY1752" fmla="*/ 1158402 h 6858000"/>
                <a:gd name="connsiteX1753" fmla="*/ 1582156 w 4379260"/>
                <a:gd name="connsiteY1753" fmla="*/ 1157858 h 6858000"/>
                <a:gd name="connsiteX1754" fmla="*/ 2679415 w 4379260"/>
                <a:gd name="connsiteY1754" fmla="*/ 1156770 h 6858000"/>
                <a:gd name="connsiteX1755" fmla="*/ 2667444 w 4379260"/>
                <a:gd name="connsiteY1755" fmla="*/ 1226966 h 6858000"/>
                <a:gd name="connsiteX1756" fmla="*/ 2664179 w 4379260"/>
                <a:gd name="connsiteY1756" fmla="*/ 1243834 h 6858000"/>
                <a:gd name="connsiteX1757" fmla="*/ 2661458 w 4379260"/>
                <a:gd name="connsiteY1757" fmla="*/ 1259615 h 6858000"/>
                <a:gd name="connsiteX1758" fmla="*/ 2656016 w 4379260"/>
                <a:gd name="connsiteY1758" fmla="*/ 1290087 h 6858000"/>
                <a:gd name="connsiteX1759" fmla="*/ 2655472 w 4379260"/>
                <a:gd name="connsiteY1759" fmla="*/ 1287367 h 6858000"/>
                <a:gd name="connsiteX1760" fmla="*/ 2657105 w 4379260"/>
                <a:gd name="connsiteY1760" fmla="*/ 1275395 h 6858000"/>
                <a:gd name="connsiteX1761" fmla="*/ 2659281 w 4379260"/>
                <a:gd name="connsiteY1761" fmla="*/ 1263424 h 6858000"/>
                <a:gd name="connsiteX1762" fmla="*/ 2660370 w 4379260"/>
                <a:gd name="connsiteY1762" fmla="*/ 1257982 h 6858000"/>
                <a:gd name="connsiteX1763" fmla="*/ 2660914 w 4379260"/>
                <a:gd name="connsiteY1763" fmla="*/ 1253629 h 6858000"/>
                <a:gd name="connsiteX1764" fmla="*/ 2670164 w 4379260"/>
                <a:gd name="connsiteY1764" fmla="*/ 1202479 h 6858000"/>
                <a:gd name="connsiteX1765" fmla="*/ 2675062 w 4379260"/>
                <a:gd name="connsiteY1765" fmla="*/ 1179624 h 6858000"/>
                <a:gd name="connsiteX1766" fmla="*/ 1869790 w 4379260"/>
                <a:gd name="connsiteY1766" fmla="*/ 1156770 h 6858000"/>
                <a:gd name="connsiteX1767" fmla="*/ 1857819 w 4379260"/>
                <a:gd name="connsiteY1767" fmla="*/ 1226966 h 6858000"/>
                <a:gd name="connsiteX1768" fmla="*/ 1854554 w 4379260"/>
                <a:gd name="connsiteY1768" fmla="*/ 1243834 h 6858000"/>
                <a:gd name="connsiteX1769" fmla="*/ 1851833 w 4379260"/>
                <a:gd name="connsiteY1769" fmla="*/ 1259615 h 6858000"/>
                <a:gd name="connsiteX1770" fmla="*/ 1846392 w 4379260"/>
                <a:gd name="connsiteY1770" fmla="*/ 1290087 h 6858000"/>
                <a:gd name="connsiteX1771" fmla="*/ 1845847 w 4379260"/>
                <a:gd name="connsiteY1771" fmla="*/ 1287367 h 6858000"/>
                <a:gd name="connsiteX1772" fmla="*/ 1847480 w 4379260"/>
                <a:gd name="connsiteY1772" fmla="*/ 1275395 h 6858000"/>
                <a:gd name="connsiteX1773" fmla="*/ 1849656 w 4379260"/>
                <a:gd name="connsiteY1773" fmla="*/ 1263424 h 6858000"/>
                <a:gd name="connsiteX1774" fmla="*/ 1850745 w 4379260"/>
                <a:gd name="connsiteY1774" fmla="*/ 1257982 h 6858000"/>
                <a:gd name="connsiteX1775" fmla="*/ 1851289 w 4379260"/>
                <a:gd name="connsiteY1775" fmla="*/ 1253629 h 6858000"/>
                <a:gd name="connsiteX1776" fmla="*/ 1860539 w 4379260"/>
                <a:gd name="connsiteY1776" fmla="*/ 1202479 h 6858000"/>
                <a:gd name="connsiteX1777" fmla="*/ 1865437 w 4379260"/>
                <a:gd name="connsiteY1777" fmla="*/ 1179624 h 6858000"/>
                <a:gd name="connsiteX1778" fmla="*/ 1575627 w 4379260"/>
                <a:gd name="connsiteY1778" fmla="*/ 1152961 h 6858000"/>
                <a:gd name="connsiteX1779" fmla="*/ 1577803 w 4379260"/>
                <a:gd name="connsiteY1779" fmla="*/ 1154049 h 6858000"/>
                <a:gd name="connsiteX1780" fmla="*/ 1578347 w 4379260"/>
                <a:gd name="connsiteY1780" fmla="*/ 1155137 h 6858000"/>
                <a:gd name="connsiteX1781" fmla="*/ 1578347 w 4379260"/>
                <a:gd name="connsiteY1781" fmla="*/ 1156770 h 6858000"/>
                <a:gd name="connsiteX1782" fmla="*/ 1576171 w 4379260"/>
                <a:gd name="connsiteY1782" fmla="*/ 1155682 h 6858000"/>
                <a:gd name="connsiteX1783" fmla="*/ 1575627 w 4379260"/>
                <a:gd name="connsiteY1783" fmla="*/ 1154593 h 6858000"/>
                <a:gd name="connsiteX1784" fmla="*/ 1711442 w 4379260"/>
                <a:gd name="connsiteY1784" fmla="*/ 1147519 h 6858000"/>
                <a:gd name="connsiteX1785" fmla="*/ 1712530 w 4379260"/>
                <a:gd name="connsiteY1785" fmla="*/ 1149152 h 6858000"/>
                <a:gd name="connsiteX1786" fmla="*/ 1712530 w 4379260"/>
                <a:gd name="connsiteY1786" fmla="*/ 1150240 h 6858000"/>
                <a:gd name="connsiteX1787" fmla="*/ 1711986 w 4379260"/>
                <a:gd name="connsiteY1787" fmla="*/ 1152961 h 6858000"/>
                <a:gd name="connsiteX1788" fmla="*/ 1711986 w 4379260"/>
                <a:gd name="connsiteY1788" fmla="*/ 1155137 h 6858000"/>
                <a:gd name="connsiteX1789" fmla="*/ 1709265 w 4379260"/>
                <a:gd name="connsiteY1789" fmla="*/ 1155682 h 6858000"/>
                <a:gd name="connsiteX1790" fmla="*/ 1709809 w 4379260"/>
                <a:gd name="connsiteY1790" fmla="*/ 1150784 h 6858000"/>
                <a:gd name="connsiteX1791" fmla="*/ 1710353 w 4379260"/>
                <a:gd name="connsiteY1791" fmla="*/ 1149152 h 6858000"/>
                <a:gd name="connsiteX1792" fmla="*/ 1564199 w 4379260"/>
                <a:gd name="connsiteY1792" fmla="*/ 1143166 h 6858000"/>
                <a:gd name="connsiteX1793" fmla="*/ 1565832 w 4379260"/>
                <a:gd name="connsiteY1793" fmla="*/ 1144254 h 6858000"/>
                <a:gd name="connsiteX1794" fmla="*/ 1568008 w 4379260"/>
                <a:gd name="connsiteY1794" fmla="*/ 1145887 h 6858000"/>
                <a:gd name="connsiteX1795" fmla="*/ 1570185 w 4379260"/>
                <a:gd name="connsiteY1795" fmla="*/ 1146975 h 6858000"/>
                <a:gd name="connsiteX1796" fmla="*/ 1569641 w 4379260"/>
                <a:gd name="connsiteY1796" fmla="*/ 1149152 h 6858000"/>
                <a:gd name="connsiteX1797" fmla="*/ 1565288 w 4379260"/>
                <a:gd name="connsiteY1797" fmla="*/ 1146975 h 6858000"/>
                <a:gd name="connsiteX1798" fmla="*/ 1564199 w 4379260"/>
                <a:gd name="connsiteY1798" fmla="*/ 1145343 h 6858000"/>
                <a:gd name="connsiteX1799" fmla="*/ 1562567 w 4379260"/>
                <a:gd name="connsiteY1799" fmla="*/ 1144254 h 6858000"/>
                <a:gd name="connsiteX1800" fmla="*/ 1564199 w 4379260"/>
                <a:gd name="connsiteY1800" fmla="*/ 1143166 h 6858000"/>
                <a:gd name="connsiteX1801" fmla="*/ 2687577 w 4379260"/>
                <a:gd name="connsiteY1801" fmla="*/ 1133371 h 6858000"/>
                <a:gd name="connsiteX1802" fmla="*/ 2688666 w 4379260"/>
                <a:gd name="connsiteY1802" fmla="*/ 1138813 h 6858000"/>
                <a:gd name="connsiteX1803" fmla="*/ 2687577 w 4379260"/>
                <a:gd name="connsiteY1803" fmla="*/ 1146431 h 6858000"/>
                <a:gd name="connsiteX1804" fmla="*/ 2685945 w 4379260"/>
                <a:gd name="connsiteY1804" fmla="*/ 1154049 h 6858000"/>
                <a:gd name="connsiteX1805" fmla="*/ 2684312 w 4379260"/>
                <a:gd name="connsiteY1805" fmla="*/ 1160579 h 6858000"/>
                <a:gd name="connsiteX1806" fmla="*/ 2685945 w 4379260"/>
                <a:gd name="connsiteY1806" fmla="*/ 1146431 h 6858000"/>
                <a:gd name="connsiteX1807" fmla="*/ 2687033 w 4379260"/>
                <a:gd name="connsiteY1807" fmla="*/ 1140445 h 6858000"/>
                <a:gd name="connsiteX1808" fmla="*/ 2687577 w 4379260"/>
                <a:gd name="connsiteY1808" fmla="*/ 1133371 h 6858000"/>
                <a:gd name="connsiteX1809" fmla="*/ 1877952 w 4379260"/>
                <a:gd name="connsiteY1809" fmla="*/ 1133371 h 6858000"/>
                <a:gd name="connsiteX1810" fmla="*/ 1879041 w 4379260"/>
                <a:gd name="connsiteY1810" fmla="*/ 1138813 h 6858000"/>
                <a:gd name="connsiteX1811" fmla="*/ 1877952 w 4379260"/>
                <a:gd name="connsiteY1811" fmla="*/ 1146431 h 6858000"/>
                <a:gd name="connsiteX1812" fmla="*/ 1876320 w 4379260"/>
                <a:gd name="connsiteY1812" fmla="*/ 1154049 h 6858000"/>
                <a:gd name="connsiteX1813" fmla="*/ 1874687 w 4379260"/>
                <a:gd name="connsiteY1813" fmla="*/ 1160579 h 6858000"/>
                <a:gd name="connsiteX1814" fmla="*/ 1876320 w 4379260"/>
                <a:gd name="connsiteY1814" fmla="*/ 1146431 h 6858000"/>
                <a:gd name="connsiteX1815" fmla="*/ 1877408 w 4379260"/>
                <a:gd name="connsiteY1815" fmla="*/ 1140445 h 6858000"/>
                <a:gd name="connsiteX1816" fmla="*/ 1877952 w 4379260"/>
                <a:gd name="connsiteY1816" fmla="*/ 1133371 h 6858000"/>
                <a:gd name="connsiteX1817" fmla="*/ 2867231 w 4379260"/>
                <a:gd name="connsiteY1817" fmla="*/ 1132283 h 6858000"/>
                <a:gd name="connsiteX1818" fmla="*/ 2868320 w 4379260"/>
                <a:gd name="connsiteY1818" fmla="*/ 1132283 h 6858000"/>
                <a:gd name="connsiteX1819" fmla="*/ 2871040 w 4379260"/>
                <a:gd name="connsiteY1819" fmla="*/ 1133915 h 6858000"/>
                <a:gd name="connsiteX1820" fmla="*/ 2870496 w 4379260"/>
                <a:gd name="connsiteY1820" fmla="*/ 1136092 h 6858000"/>
                <a:gd name="connsiteX1821" fmla="*/ 2869952 w 4379260"/>
                <a:gd name="connsiteY1821" fmla="*/ 1137180 h 6858000"/>
                <a:gd name="connsiteX1822" fmla="*/ 2867231 w 4379260"/>
                <a:gd name="connsiteY1822" fmla="*/ 1133371 h 6858000"/>
                <a:gd name="connsiteX1823" fmla="*/ 2057606 w 4379260"/>
                <a:gd name="connsiteY1823" fmla="*/ 1132283 h 6858000"/>
                <a:gd name="connsiteX1824" fmla="*/ 2058695 w 4379260"/>
                <a:gd name="connsiteY1824" fmla="*/ 1132283 h 6858000"/>
                <a:gd name="connsiteX1825" fmla="*/ 2061415 w 4379260"/>
                <a:gd name="connsiteY1825" fmla="*/ 1133915 h 6858000"/>
                <a:gd name="connsiteX1826" fmla="*/ 2060871 w 4379260"/>
                <a:gd name="connsiteY1826" fmla="*/ 1136092 h 6858000"/>
                <a:gd name="connsiteX1827" fmla="*/ 2060327 w 4379260"/>
                <a:gd name="connsiteY1827" fmla="*/ 1137180 h 6858000"/>
                <a:gd name="connsiteX1828" fmla="*/ 2057606 w 4379260"/>
                <a:gd name="connsiteY1828" fmla="*/ 1133371 h 6858000"/>
                <a:gd name="connsiteX1829" fmla="*/ 2627176 w 4379260"/>
                <a:gd name="connsiteY1829" fmla="*/ 1127386 h 6858000"/>
                <a:gd name="connsiteX1830" fmla="*/ 2629897 w 4379260"/>
                <a:gd name="connsiteY1830" fmla="*/ 1127386 h 6858000"/>
                <a:gd name="connsiteX1831" fmla="*/ 2625544 w 4379260"/>
                <a:gd name="connsiteY1831" fmla="*/ 1132827 h 6858000"/>
                <a:gd name="connsiteX1832" fmla="*/ 2623912 w 4379260"/>
                <a:gd name="connsiteY1832" fmla="*/ 1135004 h 6858000"/>
                <a:gd name="connsiteX1833" fmla="*/ 2622279 w 4379260"/>
                <a:gd name="connsiteY1833" fmla="*/ 1136636 h 6858000"/>
                <a:gd name="connsiteX1834" fmla="*/ 2621735 w 4379260"/>
                <a:gd name="connsiteY1834" fmla="*/ 1136092 h 6858000"/>
                <a:gd name="connsiteX1835" fmla="*/ 2623367 w 4379260"/>
                <a:gd name="connsiteY1835" fmla="*/ 1133371 h 6858000"/>
                <a:gd name="connsiteX1836" fmla="*/ 2625544 w 4379260"/>
                <a:gd name="connsiteY1836" fmla="*/ 1130650 h 6858000"/>
                <a:gd name="connsiteX1837" fmla="*/ 1817551 w 4379260"/>
                <a:gd name="connsiteY1837" fmla="*/ 1127386 h 6858000"/>
                <a:gd name="connsiteX1838" fmla="*/ 1820272 w 4379260"/>
                <a:gd name="connsiteY1838" fmla="*/ 1127386 h 6858000"/>
                <a:gd name="connsiteX1839" fmla="*/ 1815919 w 4379260"/>
                <a:gd name="connsiteY1839" fmla="*/ 1132827 h 6858000"/>
                <a:gd name="connsiteX1840" fmla="*/ 1814286 w 4379260"/>
                <a:gd name="connsiteY1840" fmla="*/ 1135004 h 6858000"/>
                <a:gd name="connsiteX1841" fmla="*/ 1812654 w 4379260"/>
                <a:gd name="connsiteY1841" fmla="*/ 1136636 h 6858000"/>
                <a:gd name="connsiteX1842" fmla="*/ 1812110 w 4379260"/>
                <a:gd name="connsiteY1842" fmla="*/ 1136092 h 6858000"/>
                <a:gd name="connsiteX1843" fmla="*/ 1813742 w 4379260"/>
                <a:gd name="connsiteY1843" fmla="*/ 1133371 h 6858000"/>
                <a:gd name="connsiteX1844" fmla="*/ 1815919 w 4379260"/>
                <a:gd name="connsiteY1844" fmla="*/ 1130650 h 6858000"/>
                <a:gd name="connsiteX1845" fmla="*/ 2329190 w 4379260"/>
                <a:gd name="connsiteY1845" fmla="*/ 1121944 h 6858000"/>
                <a:gd name="connsiteX1846" fmla="*/ 2329734 w 4379260"/>
                <a:gd name="connsiteY1846" fmla="*/ 1121944 h 6858000"/>
                <a:gd name="connsiteX1847" fmla="*/ 2332455 w 4379260"/>
                <a:gd name="connsiteY1847" fmla="*/ 1125209 h 6858000"/>
                <a:gd name="connsiteX1848" fmla="*/ 2332455 w 4379260"/>
                <a:gd name="connsiteY1848" fmla="*/ 1129562 h 6858000"/>
                <a:gd name="connsiteX1849" fmla="*/ 2334631 w 4379260"/>
                <a:gd name="connsiteY1849" fmla="*/ 1132827 h 6858000"/>
                <a:gd name="connsiteX1850" fmla="*/ 2335176 w 4379260"/>
                <a:gd name="connsiteY1850" fmla="*/ 1133371 h 6858000"/>
                <a:gd name="connsiteX1851" fmla="*/ 2333543 w 4379260"/>
                <a:gd name="connsiteY1851" fmla="*/ 1135004 h 6858000"/>
                <a:gd name="connsiteX1852" fmla="*/ 2330278 w 4379260"/>
                <a:gd name="connsiteY1852" fmla="*/ 1136092 h 6858000"/>
                <a:gd name="connsiteX1853" fmla="*/ 2329734 w 4379260"/>
                <a:gd name="connsiteY1853" fmla="*/ 1136636 h 6858000"/>
                <a:gd name="connsiteX1854" fmla="*/ 2328646 w 4379260"/>
                <a:gd name="connsiteY1854" fmla="*/ 1138269 h 6858000"/>
                <a:gd name="connsiteX1855" fmla="*/ 2328102 w 4379260"/>
                <a:gd name="connsiteY1855" fmla="*/ 1139357 h 6858000"/>
                <a:gd name="connsiteX1856" fmla="*/ 2323748 w 4379260"/>
                <a:gd name="connsiteY1856" fmla="*/ 1151872 h 6858000"/>
                <a:gd name="connsiteX1857" fmla="*/ 2322116 w 4379260"/>
                <a:gd name="connsiteY1857" fmla="*/ 1154049 h 6858000"/>
                <a:gd name="connsiteX1858" fmla="*/ 2310144 w 4379260"/>
                <a:gd name="connsiteY1858" fmla="*/ 1166565 h 6858000"/>
                <a:gd name="connsiteX1859" fmla="*/ 2299261 w 4379260"/>
                <a:gd name="connsiteY1859" fmla="*/ 1178536 h 6858000"/>
                <a:gd name="connsiteX1860" fmla="*/ 2271510 w 4379260"/>
                <a:gd name="connsiteY1860" fmla="*/ 1198670 h 6858000"/>
                <a:gd name="connsiteX1861" fmla="*/ 2272054 w 4379260"/>
                <a:gd name="connsiteY1861" fmla="*/ 1199758 h 6858000"/>
                <a:gd name="connsiteX1862" fmla="*/ 2270965 w 4379260"/>
                <a:gd name="connsiteY1862" fmla="*/ 1201390 h 6858000"/>
                <a:gd name="connsiteX1863" fmla="*/ 2269333 w 4379260"/>
                <a:gd name="connsiteY1863" fmla="*/ 1201935 h 6858000"/>
                <a:gd name="connsiteX1864" fmla="*/ 2268245 w 4379260"/>
                <a:gd name="connsiteY1864" fmla="*/ 1203567 h 6858000"/>
                <a:gd name="connsiteX1865" fmla="*/ 2265524 w 4379260"/>
                <a:gd name="connsiteY1865" fmla="*/ 1206288 h 6858000"/>
                <a:gd name="connsiteX1866" fmla="*/ 2258462 w 4379260"/>
                <a:gd name="connsiteY1866" fmla="*/ 1209426 h 6858000"/>
                <a:gd name="connsiteX1867" fmla="*/ 2259487 w 4379260"/>
                <a:gd name="connsiteY1867" fmla="*/ 1207376 h 6858000"/>
                <a:gd name="connsiteX1868" fmla="*/ 2262752 w 4379260"/>
                <a:gd name="connsiteY1868" fmla="*/ 1202479 h 6858000"/>
                <a:gd name="connsiteX1869" fmla="*/ 2269282 w 4379260"/>
                <a:gd name="connsiteY1869" fmla="*/ 1191596 h 6858000"/>
                <a:gd name="connsiteX1870" fmla="*/ 2277988 w 4379260"/>
                <a:gd name="connsiteY1870" fmla="*/ 1170918 h 6858000"/>
                <a:gd name="connsiteX1871" fmla="*/ 2282342 w 4379260"/>
                <a:gd name="connsiteY1871" fmla="*/ 1166020 h 6858000"/>
                <a:gd name="connsiteX1872" fmla="*/ 2281797 w 4379260"/>
                <a:gd name="connsiteY1872" fmla="*/ 1162211 h 6858000"/>
                <a:gd name="connsiteX1873" fmla="*/ 2280976 w 4379260"/>
                <a:gd name="connsiteY1873" fmla="*/ 1160363 h 6858000"/>
                <a:gd name="connsiteX1874" fmla="*/ 2283481 w 4379260"/>
                <a:gd name="connsiteY1874" fmla="*/ 1157858 h 6858000"/>
                <a:gd name="connsiteX1875" fmla="*/ 2288922 w 4379260"/>
                <a:gd name="connsiteY1875" fmla="*/ 1152961 h 6858000"/>
                <a:gd name="connsiteX1876" fmla="*/ 2298173 w 4379260"/>
                <a:gd name="connsiteY1876" fmla="*/ 1142078 h 6858000"/>
                <a:gd name="connsiteX1877" fmla="*/ 2303615 w 4379260"/>
                <a:gd name="connsiteY1877" fmla="*/ 1138813 h 6858000"/>
                <a:gd name="connsiteX1878" fmla="*/ 2305791 w 4379260"/>
                <a:gd name="connsiteY1878" fmla="*/ 1138813 h 6858000"/>
                <a:gd name="connsiteX1879" fmla="*/ 2307968 w 4379260"/>
                <a:gd name="connsiteY1879" fmla="*/ 1138269 h 6858000"/>
                <a:gd name="connsiteX1880" fmla="*/ 2305791 w 4379260"/>
                <a:gd name="connsiteY1880" fmla="*/ 1135548 h 6858000"/>
                <a:gd name="connsiteX1881" fmla="*/ 2306335 w 4379260"/>
                <a:gd name="connsiteY1881" fmla="*/ 1133915 h 6858000"/>
                <a:gd name="connsiteX1882" fmla="*/ 2312321 w 4379260"/>
                <a:gd name="connsiteY1882" fmla="*/ 1129562 h 6858000"/>
                <a:gd name="connsiteX1883" fmla="*/ 2315586 w 4379260"/>
                <a:gd name="connsiteY1883" fmla="*/ 1127386 h 6858000"/>
                <a:gd name="connsiteX1884" fmla="*/ 2317218 w 4379260"/>
                <a:gd name="connsiteY1884" fmla="*/ 1126297 h 6858000"/>
                <a:gd name="connsiteX1885" fmla="*/ 2318307 w 4379260"/>
                <a:gd name="connsiteY1885" fmla="*/ 1125753 h 6858000"/>
                <a:gd name="connsiteX1886" fmla="*/ 2321028 w 4379260"/>
                <a:gd name="connsiteY1886" fmla="*/ 1124121 h 6858000"/>
                <a:gd name="connsiteX1887" fmla="*/ 2323748 w 4379260"/>
                <a:gd name="connsiteY1887" fmla="*/ 1125209 h 6858000"/>
                <a:gd name="connsiteX1888" fmla="*/ 2324292 w 4379260"/>
                <a:gd name="connsiteY1888" fmla="*/ 1125209 h 6858000"/>
                <a:gd name="connsiteX1889" fmla="*/ 2324836 w 4379260"/>
                <a:gd name="connsiteY1889" fmla="*/ 1124665 h 6858000"/>
                <a:gd name="connsiteX1890" fmla="*/ 2329190 w 4379260"/>
                <a:gd name="connsiteY1890" fmla="*/ 1121944 h 6858000"/>
                <a:gd name="connsiteX1891" fmla="*/ 3067531 w 4379260"/>
                <a:gd name="connsiteY1891" fmla="*/ 1121400 h 6858000"/>
                <a:gd name="connsiteX1892" fmla="*/ 3068619 w 4379260"/>
                <a:gd name="connsiteY1892" fmla="*/ 1122488 h 6858000"/>
                <a:gd name="connsiteX1893" fmla="*/ 3068075 w 4379260"/>
                <a:gd name="connsiteY1893" fmla="*/ 1125209 h 6858000"/>
                <a:gd name="connsiteX1894" fmla="*/ 3067531 w 4379260"/>
                <a:gd name="connsiteY1894" fmla="*/ 1127930 h 6858000"/>
                <a:gd name="connsiteX1895" fmla="*/ 3067531 w 4379260"/>
                <a:gd name="connsiteY1895" fmla="*/ 1130650 h 6858000"/>
                <a:gd name="connsiteX1896" fmla="*/ 3066442 w 4379260"/>
                <a:gd name="connsiteY1896" fmla="*/ 1130650 h 6858000"/>
                <a:gd name="connsiteX1897" fmla="*/ 3065898 w 4379260"/>
                <a:gd name="connsiteY1897" fmla="*/ 1130106 h 6858000"/>
                <a:gd name="connsiteX1898" fmla="*/ 3065898 w 4379260"/>
                <a:gd name="connsiteY1898" fmla="*/ 1126841 h 6858000"/>
                <a:gd name="connsiteX1899" fmla="*/ 3066986 w 4379260"/>
                <a:gd name="connsiteY1899" fmla="*/ 1123577 h 6858000"/>
                <a:gd name="connsiteX1900" fmla="*/ 2689754 w 4379260"/>
                <a:gd name="connsiteY1900" fmla="*/ 1117047 h 6858000"/>
                <a:gd name="connsiteX1901" fmla="*/ 2690298 w 4379260"/>
                <a:gd name="connsiteY1901" fmla="*/ 1118679 h 6858000"/>
                <a:gd name="connsiteX1902" fmla="*/ 2690298 w 4379260"/>
                <a:gd name="connsiteY1902" fmla="*/ 1126841 h 6858000"/>
                <a:gd name="connsiteX1903" fmla="*/ 2689754 w 4379260"/>
                <a:gd name="connsiteY1903" fmla="*/ 1126841 h 6858000"/>
                <a:gd name="connsiteX1904" fmla="*/ 2689210 w 4379260"/>
                <a:gd name="connsiteY1904" fmla="*/ 1125209 h 6858000"/>
                <a:gd name="connsiteX1905" fmla="*/ 2689210 w 4379260"/>
                <a:gd name="connsiteY1905" fmla="*/ 1119767 h 6858000"/>
                <a:gd name="connsiteX1906" fmla="*/ 2689754 w 4379260"/>
                <a:gd name="connsiteY1906" fmla="*/ 1117047 h 6858000"/>
                <a:gd name="connsiteX1907" fmla="*/ 1880129 w 4379260"/>
                <a:gd name="connsiteY1907" fmla="*/ 1117047 h 6858000"/>
                <a:gd name="connsiteX1908" fmla="*/ 1880673 w 4379260"/>
                <a:gd name="connsiteY1908" fmla="*/ 1118679 h 6858000"/>
                <a:gd name="connsiteX1909" fmla="*/ 1880673 w 4379260"/>
                <a:gd name="connsiteY1909" fmla="*/ 1126841 h 6858000"/>
                <a:gd name="connsiteX1910" fmla="*/ 1880129 w 4379260"/>
                <a:gd name="connsiteY1910" fmla="*/ 1126841 h 6858000"/>
                <a:gd name="connsiteX1911" fmla="*/ 1879585 w 4379260"/>
                <a:gd name="connsiteY1911" fmla="*/ 1125209 h 6858000"/>
                <a:gd name="connsiteX1912" fmla="*/ 1879585 w 4379260"/>
                <a:gd name="connsiteY1912" fmla="*/ 1119767 h 6858000"/>
                <a:gd name="connsiteX1913" fmla="*/ 1880129 w 4379260"/>
                <a:gd name="connsiteY1913" fmla="*/ 1117047 h 6858000"/>
                <a:gd name="connsiteX1914" fmla="*/ 2639148 w 4379260"/>
                <a:gd name="connsiteY1914" fmla="*/ 1115414 h 6858000"/>
                <a:gd name="connsiteX1915" fmla="*/ 2640780 w 4379260"/>
                <a:gd name="connsiteY1915" fmla="*/ 1115414 h 6858000"/>
                <a:gd name="connsiteX1916" fmla="*/ 2638604 w 4379260"/>
                <a:gd name="connsiteY1916" fmla="*/ 1118135 h 6858000"/>
                <a:gd name="connsiteX1917" fmla="*/ 2637515 w 4379260"/>
                <a:gd name="connsiteY1917" fmla="*/ 1119223 h 6858000"/>
                <a:gd name="connsiteX1918" fmla="*/ 2635883 w 4379260"/>
                <a:gd name="connsiteY1918" fmla="*/ 1119223 h 6858000"/>
                <a:gd name="connsiteX1919" fmla="*/ 2637515 w 4379260"/>
                <a:gd name="connsiteY1919" fmla="*/ 1117047 h 6858000"/>
                <a:gd name="connsiteX1920" fmla="*/ 2639148 w 4379260"/>
                <a:gd name="connsiteY1920" fmla="*/ 1115414 h 6858000"/>
                <a:gd name="connsiteX1921" fmla="*/ 1829523 w 4379260"/>
                <a:gd name="connsiteY1921" fmla="*/ 1115414 h 6858000"/>
                <a:gd name="connsiteX1922" fmla="*/ 1831155 w 4379260"/>
                <a:gd name="connsiteY1922" fmla="*/ 1115414 h 6858000"/>
                <a:gd name="connsiteX1923" fmla="*/ 1828978 w 4379260"/>
                <a:gd name="connsiteY1923" fmla="*/ 1118135 h 6858000"/>
                <a:gd name="connsiteX1924" fmla="*/ 1827890 w 4379260"/>
                <a:gd name="connsiteY1924" fmla="*/ 1119223 h 6858000"/>
                <a:gd name="connsiteX1925" fmla="*/ 1826258 w 4379260"/>
                <a:gd name="connsiteY1925" fmla="*/ 1119223 h 6858000"/>
                <a:gd name="connsiteX1926" fmla="*/ 1827890 w 4379260"/>
                <a:gd name="connsiteY1926" fmla="*/ 1117047 h 6858000"/>
                <a:gd name="connsiteX1927" fmla="*/ 1829523 w 4379260"/>
                <a:gd name="connsiteY1927" fmla="*/ 1115414 h 6858000"/>
                <a:gd name="connsiteX1928" fmla="*/ 3071340 w 4379260"/>
                <a:gd name="connsiteY1928" fmla="*/ 1111061 h 6858000"/>
                <a:gd name="connsiteX1929" fmla="*/ 3071884 w 4379260"/>
                <a:gd name="connsiteY1929" fmla="*/ 1111061 h 6858000"/>
                <a:gd name="connsiteX1930" fmla="*/ 3071340 w 4379260"/>
                <a:gd name="connsiteY1930" fmla="*/ 1114326 h 6858000"/>
                <a:gd name="connsiteX1931" fmla="*/ 3070252 w 4379260"/>
                <a:gd name="connsiteY1931" fmla="*/ 1115958 h 6858000"/>
                <a:gd name="connsiteX1932" fmla="*/ 3068619 w 4379260"/>
                <a:gd name="connsiteY1932" fmla="*/ 1116503 h 6858000"/>
                <a:gd name="connsiteX1933" fmla="*/ 3069163 w 4379260"/>
                <a:gd name="connsiteY1933" fmla="*/ 1113238 h 6858000"/>
                <a:gd name="connsiteX1934" fmla="*/ 3070252 w 4379260"/>
                <a:gd name="connsiteY1934" fmla="*/ 1111605 h 6858000"/>
                <a:gd name="connsiteX1935" fmla="*/ 2286202 w 4379260"/>
                <a:gd name="connsiteY1935" fmla="*/ 1109429 h 6858000"/>
                <a:gd name="connsiteX1936" fmla="*/ 2278584 w 4379260"/>
                <a:gd name="connsiteY1936" fmla="*/ 1119223 h 6858000"/>
                <a:gd name="connsiteX1937" fmla="*/ 2275319 w 4379260"/>
                <a:gd name="connsiteY1937" fmla="*/ 1123032 h 6858000"/>
                <a:gd name="connsiteX1938" fmla="*/ 2272054 w 4379260"/>
                <a:gd name="connsiteY1938" fmla="*/ 1126841 h 6858000"/>
                <a:gd name="connsiteX1939" fmla="*/ 2266612 w 4379260"/>
                <a:gd name="connsiteY1939" fmla="*/ 1133371 h 6858000"/>
                <a:gd name="connsiteX1940" fmla="*/ 2264549 w 4379260"/>
                <a:gd name="connsiteY1940" fmla="*/ 1136801 h 6858000"/>
                <a:gd name="connsiteX1941" fmla="*/ 2263840 w 4379260"/>
                <a:gd name="connsiteY1941" fmla="*/ 1136092 h 6858000"/>
                <a:gd name="connsiteX1942" fmla="*/ 2263234 w 4379260"/>
                <a:gd name="connsiteY1942" fmla="*/ 1135816 h 6858000"/>
                <a:gd name="connsiteX1943" fmla="*/ 2268517 w 4379260"/>
                <a:gd name="connsiteY1943" fmla="*/ 1128474 h 6858000"/>
                <a:gd name="connsiteX1944" fmla="*/ 2286202 w 4379260"/>
                <a:gd name="connsiteY1944" fmla="*/ 1109429 h 6858000"/>
                <a:gd name="connsiteX1945" fmla="*/ 2876482 w 4379260"/>
                <a:gd name="connsiteY1945" fmla="*/ 1107252 h 6858000"/>
                <a:gd name="connsiteX1946" fmla="*/ 2878114 w 4379260"/>
                <a:gd name="connsiteY1946" fmla="*/ 1107796 h 6858000"/>
                <a:gd name="connsiteX1947" fmla="*/ 2877570 w 4379260"/>
                <a:gd name="connsiteY1947" fmla="*/ 1108884 h 6858000"/>
                <a:gd name="connsiteX1948" fmla="*/ 2877026 w 4379260"/>
                <a:gd name="connsiteY1948" fmla="*/ 1108884 h 6858000"/>
                <a:gd name="connsiteX1949" fmla="*/ 2875938 w 4379260"/>
                <a:gd name="connsiteY1949" fmla="*/ 1109429 h 6858000"/>
                <a:gd name="connsiteX1950" fmla="*/ 2873761 w 4379260"/>
                <a:gd name="connsiteY1950" fmla="*/ 1108884 h 6858000"/>
                <a:gd name="connsiteX1951" fmla="*/ 2874305 w 4379260"/>
                <a:gd name="connsiteY1951" fmla="*/ 1107796 h 6858000"/>
                <a:gd name="connsiteX1952" fmla="*/ 2066857 w 4379260"/>
                <a:gd name="connsiteY1952" fmla="*/ 1107252 h 6858000"/>
                <a:gd name="connsiteX1953" fmla="*/ 2068490 w 4379260"/>
                <a:gd name="connsiteY1953" fmla="*/ 1107796 h 6858000"/>
                <a:gd name="connsiteX1954" fmla="*/ 2067945 w 4379260"/>
                <a:gd name="connsiteY1954" fmla="*/ 1108884 h 6858000"/>
                <a:gd name="connsiteX1955" fmla="*/ 2067401 w 4379260"/>
                <a:gd name="connsiteY1955" fmla="*/ 1108884 h 6858000"/>
                <a:gd name="connsiteX1956" fmla="*/ 2066313 w 4379260"/>
                <a:gd name="connsiteY1956" fmla="*/ 1109429 h 6858000"/>
                <a:gd name="connsiteX1957" fmla="*/ 2064136 w 4379260"/>
                <a:gd name="connsiteY1957" fmla="*/ 1108884 h 6858000"/>
                <a:gd name="connsiteX1958" fmla="*/ 2064680 w 4379260"/>
                <a:gd name="connsiteY1958" fmla="*/ 1107796 h 6858000"/>
                <a:gd name="connsiteX1959" fmla="*/ 2689210 w 4379260"/>
                <a:gd name="connsiteY1959" fmla="*/ 1106164 h 6858000"/>
                <a:gd name="connsiteX1960" fmla="*/ 2689754 w 4379260"/>
                <a:gd name="connsiteY1960" fmla="*/ 1109429 h 6858000"/>
                <a:gd name="connsiteX1961" fmla="*/ 2689754 w 4379260"/>
                <a:gd name="connsiteY1961" fmla="*/ 1111605 h 6858000"/>
                <a:gd name="connsiteX1962" fmla="*/ 2688666 w 4379260"/>
                <a:gd name="connsiteY1962" fmla="*/ 1112693 h 6858000"/>
                <a:gd name="connsiteX1963" fmla="*/ 2688122 w 4379260"/>
                <a:gd name="connsiteY1963" fmla="*/ 1109429 h 6858000"/>
                <a:gd name="connsiteX1964" fmla="*/ 2688666 w 4379260"/>
                <a:gd name="connsiteY1964" fmla="*/ 1108340 h 6858000"/>
                <a:gd name="connsiteX1965" fmla="*/ 2688122 w 4379260"/>
                <a:gd name="connsiteY1965" fmla="*/ 1107252 h 6858000"/>
                <a:gd name="connsiteX1966" fmla="*/ 2689210 w 4379260"/>
                <a:gd name="connsiteY1966" fmla="*/ 1106164 h 6858000"/>
                <a:gd name="connsiteX1967" fmla="*/ 1879585 w 4379260"/>
                <a:gd name="connsiteY1967" fmla="*/ 1106164 h 6858000"/>
                <a:gd name="connsiteX1968" fmla="*/ 1880129 w 4379260"/>
                <a:gd name="connsiteY1968" fmla="*/ 1109429 h 6858000"/>
                <a:gd name="connsiteX1969" fmla="*/ 1880129 w 4379260"/>
                <a:gd name="connsiteY1969" fmla="*/ 1111605 h 6858000"/>
                <a:gd name="connsiteX1970" fmla="*/ 1879041 w 4379260"/>
                <a:gd name="connsiteY1970" fmla="*/ 1112693 h 6858000"/>
                <a:gd name="connsiteX1971" fmla="*/ 1878496 w 4379260"/>
                <a:gd name="connsiteY1971" fmla="*/ 1109429 h 6858000"/>
                <a:gd name="connsiteX1972" fmla="*/ 1879041 w 4379260"/>
                <a:gd name="connsiteY1972" fmla="*/ 1108340 h 6858000"/>
                <a:gd name="connsiteX1973" fmla="*/ 1878496 w 4379260"/>
                <a:gd name="connsiteY1973" fmla="*/ 1107252 h 6858000"/>
                <a:gd name="connsiteX1974" fmla="*/ 1879585 w 4379260"/>
                <a:gd name="connsiteY1974" fmla="*/ 1106164 h 6858000"/>
                <a:gd name="connsiteX1975" fmla="*/ 2648942 w 4379260"/>
                <a:gd name="connsiteY1975" fmla="*/ 1105075 h 6858000"/>
                <a:gd name="connsiteX1976" fmla="*/ 2650031 w 4379260"/>
                <a:gd name="connsiteY1976" fmla="*/ 1105619 h 6858000"/>
                <a:gd name="connsiteX1977" fmla="*/ 2647854 w 4379260"/>
                <a:gd name="connsiteY1977" fmla="*/ 1108340 h 6858000"/>
                <a:gd name="connsiteX1978" fmla="*/ 2644589 w 4379260"/>
                <a:gd name="connsiteY1978" fmla="*/ 1110517 h 6858000"/>
                <a:gd name="connsiteX1979" fmla="*/ 2642957 w 4379260"/>
                <a:gd name="connsiteY1979" fmla="*/ 1112149 h 6858000"/>
                <a:gd name="connsiteX1980" fmla="*/ 2642957 w 4379260"/>
                <a:gd name="connsiteY1980" fmla="*/ 1111605 h 6858000"/>
                <a:gd name="connsiteX1981" fmla="*/ 2645133 w 4379260"/>
                <a:gd name="connsiteY1981" fmla="*/ 1108884 h 6858000"/>
                <a:gd name="connsiteX1982" fmla="*/ 2647310 w 4379260"/>
                <a:gd name="connsiteY1982" fmla="*/ 1106708 h 6858000"/>
                <a:gd name="connsiteX1983" fmla="*/ 1839318 w 4379260"/>
                <a:gd name="connsiteY1983" fmla="*/ 1105075 h 6858000"/>
                <a:gd name="connsiteX1984" fmla="*/ 1840406 w 4379260"/>
                <a:gd name="connsiteY1984" fmla="*/ 1105619 h 6858000"/>
                <a:gd name="connsiteX1985" fmla="*/ 1838229 w 4379260"/>
                <a:gd name="connsiteY1985" fmla="*/ 1108340 h 6858000"/>
                <a:gd name="connsiteX1986" fmla="*/ 1834964 w 4379260"/>
                <a:gd name="connsiteY1986" fmla="*/ 1110517 h 6858000"/>
                <a:gd name="connsiteX1987" fmla="*/ 1833332 w 4379260"/>
                <a:gd name="connsiteY1987" fmla="*/ 1112149 h 6858000"/>
                <a:gd name="connsiteX1988" fmla="*/ 1833332 w 4379260"/>
                <a:gd name="connsiteY1988" fmla="*/ 1111605 h 6858000"/>
                <a:gd name="connsiteX1989" fmla="*/ 1835508 w 4379260"/>
                <a:gd name="connsiteY1989" fmla="*/ 1108884 h 6858000"/>
                <a:gd name="connsiteX1990" fmla="*/ 1837685 w 4379260"/>
                <a:gd name="connsiteY1990" fmla="*/ 1106708 h 6858000"/>
                <a:gd name="connsiteX1991" fmla="*/ 2885188 w 4379260"/>
                <a:gd name="connsiteY1991" fmla="*/ 1102899 h 6858000"/>
                <a:gd name="connsiteX1992" fmla="*/ 2880835 w 4379260"/>
                <a:gd name="connsiteY1992" fmla="*/ 1128474 h 6858000"/>
                <a:gd name="connsiteX1993" fmla="*/ 2877026 w 4379260"/>
                <a:gd name="connsiteY1993" fmla="*/ 1142622 h 6858000"/>
                <a:gd name="connsiteX1994" fmla="*/ 2874688 w 4379260"/>
                <a:gd name="connsiteY1994" fmla="*/ 1152754 h 6858000"/>
                <a:gd name="connsiteX1995" fmla="*/ 2873297 w 4379260"/>
                <a:gd name="connsiteY1995" fmla="*/ 1149044 h 6858000"/>
                <a:gd name="connsiteX1996" fmla="*/ 2876482 w 4379260"/>
                <a:gd name="connsiteY1996" fmla="*/ 1133915 h 6858000"/>
                <a:gd name="connsiteX1997" fmla="*/ 2880835 w 4379260"/>
                <a:gd name="connsiteY1997" fmla="*/ 1118135 h 6858000"/>
                <a:gd name="connsiteX1998" fmla="*/ 2075564 w 4379260"/>
                <a:gd name="connsiteY1998" fmla="*/ 1102899 h 6858000"/>
                <a:gd name="connsiteX1999" fmla="*/ 2071210 w 4379260"/>
                <a:gd name="connsiteY1999" fmla="*/ 1128474 h 6858000"/>
                <a:gd name="connsiteX2000" fmla="*/ 2067401 w 4379260"/>
                <a:gd name="connsiteY2000" fmla="*/ 1142622 h 6858000"/>
                <a:gd name="connsiteX2001" fmla="*/ 2065063 w 4379260"/>
                <a:gd name="connsiteY2001" fmla="*/ 1152753 h 6858000"/>
                <a:gd name="connsiteX2002" fmla="*/ 2063672 w 4379260"/>
                <a:gd name="connsiteY2002" fmla="*/ 1149044 h 6858000"/>
                <a:gd name="connsiteX2003" fmla="*/ 2066857 w 4379260"/>
                <a:gd name="connsiteY2003" fmla="*/ 1133915 h 6858000"/>
                <a:gd name="connsiteX2004" fmla="*/ 2071210 w 4379260"/>
                <a:gd name="connsiteY2004" fmla="*/ 1118135 h 6858000"/>
                <a:gd name="connsiteX2005" fmla="*/ 2681048 w 4379260"/>
                <a:gd name="connsiteY2005" fmla="*/ 1099634 h 6858000"/>
                <a:gd name="connsiteX2006" fmla="*/ 2684312 w 4379260"/>
                <a:gd name="connsiteY2006" fmla="*/ 1109973 h 6858000"/>
                <a:gd name="connsiteX2007" fmla="*/ 2684857 w 4379260"/>
                <a:gd name="connsiteY2007" fmla="*/ 1115414 h 6858000"/>
                <a:gd name="connsiteX2008" fmla="*/ 2684312 w 4379260"/>
                <a:gd name="connsiteY2008" fmla="*/ 1121944 h 6858000"/>
                <a:gd name="connsiteX2009" fmla="*/ 2682680 w 4379260"/>
                <a:gd name="connsiteY2009" fmla="*/ 1134460 h 6858000"/>
                <a:gd name="connsiteX2010" fmla="*/ 2681592 w 4379260"/>
                <a:gd name="connsiteY2010" fmla="*/ 1148063 h 6858000"/>
                <a:gd name="connsiteX2011" fmla="*/ 2681048 w 4379260"/>
                <a:gd name="connsiteY2011" fmla="*/ 1142078 h 6858000"/>
                <a:gd name="connsiteX2012" fmla="*/ 2681048 w 4379260"/>
                <a:gd name="connsiteY2012" fmla="*/ 1137724 h 6858000"/>
                <a:gd name="connsiteX2013" fmla="*/ 2681592 w 4379260"/>
                <a:gd name="connsiteY2013" fmla="*/ 1131739 h 6858000"/>
                <a:gd name="connsiteX2014" fmla="*/ 2682136 w 4379260"/>
                <a:gd name="connsiteY2014" fmla="*/ 1124665 h 6858000"/>
                <a:gd name="connsiteX2015" fmla="*/ 2682680 w 4379260"/>
                <a:gd name="connsiteY2015" fmla="*/ 1114870 h 6858000"/>
                <a:gd name="connsiteX2016" fmla="*/ 2682680 w 4379260"/>
                <a:gd name="connsiteY2016" fmla="*/ 1111061 h 6858000"/>
                <a:gd name="connsiteX2017" fmla="*/ 2681048 w 4379260"/>
                <a:gd name="connsiteY2017" fmla="*/ 1099634 h 6858000"/>
                <a:gd name="connsiteX2018" fmla="*/ 1871422 w 4379260"/>
                <a:gd name="connsiteY2018" fmla="*/ 1099634 h 6858000"/>
                <a:gd name="connsiteX2019" fmla="*/ 1874687 w 4379260"/>
                <a:gd name="connsiteY2019" fmla="*/ 1109973 h 6858000"/>
                <a:gd name="connsiteX2020" fmla="*/ 1875232 w 4379260"/>
                <a:gd name="connsiteY2020" fmla="*/ 1115414 h 6858000"/>
                <a:gd name="connsiteX2021" fmla="*/ 1874687 w 4379260"/>
                <a:gd name="connsiteY2021" fmla="*/ 1121944 h 6858000"/>
                <a:gd name="connsiteX2022" fmla="*/ 1873055 w 4379260"/>
                <a:gd name="connsiteY2022" fmla="*/ 1134460 h 6858000"/>
                <a:gd name="connsiteX2023" fmla="*/ 1871967 w 4379260"/>
                <a:gd name="connsiteY2023" fmla="*/ 1148063 h 6858000"/>
                <a:gd name="connsiteX2024" fmla="*/ 1871422 w 4379260"/>
                <a:gd name="connsiteY2024" fmla="*/ 1142078 h 6858000"/>
                <a:gd name="connsiteX2025" fmla="*/ 1871422 w 4379260"/>
                <a:gd name="connsiteY2025" fmla="*/ 1137724 h 6858000"/>
                <a:gd name="connsiteX2026" fmla="*/ 1871967 w 4379260"/>
                <a:gd name="connsiteY2026" fmla="*/ 1131739 h 6858000"/>
                <a:gd name="connsiteX2027" fmla="*/ 1872511 w 4379260"/>
                <a:gd name="connsiteY2027" fmla="*/ 1124665 h 6858000"/>
                <a:gd name="connsiteX2028" fmla="*/ 1873055 w 4379260"/>
                <a:gd name="connsiteY2028" fmla="*/ 1114870 h 6858000"/>
                <a:gd name="connsiteX2029" fmla="*/ 1873055 w 4379260"/>
                <a:gd name="connsiteY2029" fmla="*/ 1111061 h 6858000"/>
                <a:gd name="connsiteX2030" fmla="*/ 1871422 w 4379260"/>
                <a:gd name="connsiteY2030" fmla="*/ 1099634 h 6858000"/>
                <a:gd name="connsiteX2031" fmla="*/ 2676694 w 4379260"/>
                <a:gd name="connsiteY2031" fmla="*/ 1094736 h 6858000"/>
                <a:gd name="connsiteX2032" fmla="*/ 2679415 w 4379260"/>
                <a:gd name="connsiteY2032" fmla="*/ 1095825 h 6858000"/>
                <a:gd name="connsiteX2033" fmla="*/ 2680503 w 4379260"/>
                <a:gd name="connsiteY2033" fmla="*/ 1098001 h 6858000"/>
                <a:gd name="connsiteX2034" fmla="*/ 2678871 w 4379260"/>
                <a:gd name="connsiteY2034" fmla="*/ 1096913 h 6858000"/>
                <a:gd name="connsiteX2035" fmla="*/ 2678327 w 4379260"/>
                <a:gd name="connsiteY2035" fmla="*/ 1096369 h 6858000"/>
                <a:gd name="connsiteX2036" fmla="*/ 2677783 w 4379260"/>
                <a:gd name="connsiteY2036" fmla="*/ 1096369 h 6858000"/>
                <a:gd name="connsiteX2037" fmla="*/ 2676694 w 4379260"/>
                <a:gd name="connsiteY2037" fmla="*/ 1095281 h 6858000"/>
                <a:gd name="connsiteX2038" fmla="*/ 1867069 w 4379260"/>
                <a:gd name="connsiteY2038" fmla="*/ 1094736 h 6858000"/>
                <a:gd name="connsiteX2039" fmla="*/ 1869790 w 4379260"/>
                <a:gd name="connsiteY2039" fmla="*/ 1095825 h 6858000"/>
                <a:gd name="connsiteX2040" fmla="*/ 1870878 w 4379260"/>
                <a:gd name="connsiteY2040" fmla="*/ 1098001 h 6858000"/>
                <a:gd name="connsiteX2041" fmla="*/ 1869246 w 4379260"/>
                <a:gd name="connsiteY2041" fmla="*/ 1096913 h 6858000"/>
                <a:gd name="connsiteX2042" fmla="*/ 1868702 w 4379260"/>
                <a:gd name="connsiteY2042" fmla="*/ 1096369 h 6858000"/>
                <a:gd name="connsiteX2043" fmla="*/ 1868158 w 4379260"/>
                <a:gd name="connsiteY2043" fmla="*/ 1096369 h 6858000"/>
                <a:gd name="connsiteX2044" fmla="*/ 1867069 w 4379260"/>
                <a:gd name="connsiteY2044" fmla="*/ 1095281 h 6858000"/>
                <a:gd name="connsiteX2045" fmla="*/ 2671797 w 4379260"/>
                <a:gd name="connsiteY2045" fmla="*/ 1093104 h 6858000"/>
                <a:gd name="connsiteX2046" fmla="*/ 2676694 w 4379260"/>
                <a:gd name="connsiteY2046" fmla="*/ 1094736 h 6858000"/>
                <a:gd name="connsiteX2047" fmla="*/ 2675062 w 4379260"/>
                <a:gd name="connsiteY2047" fmla="*/ 1094736 h 6858000"/>
                <a:gd name="connsiteX2048" fmla="*/ 2670709 w 4379260"/>
                <a:gd name="connsiteY2048" fmla="*/ 1095281 h 6858000"/>
                <a:gd name="connsiteX2049" fmla="*/ 2665811 w 4379260"/>
                <a:gd name="connsiteY2049" fmla="*/ 1096369 h 6858000"/>
                <a:gd name="connsiteX2050" fmla="*/ 2655472 w 4379260"/>
                <a:gd name="connsiteY2050" fmla="*/ 1102355 h 6858000"/>
                <a:gd name="connsiteX2051" fmla="*/ 2665267 w 4379260"/>
                <a:gd name="connsiteY2051" fmla="*/ 1094736 h 6858000"/>
                <a:gd name="connsiteX2052" fmla="*/ 2671797 w 4379260"/>
                <a:gd name="connsiteY2052" fmla="*/ 1093104 h 6858000"/>
                <a:gd name="connsiteX2053" fmla="*/ 1862172 w 4379260"/>
                <a:gd name="connsiteY2053" fmla="*/ 1093104 h 6858000"/>
                <a:gd name="connsiteX2054" fmla="*/ 1867069 w 4379260"/>
                <a:gd name="connsiteY2054" fmla="*/ 1094736 h 6858000"/>
                <a:gd name="connsiteX2055" fmla="*/ 1865437 w 4379260"/>
                <a:gd name="connsiteY2055" fmla="*/ 1094736 h 6858000"/>
                <a:gd name="connsiteX2056" fmla="*/ 1861084 w 4379260"/>
                <a:gd name="connsiteY2056" fmla="*/ 1095281 h 6858000"/>
                <a:gd name="connsiteX2057" fmla="*/ 1856186 w 4379260"/>
                <a:gd name="connsiteY2057" fmla="*/ 1096369 h 6858000"/>
                <a:gd name="connsiteX2058" fmla="*/ 1845847 w 4379260"/>
                <a:gd name="connsiteY2058" fmla="*/ 1102355 h 6858000"/>
                <a:gd name="connsiteX2059" fmla="*/ 1855642 w 4379260"/>
                <a:gd name="connsiteY2059" fmla="*/ 1094736 h 6858000"/>
                <a:gd name="connsiteX2060" fmla="*/ 1862172 w 4379260"/>
                <a:gd name="connsiteY2060" fmla="*/ 1093104 h 6858000"/>
                <a:gd name="connsiteX2061" fmla="*/ 3083311 w 4379260"/>
                <a:gd name="connsiteY2061" fmla="*/ 1092016 h 6858000"/>
                <a:gd name="connsiteX2062" fmla="*/ 3083855 w 4379260"/>
                <a:gd name="connsiteY2062" fmla="*/ 1093104 h 6858000"/>
                <a:gd name="connsiteX2063" fmla="*/ 3082767 w 4379260"/>
                <a:gd name="connsiteY2063" fmla="*/ 1095825 h 6858000"/>
                <a:gd name="connsiteX2064" fmla="*/ 3080590 w 4379260"/>
                <a:gd name="connsiteY2064" fmla="*/ 1099090 h 6858000"/>
                <a:gd name="connsiteX2065" fmla="*/ 3078958 w 4379260"/>
                <a:gd name="connsiteY2065" fmla="*/ 1101810 h 6858000"/>
                <a:gd name="connsiteX2066" fmla="*/ 3076237 w 4379260"/>
                <a:gd name="connsiteY2066" fmla="*/ 1101810 h 6858000"/>
                <a:gd name="connsiteX2067" fmla="*/ 3080046 w 4379260"/>
                <a:gd name="connsiteY2067" fmla="*/ 1095825 h 6858000"/>
                <a:gd name="connsiteX2068" fmla="*/ 3081679 w 4379260"/>
                <a:gd name="connsiteY2068" fmla="*/ 1094192 h 6858000"/>
                <a:gd name="connsiteX2069" fmla="*/ 2674518 w 4379260"/>
                <a:gd name="connsiteY2069" fmla="*/ 1087118 h 6858000"/>
                <a:gd name="connsiteX2070" fmla="*/ 2675606 w 4379260"/>
                <a:gd name="connsiteY2070" fmla="*/ 1087118 h 6858000"/>
                <a:gd name="connsiteX2071" fmla="*/ 2678327 w 4379260"/>
                <a:gd name="connsiteY2071" fmla="*/ 1087662 h 6858000"/>
                <a:gd name="connsiteX2072" fmla="*/ 2682680 w 4379260"/>
                <a:gd name="connsiteY2072" fmla="*/ 1089839 h 6858000"/>
                <a:gd name="connsiteX2073" fmla="*/ 2684857 w 4379260"/>
                <a:gd name="connsiteY2073" fmla="*/ 1091471 h 6858000"/>
                <a:gd name="connsiteX2074" fmla="*/ 2686489 w 4379260"/>
                <a:gd name="connsiteY2074" fmla="*/ 1093104 h 6858000"/>
                <a:gd name="connsiteX2075" fmla="*/ 2685945 w 4379260"/>
                <a:gd name="connsiteY2075" fmla="*/ 1094192 h 6858000"/>
                <a:gd name="connsiteX2076" fmla="*/ 2685945 w 4379260"/>
                <a:gd name="connsiteY2076" fmla="*/ 1095825 h 6858000"/>
                <a:gd name="connsiteX2077" fmla="*/ 2673429 w 4379260"/>
                <a:gd name="connsiteY2077" fmla="*/ 1088207 h 6858000"/>
                <a:gd name="connsiteX2078" fmla="*/ 2674518 w 4379260"/>
                <a:gd name="connsiteY2078" fmla="*/ 1087118 h 6858000"/>
                <a:gd name="connsiteX2079" fmla="*/ 1864893 w 4379260"/>
                <a:gd name="connsiteY2079" fmla="*/ 1087118 h 6858000"/>
                <a:gd name="connsiteX2080" fmla="*/ 1865981 w 4379260"/>
                <a:gd name="connsiteY2080" fmla="*/ 1087118 h 6858000"/>
                <a:gd name="connsiteX2081" fmla="*/ 1868702 w 4379260"/>
                <a:gd name="connsiteY2081" fmla="*/ 1087662 h 6858000"/>
                <a:gd name="connsiteX2082" fmla="*/ 1873055 w 4379260"/>
                <a:gd name="connsiteY2082" fmla="*/ 1089839 h 6858000"/>
                <a:gd name="connsiteX2083" fmla="*/ 1875232 w 4379260"/>
                <a:gd name="connsiteY2083" fmla="*/ 1091471 h 6858000"/>
                <a:gd name="connsiteX2084" fmla="*/ 1876864 w 4379260"/>
                <a:gd name="connsiteY2084" fmla="*/ 1093104 h 6858000"/>
                <a:gd name="connsiteX2085" fmla="*/ 1876320 w 4379260"/>
                <a:gd name="connsiteY2085" fmla="*/ 1094192 h 6858000"/>
                <a:gd name="connsiteX2086" fmla="*/ 1876320 w 4379260"/>
                <a:gd name="connsiteY2086" fmla="*/ 1095825 h 6858000"/>
                <a:gd name="connsiteX2087" fmla="*/ 1863804 w 4379260"/>
                <a:gd name="connsiteY2087" fmla="*/ 1088207 h 6858000"/>
                <a:gd name="connsiteX2088" fmla="*/ 1864893 w 4379260"/>
                <a:gd name="connsiteY2088" fmla="*/ 1087118 h 6858000"/>
                <a:gd name="connsiteX2089" fmla="*/ 2890630 w 4379260"/>
                <a:gd name="connsiteY2089" fmla="*/ 1083309 h 6858000"/>
                <a:gd name="connsiteX2090" fmla="*/ 2892262 w 4379260"/>
                <a:gd name="connsiteY2090" fmla="*/ 1087118 h 6858000"/>
                <a:gd name="connsiteX2091" fmla="*/ 2888453 w 4379260"/>
                <a:gd name="connsiteY2091" fmla="*/ 1095825 h 6858000"/>
                <a:gd name="connsiteX2092" fmla="*/ 2887909 w 4379260"/>
                <a:gd name="connsiteY2092" fmla="*/ 1094192 h 6858000"/>
                <a:gd name="connsiteX2093" fmla="*/ 2888998 w 4379260"/>
                <a:gd name="connsiteY2093" fmla="*/ 1090927 h 6858000"/>
                <a:gd name="connsiteX2094" fmla="*/ 2890630 w 4379260"/>
                <a:gd name="connsiteY2094" fmla="*/ 1087662 h 6858000"/>
                <a:gd name="connsiteX2095" fmla="*/ 2891174 w 4379260"/>
                <a:gd name="connsiteY2095" fmla="*/ 1085486 h 6858000"/>
                <a:gd name="connsiteX2096" fmla="*/ 2890630 w 4379260"/>
                <a:gd name="connsiteY2096" fmla="*/ 1083309 h 6858000"/>
                <a:gd name="connsiteX2097" fmla="*/ 2081005 w 4379260"/>
                <a:gd name="connsiteY2097" fmla="*/ 1083309 h 6858000"/>
                <a:gd name="connsiteX2098" fmla="*/ 2082637 w 4379260"/>
                <a:gd name="connsiteY2098" fmla="*/ 1087118 h 6858000"/>
                <a:gd name="connsiteX2099" fmla="*/ 2078828 w 4379260"/>
                <a:gd name="connsiteY2099" fmla="*/ 1095825 h 6858000"/>
                <a:gd name="connsiteX2100" fmla="*/ 2078284 w 4379260"/>
                <a:gd name="connsiteY2100" fmla="*/ 1094192 h 6858000"/>
                <a:gd name="connsiteX2101" fmla="*/ 2079372 w 4379260"/>
                <a:gd name="connsiteY2101" fmla="*/ 1090927 h 6858000"/>
                <a:gd name="connsiteX2102" fmla="*/ 2081005 w 4379260"/>
                <a:gd name="connsiteY2102" fmla="*/ 1087662 h 6858000"/>
                <a:gd name="connsiteX2103" fmla="*/ 2081549 w 4379260"/>
                <a:gd name="connsiteY2103" fmla="*/ 1085486 h 6858000"/>
                <a:gd name="connsiteX2104" fmla="*/ 2081005 w 4379260"/>
                <a:gd name="connsiteY2104" fmla="*/ 1083309 h 6858000"/>
                <a:gd name="connsiteX2105" fmla="*/ 2892262 w 4379260"/>
                <a:gd name="connsiteY2105" fmla="*/ 1081133 h 6858000"/>
                <a:gd name="connsiteX2106" fmla="*/ 2893351 w 4379260"/>
                <a:gd name="connsiteY2106" fmla="*/ 1081133 h 6858000"/>
                <a:gd name="connsiteX2107" fmla="*/ 2894439 w 4379260"/>
                <a:gd name="connsiteY2107" fmla="*/ 1081677 h 6858000"/>
                <a:gd name="connsiteX2108" fmla="*/ 2892806 w 4379260"/>
                <a:gd name="connsiteY2108" fmla="*/ 1082221 h 6858000"/>
                <a:gd name="connsiteX2109" fmla="*/ 2890630 w 4379260"/>
                <a:gd name="connsiteY2109" fmla="*/ 1082221 h 6858000"/>
                <a:gd name="connsiteX2110" fmla="*/ 2892262 w 4379260"/>
                <a:gd name="connsiteY2110" fmla="*/ 1081133 h 6858000"/>
                <a:gd name="connsiteX2111" fmla="*/ 2082637 w 4379260"/>
                <a:gd name="connsiteY2111" fmla="*/ 1081133 h 6858000"/>
                <a:gd name="connsiteX2112" fmla="*/ 2083726 w 4379260"/>
                <a:gd name="connsiteY2112" fmla="*/ 1081133 h 6858000"/>
                <a:gd name="connsiteX2113" fmla="*/ 2084814 w 4379260"/>
                <a:gd name="connsiteY2113" fmla="*/ 1081677 h 6858000"/>
                <a:gd name="connsiteX2114" fmla="*/ 2083182 w 4379260"/>
                <a:gd name="connsiteY2114" fmla="*/ 1082221 h 6858000"/>
                <a:gd name="connsiteX2115" fmla="*/ 2081005 w 4379260"/>
                <a:gd name="connsiteY2115" fmla="*/ 1082221 h 6858000"/>
                <a:gd name="connsiteX2116" fmla="*/ 2082637 w 4379260"/>
                <a:gd name="connsiteY2116" fmla="*/ 1081133 h 6858000"/>
                <a:gd name="connsiteX2117" fmla="*/ 2896616 w 4379260"/>
                <a:gd name="connsiteY2117" fmla="*/ 1080588 h 6858000"/>
                <a:gd name="connsiteX2118" fmla="*/ 2898248 w 4379260"/>
                <a:gd name="connsiteY2118" fmla="*/ 1081133 h 6858000"/>
                <a:gd name="connsiteX2119" fmla="*/ 2898792 w 4379260"/>
                <a:gd name="connsiteY2119" fmla="*/ 1082221 h 6858000"/>
                <a:gd name="connsiteX2120" fmla="*/ 2898248 w 4379260"/>
                <a:gd name="connsiteY2120" fmla="*/ 1083309 h 6858000"/>
                <a:gd name="connsiteX2121" fmla="*/ 2897160 w 4379260"/>
                <a:gd name="connsiteY2121" fmla="*/ 1084398 h 6858000"/>
                <a:gd name="connsiteX2122" fmla="*/ 2896616 w 4379260"/>
                <a:gd name="connsiteY2122" fmla="*/ 1084398 h 6858000"/>
                <a:gd name="connsiteX2123" fmla="*/ 2894983 w 4379260"/>
                <a:gd name="connsiteY2123" fmla="*/ 1083853 h 6858000"/>
                <a:gd name="connsiteX2124" fmla="*/ 2895527 w 4379260"/>
                <a:gd name="connsiteY2124" fmla="*/ 1081677 h 6858000"/>
                <a:gd name="connsiteX2125" fmla="*/ 2896616 w 4379260"/>
                <a:gd name="connsiteY2125" fmla="*/ 1080588 h 6858000"/>
                <a:gd name="connsiteX2126" fmla="*/ 2086991 w 4379260"/>
                <a:gd name="connsiteY2126" fmla="*/ 1080588 h 6858000"/>
                <a:gd name="connsiteX2127" fmla="*/ 2088623 w 4379260"/>
                <a:gd name="connsiteY2127" fmla="*/ 1081133 h 6858000"/>
                <a:gd name="connsiteX2128" fmla="*/ 2089167 w 4379260"/>
                <a:gd name="connsiteY2128" fmla="*/ 1082221 h 6858000"/>
                <a:gd name="connsiteX2129" fmla="*/ 2088623 w 4379260"/>
                <a:gd name="connsiteY2129" fmla="*/ 1083309 h 6858000"/>
                <a:gd name="connsiteX2130" fmla="*/ 2087535 w 4379260"/>
                <a:gd name="connsiteY2130" fmla="*/ 1084398 h 6858000"/>
                <a:gd name="connsiteX2131" fmla="*/ 2086991 w 4379260"/>
                <a:gd name="connsiteY2131" fmla="*/ 1084398 h 6858000"/>
                <a:gd name="connsiteX2132" fmla="*/ 2085358 w 4379260"/>
                <a:gd name="connsiteY2132" fmla="*/ 1083853 h 6858000"/>
                <a:gd name="connsiteX2133" fmla="*/ 2085902 w 4379260"/>
                <a:gd name="connsiteY2133" fmla="*/ 1081677 h 6858000"/>
                <a:gd name="connsiteX2134" fmla="*/ 2086991 w 4379260"/>
                <a:gd name="connsiteY2134" fmla="*/ 1080588 h 6858000"/>
                <a:gd name="connsiteX2135" fmla="*/ 2879203 w 4379260"/>
                <a:gd name="connsiteY2135" fmla="*/ 1069705 h 6858000"/>
                <a:gd name="connsiteX2136" fmla="*/ 2882468 w 4379260"/>
                <a:gd name="connsiteY2136" fmla="*/ 1070250 h 6858000"/>
                <a:gd name="connsiteX2137" fmla="*/ 2882468 w 4379260"/>
                <a:gd name="connsiteY2137" fmla="*/ 1072426 h 6858000"/>
                <a:gd name="connsiteX2138" fmla="*/ 2878658 w 4379260"/>
                <a:gd name="connsiteY2138" fmla="*/ 1071882 h 6858000"/>
                <a:gd name="connsiteX2139" fmla="*/ 2879203 w 4379260"/>
                <a:gd name="connsiteY2139" fmla="*/ 1069705 h 6858000"/>
                <a:gd name="connsiteX2140" fmla="*/ 2069578 w 4379260"/>
                <a:gd name="connsiteY2140" fmla="*/ 1069705 h 6858000"/>
                <a:gd name="connsiteX2141" fmla="*/ 2072843 w 4379260"/>
                <a:gd name="connsiteY2141" fmla="*/ 1070250 h 6858000"/>
                <a:gd name="connsiteX2142" fmla="*/ 2072843 w 4379260"/>
                <a:gd name="connsiteY2142" fmla="*/ 1072426 h 6858000"/>
                <a:gd name="connsiteX2143" fmla="*/ 2069034 w 4379260"/>
                <a:gd name="connsiteY2143" fmla="*/ 1071882 h 6858000"/>
                <a:gd name="connsiteX2144" fmla="*/ 2069578 w 4379260"/>
                <a:gd name="connsiteY2144" fmla="*/ 1069705 h 6858000"/>
                <a:gd name="connsiteX2145" fmla="*/ 1025902 w 4379260"/>
                <a:gd name="connsiteY2145" fmla="*/ 1061543 h 6858000"/>
                <a:gd name="connsiteX2146" fmla="*/ 1026446 w 4379260"/>
                <a:gd name="connsiteY2146" fmla="*/ 1061543 h 6858000"/>
                <a:gd name="connsiteX2147" fmla="*/ 1026990 w 4379260"/>
                <a:gd name="connsiteY2147" fmla="*/ 1062631 h 6858000"/>
                <a:gd name="connsiteX2148" fmla="*/ 1026990 w 4379260"/>
                <a:gd name="connsiteY2148" fmla="*/ 1064264 h 6858000"/>
                <a:gd name="connsiteX2149" fmla="*/ 1026446 w 4379260"/>
                <a:gd name="connsiteY2149" fmla="*/ 1068073 h 6858000"/>
                <a:gd name="connsiteX2150" fmla="*/ 1025902 w 4379260"/>
                <a:gd name="connsiteY2150" fmla="*/ 1071338 h 6858000"/>
                <a:gd name="connsiteX2151" fmla="*/ 1024270 w 4379260"/>
                <a:gd name="connsiteY2151" fmla="*/ 1068073 h 6858000"/>
                <a:gd name="connsiteX2152" fmla="*/ 1025902 w 4379260"/>
                <a:gd name="connsiteY2152" fmla="*/ 1061543 h 6858000"/>
                <a:gd name="connsiteX2153" fmla="*/ 2877026 w 4379260"/>
                <a:gd name="connsiteY2153" fmla="*/ 1056102 h 6858000"/>
                <a:gd name="connsiteX2154" fmla="*/ 2878658 w 4379260"/>
                <a:gd name="connsiteY2154" fmla="*/ 1057190 h 6858000"/>
                <a:gd name="connsiteX2155" fmla="*/ 2878114 w 4379260"/>
                <a:gd name="connsiteY2155" fmla="*/ 1058822 h 6858000"/>
                <a:gd name="connsiteX2156" fmla="*/ 2877026 w 4379260"/>
                <a:gd name="connsiteY2156" fmla="*/ 1060455 h 6858000"/>
                <a:gd name="connsiteX2157" fmla="*/ 2875938 w 4379260"/>
                <a:gd name="connsiteY2157" fmla="*/ 1061543 h 6858000"/>
                <a:gd name="connsiteX2158" fmla="*/ 2874850 w 4379260"/>
                <a:gd name="connsiteY2158" fmla="*/ 1059911 h 6858000"/>
                <a:gd name="connsiteX2159" fmla="*/ 2875394 w 4379260"/>
                <a:gd name="connsiteY2159" fmla="*/ 1058822 h 6858000"/>
                <a:gd name="connsiteX2160" fmla="*/ 2876482 w 4379260"/>
                <a:gd name="connsiteY2160" fmla="*/ 1057734 h 6858000"/>
                <a:gd name="connsiteX2161" fmla="*/ 2877026 w 4379260"/>
                <a:gd name="connsiteY2161" fmla="*/ 1056646 h 6858000"/>
                <a:gd name="connsiteX2162" fmla="*/ 2067401 w 4379260"/>
                <a:gd name="connsiteY2162" fmla="*/ 1056102 h 6858000"/>
                <a:gd name="connsiteX2163" fmla="*/ 2069034 w 4379260"/>
                <a:gd name="connsiteY2163" fmla="*/ 1057190 h 6858000"/>
                <a:gd name="connsiteX2164" fmla="*/ 2068490 w 4379260"/>
                <a:gd name="connsiteY2164" fmla="*/ 1058822 h 6858000"/>
                <a:gd name="connsiteX2165" fmla="*/ 2067401 w 4379260"/>
                <a:gd name="connsiteY2165" fmla="*/ 1060455 h 6858000"/>
                <a:gd name="connsiteX2166" fmla="*/ 2066313 w 4379260"/>
                <a:gd name="connsiteY2166" fmla="*/ 1061543 h 6858000"/>
                <a:gd name="connsiteX2167" fmla="*/ 2065224 w 4379260"/>
                <a:gd name="connsiteY2167" fmla="*/ 1059911 h 6858000"/>
                <a:gd name="connsiteX2168" fmla="*/ 2065769 w 4379260"/>
                <a:gd name="connsiteY2168" fmla="*/ 1058822 h 6858000"/>
                <a:gd name="connsiteX2169" fmla="*/ 2066857 w 4379260"/>
                <a:gd name="connsiteY2169" fmla="*/ 1057734 h 6858000"/>
                <a:gd name="connsiteX2170" fmla="*/ 2067401 w 4379260"/>
                <a:gd name="connsiteY2170" fmla="*/ 1056646 h 6858000"/>
                <a:gd name="connsiteX2171" fmla="*/ 2900425 w 4379260"/>
                <a:gd name="connsiteY2171" fmla="*/ 1052837 h 6858000"/>
                <a:gd name="connsiteX2172" fmla="*/ 2900425 w 4379260"/>
                <a:gd name="connsiteY2172" fmla="*/ 1059911 h 6858000"/>
                <a:gd name="connsiteX2173" fmla="*/ 2898792 w 4379260"/>
                <a:gd name="connsiteY2173" fmla="*/ 1067529 h 6858000"/>
                <a:gd name="connsiteX2174" fmla="*/ 2891718 w 4379260"/>
                <a:gd name="connsiteY2174" fmla="*/ 1078412 h 6858000"/>
                <a:gd name="connsiteX2175" fmla="*/ 2893895 w 4379260"/>
                <a:gd name="connsiteY2175" fmla="*/ 1071882 h 6858000"/>
                <a:gd name="connsiteX2176" fmla="*/ 2896072 w 4379260"/>
                <a:gd name="connsiteY2176" fmla="*/ 1065352 h 6858000"/>
                <a:gd name="connsiteX2177" fmla="*/ 2900425 w 4379260"/>
                <a:gd name="connsiteY2177" fmla="*/ 1052837 h 6858000"/>
                <a:gd name="connsiteX2178" fmla="*/ 2090800 w 4379260"/>
                <a:gd name="connsiteY2178" fmla="*/ 1052837 h 6858000"/>
                <a:gd name="connsiteX2179" fmla="*/ 2090800 w 4379260"/>
                <a:gd name="connsiteY2179" fmla="*/ 1059911 h 6858000"/>
                <a:gd name="connsiteX2180" fmla="*/ 2089167 w 4379260"/>
                <a:gd name="connsiteY2180" fmla="*/ 1067529 h 6858000"/>
                <a:gd name="connsiteX2181" fmla="*/ 2082093 w 4379260"/>
                <a:gd name="connsiteY2181" fmla="*/ 1078412 h 6858000"/>
                <a:gd name="connsiteX2182" fmla="*/ 2084270 w 4379260"/>
                <a:gd name="connsiteY2182" fmla="*/ 1071882 h 6858000"/>
                <a:gd name="connsiteX2183" fmla="*/ 2086446 w 4379260"/>
                <a:gd name="connsiteY2183" fmla="*/ 1065352 h 6858000"/>
                <a:gd name="connsiteX2184" fmla="*/ 2090800 w 4379260"/>
                <a:gd name="connsiteY2184" fmla="*/ 1052837 h 6858000"/>
                <a:gd name="connsiteX2185" fmla="*/ 2885732 w 4379260"/>
                <a:gd name="connsiteY2185" fmla="*/ 1051204 h 6858000"/>
                <a:gd name="connsiteX2186" fmla="*/ 2887909 w 4379260"/>
                <a:gd name="connsiteY2186" fmla="*/ 1051748 h 6858000"/>
                <a:gd name="connsiteX2187" fmla="*/ 2887909 w 4379260"/>
                <a:gd name="connsiteY2187" fmla="*/ 1052292 h 6858000"/>
                <a:gd name="connsiteX2188" fmla="*/ 2885188 w 4379260"/>
                <a:gd name="connsiteY2188" fmla="*/ 1054469 h 6858000"/>
                <a:gd name="connsiteX2189" fmla="*/ 2883556 w 4379260"/>
                <a:gd name="connsiteY2189" fmla="*/ 1055557 h 6858000"/>
                <a:gd name="connsiteX2190" fmla="*/ 2885732 w 4379260"/>
                <a:gd name="connsiteY2190" fmla="*/ 1052837 h 6858000"/>
                <a:gd name="connsiteX2191" fmla="*/ 2076108 w 4379260"/>
                <a:gd name="connsiteY2191" fmla="*/ 1051204 h 6858000"/>
                <a:gd name="connsiteX2192" fmla="*/ 2078284 w 4379260"/>
                <a:gd name="connsiteY2192" fmla="*/ 1051748 h 6858000"/>
                <a:gd name="connsiteX2193" fmla="*/ 2078284 w 4379260"/>
                <a:gd name="connsiteY2193" fmla="*/ 1052292 h 6858000"/>
                <a:gd name="connsiteX2194" fmla="*/ 2075564 w 4379260"/>
                <a:gd name="connsiteY2194" fmla="*/ 1054469 h 6858000"/>
                <a:gd name="connsiteX2195" fmla="*/ 2073931 w 4379260"/>
                <a:gd name="connsiteY2195" fmla="*/ 1055557 h 6858000"/>
                <a:gd name="connsiteX2196" fmla="*/ 2076108 w 4379260"/>
                <a:gd name="connsiteY2196" fmla="*/ 1052837 h 6858000"/>
                <a:gd name="connsiteX2197" fmla="*/ 1066214 w 4379260"/>
                <a:gd name="connsiteY2197" fmla="*/ 1022451 h 6858000"/>
                <a:gd name="connsiteX2198" fmla="*/ 1061272 w 4379260"/>
                <a:gd name="connsiteY2198" fmla="*/ 1038689 h 6858000"/>
                <a:gd name="connsiteX2199" fmla="*/ 1053654 w 4379260"/>
                <a:gd name="connsiteY2199" fmla="*/ 1063720 h 6858000"/>
                <a:gd name="connsiteX2200" fmla="*/ 1046036 w 4379260"/>
                <a:gd name="connsiteY2200" fmla="*/ 1088751 h 6858000"/>
                <a:gd name="connsiteX2201" fmla="*/ 1038962 w 4379260"/>
                <a:gd name="connsiteY2201" fmla="*/ 1112693 h 6858000"/>
                <a:gd name="connsiteX2202" fmla="*/ 1024270 w 4379260"/>
                <a:gd name="connsiteY2202" fmla="*/ 1159491 h 6858000"/>
                <a:gd name="connsiteX2203" fmla="*/ 1022093 w 4379260"/>
                <a:gd name="connsiteY2203" fmla="*/ 1155682 h 6858000"/>
                <a:gd name="connsiteX2204" fmla="*/ 1025902 w 4379260"/>
                <a:gd name="connsiteY2204" fmla="*/ 1138813 h 6858000"/>
                <a:gd name="connsiteX2205" fmla="*/ 1031888 w 4379260"/>
                <a:gd name="connsiteY2205" fmla="*/ 1120856 h 6858000"/>
                <a:gd name="connsiteX2206" fmla="*/ 1036785 w 4379260"/>
                <a:gd name="connsiteY2206" fmla="*/ 1105619 h 6858000"/>
                <a:gd name="connsiteX2207" fmla="*/ 2906410 w 4379260"/>
                <a:gd name="connsiteY2207" fmla="*/ 1009304 h 6858000"/>
                <a:gd name="connsiteX2208" fmla="*/ 2908587 w 4379260"/>
                <a:gd name="connsiteY2208" fmla="*/ 1011481 h 6858000"/>
                <a:gd name="connsiteX2209" fmla="*/ 2908043 w 4379260"/>
                <a:gd name="connsiteY2209" fmla="*/ 1013113 h 6858000"/>
                <a:gd name="connsiteX2210" fmla="*/ 2907499 w 4379260"/>
                <a:gd name="connsiteY2210" fmla="*/ 1015834 h 6858000"/>
                <a:gd name="connsiteX2211" fmla="*/ 2907499 w 4379260"/>
                <a:gd name="connsiteY2211" fmla="*/ 1016923 h 6858000"/>
                <a:gd name="connsiteX2212" fmla="*/ 2908043 w 4379260"/>
                <a:gd name="connsiteY2212" fmla="*/ 1018011 h 6858000"/>
                <a:gd name="connsiteX2213" fmla="*/ 2906410 w 4379260"/>
                <a:gd name="connsiteY2213" fmla="*/ 1019099 h 6858000"/>
                <a:gd name="connsiteX2214" fmla="*/ 2905322 w 4379260"/>
                <a:gd name="connsiteY2214" fmla="*/ 1018555 h 6858000"/>
                <a:gd name="connsiteX2215" fmla="*/ 2903690 w 4379260"/>
                <a:gd name="connsiteY2215" fmla="*/ 1016923 h 6858000"/>
                <a:gd name="connsiteX2216" fmla="*/ 2901513 w 4379260"/>
                <a:gd name="connsiteY2216" fmla="*/ 1015834 h 6858000"/>
                <a:gd name="connsiteX2217" fmla="*/ 2903145 w 4379260"/>
                <a:gd name="connsiteY2217" fmla="*/ 1013658 h 6858000"/>
                <a:gd name="connsiteX2218" fmla="*/ 2904778 w 4379260"/>
                <a:gd name="connsiteY2218" fmla="*/ 1012569 h 6858000"/>
                <a:gd name="connsiteX2219" fmla="*/ 2906410 w 4379260"/>
                <a:gd name="connsiteY2219" fmla="*/ 1009304 h 6858000"/>
                <a:gd name="connsiteX2220" fmla="*/ 2096785 w 4379260"/>
                <a:gd name="connsiteY2220" fmla="*/ 1009304 h 6858000"/>
                <a:gd name="connsiteX2221" fmla="*/ 2098962 w 4379260"/>
                <a:gd name="connsiteY2221" fmla="*/ 1011481 h 6858000"/>
                <a:gd name="connsiteX2222" fmla="*/ 2098418 w 4379260"/>
                <a:gd name="connsiteY2222" fmla="*/ 1013113 h 6858000"/>
                <a:gd name="connsiteX2223" fmla="*/ 2097874 w 4379260"/>
                <a:gd name="connsiteY2223" fmla="*/ 1015834 h 6858000"/>
                <a:gd name="connsiteX2224" fmla="*/ 2097874 w 4379260"/>
                <a:gd name="connsiteY2224" fmla="*/ 1016923 h 6858000"/>
                <a:gd name="connsiteX2225" fmla="*/ 2098418 w 4379260"/>
                <a:gd name="connsiteY2225" fmla="*/ 1018011 h 6858000"/>
                <a:gd name="connsiteX2226" fmla="*/ 2096785 w 4379260"/>
                <a:gd name="connsiteY2226" fmla="*/ 1019099 h 6858000"/>
                <a:gd name="connsiteX2227" fmla="*/ 2095697 w 4379260"/>
                <a:gd name="connsiteY2227" fmla="*/ 1018555 h 6858000"/>
                <a:gd name="connsiteX2228" fmla="*/ 2094065 w 4379260"/>
                <a:gd name="connsiteY2228" fmla="*/ 1016923 h 6858000"/>
                <a:gd name="connsiteX2229" fmla="*/ 2091888 w 4379260"/>
                <a:gd name="connsiteY2229" fmla="*/ 1015834 h 6858000"/>
                <a:gd name="connsiteX2230" fmla="*/ 2093520 w 4379260"/>
                <a:gd name="connsiteY2230" fmla="*/ 1013658 h 6858000"/>
                <a:gd name="connsiteX2231" fmla="*/ 2095153 w 4379260"/>
                <a:gd name="connsiteY2231" fmla="*/ 1012569 h 6858000"/>
                <a:gd name="connsiteX2232" fmla="*/ 2096785 w 4379260"/>
                <a:gd name="connsiteY2232" fmla="*/ 1009304 h 6858000"/>
                <a:gd name="connsiteX2233" fmla="*/ 2915117 w 4379260"/>
                <a:gd name="connsiteY2233" fmla="*/ 1004951 h 6858000"/>
                <a:gd name="connsiteX2234" fmla="*/ 2916205 w 4379260"/>
                <a:gd name="connsiteY2234" fmla="*/ 1006584 h 6858000"/>
                <a:gd name="connsiteX2235" fmla="*/ 2915117 w 4379260"/>
                <a:gd name="connsiteY2235" fmla="*/ 1009304 h 6858000"/>
                <a:gd name="connsiteX2236" fmla="*/ 2914028 w 4379260"/>
                <a:gd name="connsiteY2236" fmla="*/ 1011481 h 6858000"/>
                <a:gd name="connsiteX2237" fmla="*/ 2913484 w 4379260"/>
                <a:gd name="connsiteY2237" fmla="*/ 1014202 h 6858000"/>
                <a:gd name="connsiteX2238" fmla="*/ 2912396 w 4379260"/>
                <a:gd name="connsiteY2238" fmla="*/ 1012569 h 6858000"/>
                <a:gd name="connsiteX2239" fmla="*/ 2912940 w 4379260"/>
                <a:gd name="connsiteY2239" fmla="*/ 1009849 h 6858000"/>
                <a:gd name="connsiteX2240" fmla="*/ 2914028 w 4379260"/>
                <a:gd name="connsiteY2240" fmla="*/ 1006584 h 6858000"/>
                <a:gd name="connsiteX2241" fmla="*/ 2915117 w 4379260"/>
                <a:gd name="connsiteY2241" fmla="*/ 1004951 h 6858000"/>
                <a:gd name="connsiteX2242" fmla="*/ 2105492 w 4379260"/>
                <a:gd name="connsiteY2242" fmla="*/ 1004951 h 6858000"/>
                <a:gd name="connsiteX2243" fmla="*/ 2106580 w 4379260"/>
                <a:gd name="connsiteY2243" fmla="*/ 1006584 h 6858000"/>
                <a:gd name="connsiteX2244" fmla="*/ 2105492 w 4379260"/>
                <a:gd name="connsiteY2244" fmla="*/ 1009304 h 6858000"/>
                <a:gd name="connsiteX2245" fmla="*/ 2104404 w 4379260"/>
                <a:gd name="connsiteY2245" fmla="*/ 1011481 h 6858000"/>
                <a:gd name="connsiteX2246" fmla="*/ 2103859 w 4379260"/>
                <a:gd name="connsiteY2246" fmla="*/ 1014202 h 6858000"/>
                <a:gd name="connsiteX2247" fmla="*/ 2102771 w 4379260"/>
                <a:gd name="connsiteY2247" fmla="*/ 1012569 h 6858000"/>
                <a:gd name="connsiteX2248" fmla="*/ 2103315 w 4379260"/>
                <a:gd name="connsiteY2248" fmla="*/ 1009849 h 6858000"/>
                <a:gd name="connsiteX2249" fmla="*/ 2104404 w 4379260"/>
                <a:gd name="connsiteY2249" fmla="*/ 1006584 h 6858000"/>
                <a:gd name="connsiteX2250" fmla="*/ 2105492 w 4379260"/>
                <a:gd name="connsiteY2250" fmla="*/ 1004951 h 6858000"/>
                <a:gd name="connsiteX2251" fmla="*/ 2902601 w 4379260"/>
                <a:gd name="connsiteY2251" fmla="*/ 997877 h 6858000"/>
                <a:gd name="connsiteX2252" fmla="*/ 2904234 w 4379260"/>
                <a:gd name="connsiteY2252" fmla="*/ 1001142 h 6858000"/>
                <a:gd name="connsiteX2253" fmla="*/ 2901513 w 4379260"/>
                <a:gd name="connsiteY2253" fmla="*/ 1004951 h 6858000"/>
                <a:gd name="connsiteX2254" fmla="*/ 2899880 w 4379260"/>
                <a:gd name="connsiteY2254" fmla="*/ 1009304 h 6858000"/>
                <a:gd name="connsiteX2255" fmla="*/ 2899336 w 4379260"/>
                <a:gd name="connsiteY2255" fmla="*/ 1007128 h 6858000"/>
                <a:gd name="connsiteX2256" fmla="*/ 2900425 w 4379260"/>
                <a:gd name="connsiteY2256" fmla="*/ 1002230 h 6858000"/>
                <a:gd name="connsiteX2257" fmla="*/ 2902601 w 4379260"/>
                <a:gd name="connsiteY2257" fmla="*/ 997877 h 6858000"/>
                <a:gd name="connsiteX2258" fmla="*/ 2092976 w 4379260"/>
                <a:gd name="connsiteY2258" fmla="*/ 997877 h 6858000"/>
                <a:gd name="connsiteX2259" fmla="*/ 2094609 w 4379260"/>
                <a:gd name="connsiteY2259" fmla="*/ 1001142 h 6858000"/>
                <a:gd name="connsiteX2260" fmla="*/ 2091888 w 4379260"/>
                <a:gd name="connsiteY2260" fmla="*/ 1004951 h 6858000"/>
                <a:gd name="connsiteX2261" fmla="*/ 2090256 w 4379260"/>
                <a:gd name="connsiteY2261" fmla="*/ 1009304 h 6858000"/>
                <a:gd name="connsiteX2262" fmla="*/ 2089711 w 4379260"/>
                <a:gd name="connsiteY2262" fmla="*/ 1007128 h 6858000"/>
                <a:gd name="connsiteX2263" fmla="*/ 2090800 w 4379260"/>
                <a:gd name="connsiteY2263" fmla="*/ 1002230 h 6858000"/>
                <a:gd name="connsiteX2264" fmla="*/ 2092976 w 4379260"/>
                <a:gd name="connsiteY2264" fmla="*/ 997877 h 6858000"/>
                <a:gd name="connsiteX2265" fmla="*/ 2896072 w 4379260"/>
                <a:gd name="connsiteY2265" fmla="*/ 995701 h 6858000"/>
                <a:gd name="connsiteX2266" fmla="*/ 2897160 w 4379260"/>
                <a:gd name="connsiteY2266" fmla="*/ 996789 h 6858000"/>
                <a:gd name="connsiteX2267" fmla="*/ 2896072 w 4379260"/>
                <a:gd name="connsiteY2267" fmla="*/ 997877 h 6858000"/>
                <a:gd name="connsiteX2268" fmla="*/ 2895527 w 4379260"/>
                <a:gd name="connsiteY2268" fmla="*/ 996789 h 6858000"/>
                <a:gd name="connsiteX2269" fmla="*/ 2894983 w 4379260"/>
                <a:gd name="connsiteY2269" fmla="*/ 996789 h 6858000"/>
                <a:gd name="connsiteX2270" fmla="*/ 2896072 w 4379260"/>
                <a:gd name="connsiteY2270" fmla="*/ 995701 h 6858000"/>
                <a:gd name="connsiteX2271" fmla="*/ 2086446 w 4379260"/>
                <a:gd name="connsiteY2271" fmla="*/ 995701 h 6858000"/>
                <a:gd name="connsiteX2272" fmla="*/ 2087535 w 4379260"/>
                <a:gd name="connsiteY2272" fmla="*/ 996789 h 6858000"/>
                <a:gd name="connsiteX2273" fmla="*/ 2086446 w 4379260"/>
                <a:gd name="connsiteY2273" fmla="*/ 997877 h 6858000"/>
                <a:gd name="connsiteX2274" fmla="*/ 2085902 w 4379260"/>
                <a:gd name="connsiteY2274" fmla="*/ 996789 h 6858000"/>
                <a:gd name="connsiteX2275" fmla="*/ 2085358 w 4379260"/>
                <a:gd name="connsiteY2275" fmla="*/ 996789 h 6858000"/>
                <a:gd name="connsiteX2276" fmla="*/ 2086446 w 4379260"/>
                <a:gd name="connsiteY2276" fmla="*/ 995701 h 6858000"/>
                <a:gd name="connsiteX2277" fmla="*/ 2923279 w 4379260"/>
                <a:gd name="connsiteY2277" fmla="*/ 992980 h 6858000"/>
                <a:gd name="connsiteX2278" fmla="*/ 2924367 w 4379260"/>
                <a:gd name="connsiteY2278" fmla="*/ 993524 h 6858000"/>
                <a:gd name="connsiteX2279" fmla="*/ 2925456 w 4379260"/>
                <a:gd name="connsiteY2279" fmla="*/ 994068 h 6858000"/>
                <a:gd name="connsiteX2280" fmla="*/ 2926544 w 4379260"/>
                <a:gd name="connsiteY2280" fmla="*/ 995157 h 6858000"/>
                <a:gd name="connsiteX2281" fmla="*/ 2925456 w 4379260"/>
                <a:gd name="connsiteY2281" fmla="*/ 996789 h 6858000"/>
                <a:gd name="connsiteX2282" fmla="*/ 2923823 w 4379260"/>
                <a:gd name="connsiteY2282" fmla="*/ 996789 h 6858000"/>
                <a:gd name="connsiteX2283" fmla="*/ 2922735 w 4379260"/>
                <a:gd name="connsiteY2283" fmla="*/ 995157 h 6858000"/>
                <a:gd name="connsiteX2284" fmla="*/ 2922735 w 4379260"/>
                <a:gd name="connsiteY2284" fmla="*/ 994612 h 6858000"/>
                <a:gd name="connsiteX2285" fmla="*/ 2923279 w 4379260"/>
                <a:gd name="connsiteY2285" fmla="*/ 992980 h 6858000"/>
                <a:gd name="connsiteX2286" fmla="*/ 2113654 w 4379260"/>
                <a:gd name="connsiteY2286" fmla="*/ 992980 h 6858000"/>
                <a:gd name="connsiteX2287" fmla="*/ 2114742 w 4379260"/>
                <a:gd name="connsiteY2287" fmla="*/ 993524 h 6858000"/>
                <a:gd name="connsiteX2288" fmla="*/ 2115831 w 4379260"/>
                <a:gd name="connsiteY2288" fmla="*/ 994068 h 6858000"/>
                <a:gd name="connsiteX2289" fmla="*/ 2116919 w 4379260"/>
                <a:gd name="connsiteY2289" fmla="*/ 995157 h 6858000"/>
                <a:gd name="connsiteX2290" fmla="*/ 2115831 w 4379260"/>
                <a:gd name="connsiteY2290" fmla="*/ 996789 h 6858000"/>
                <a:gd name="connsiteX2291" fmla="*/ 2114198 w 4379260"/>
                <a:gd name="connsiteY2291" fmla="*/ 996789 h 6858000"/>
                <a:gd name="connsiteX2292" fmla="*/ 2113110 w 4379260"/>
                <a:gd name="connsiteY2292" fmla="*/ 995157 h 6858000"/>
                <a:gd name="connsiteX2293" fmla="*/ 2113110 w 4379260"/>
                <a:gd name="connsiteY2293" fmla="*/ 994612 h 6858000"/>
                <a:gd name="connsiteX2294" fmla="*/ 2113654 w 4379260"/>
                <a:gd name="connsiteY2294" fmla="*/ 992980 h 6858000"/>
                <a:gd name="connsiteX2295" fmla="*/ 2899336 w 4379260"/>
                <a:gd name="connsiteY2295" fmla="*/ 979376 h 6858000"/>
                <a:gd name="connsiteX2296" fmla="*/ 2900969 w 4379260"/>
                <a:gd name="connsiteY2296" fmla="*/ 982097 h 6858000"/>
                <a:gd name="connsiteX2297" fmla="*/ 2900969 w 4379260"/>
                <a:gd name="connsiteY2297" fmla="*/ 983185 h 6858000"/>
                <a:gd name="connsiteX2298" fmla="*/ 2899880 w 4379260"/>
                <a:gd name="connsiteY2298" fmla="*/ 983185 h 6858000"/>
                <a:gd name="connsiteX2299" fmla="*/ 2899336 w 4379260"/>
                <a:gd name="connsiteY2299" fmla="*/ 982641 h 6858000"/>
                <a:gd name="connsiteX2300" fmla="*/ 2089711 w 4379260"/>
                <a:gd name="connsiteY2300" fmla="*/ 979376 h 6858000"/>
                <a:gd name="connsiteX2301" fmla="*/ 2091344 w 4379260"/>
                <a:gd name="connsiteY2301" fmla="*/ 982097 h 6858000"/>
                <a:gd name="connsiteX2302" fmla="*/ 2091344 w 4379260"/>
                <a:gd name="connsiteY2302" fmla="*/ 983185 h 6858000"/>
                <a:gd name="connsiteX2303" fmla="*/ 2090256 w 4379260"/>
                <a:gd name="connsiteY2303" fmla="*/ 983185 h 6858000"/>
                <a:gd name="connsiteX2304" fmla="*/ 2089711 w 4379260"/>
                <a:gd name="connsiteY2304" fmla="*/ 982641 h 6858000"/>
                <a:gd name="connsiteX2305" fmla="*/ 1086847 w 4379260"/>
                <a:gd name="connsiteY2305" fmla="*/ 964140 h 6858000"/>
                <a:gd name="connsiteX2306" fmla="*/ 1066214 w 4379260"/>
                <a:gd name="connsiteY2306" fmla="*/ 1022451 h 6858000"/>
                <a:gd name="connsiteX2307" fmla="*/ 1068890 w 4379260"/>
                <a:gd name="connsiteY2307" fmla="*/ 1013658 h 6858000"/>
                <a:gd name="connsiteX2308" fmla="*/ 1073243 w 4379260"/>
                <a:gd name="connsiteY2308" fmla="*/ 1001142 h 6858000"/>
                <a:gd name="connsiteX2309" fmla="*/ 1077596 w 4379260"/>
                <a:gd name="connsiteY2309" fmla="*/ 988627 h 6858000"/>
                <a:gd name="connsiteX2310" fmla="*/ 1081950 w 4379260"/>
                <a:gd name="connsiteY2310" fmla="*/ 976111 h 6858000"/>
                <a:gd name="connsiteX2311" fmla="*/ 2924912 w 4379260"/>
                <a:gd name="connsiteY2311" fmla="*/ 956522 h 6858000"/>
                <a:gd name="connsiteX2312" fmla="*/ 2925456 w 4379260"/>
                <a:gd name="connsiteY2312" fmla="*/ 956522 h 6858000"/>
                <a:gd name="connsiteX2313" fmla="*/ 2926544 w 4379260"/>
                <a:gd name="connsiteY2313" fmla="*/ 957610 h 6858000"/>
                <a:gd name="connsiteX2314" fmla="*/ 2926544 w 4379260"/>
                <a:gd name="connsiteY2314" fmla="*/ 960331 h 6858000"/>
                <a:gd name="connsiteX2315" fmla="*/ 2926000 w 4379260"/>
                <a:gd name="connsiteY2315" fmla="*/ 962507 h 6858000"/>
                <a:gd name="connsiteX2316" fmla="*/ 2923823 w 4379260"/>
                <a:gd name="connsiteY2316" fmla="*/ 959242 h 6858000"/>
                <a:gd name="connsiteX2317" fmla="*/ 2924912 w 4379260"/>
                <a:gd name="connsiteY2317" fmla="*/ 956522 h 6858000"/>
                <a:gd name="connsiteX2318" fmla="*/ 2115286 w 4379260"/>
                <a:gd name="connsiteY2318" fmla="*/ 956522 h 6858000"/>
                <a:gd name="connsiteX2319" fmla="*/ 2115831 w 4379260"/>
                <a:gd name="connsiteY2319" fmla="*/ 956522 h 6858000"/>
                <a:gd name="connsiteX2320" fmla="*/ 2116919 w 4379260"/>
                <a:gd name="connsiteY2320" fmla="*/ 957610 h 6858000"/>
                <a:gd name="connsiteX2321" fmla="*/ 2116919 w 4379260"/>
                <a:gd name="connsiteY2321" fmla="*/ 960331 h 6858000"/>
                <a:gd name="connsiteX2322" fmla="*/ 2116375 w 4379260"/>
                <a:gd name="connsiteY2322" fmla="*/ 962507 h 6858000"/>
                <a:gd name="connsiteX2323" fmla="*/ 2114198 w 4379260"/>
                <a:gd name="connsiteY2323" fmla="*/ 959242 h 6858000"/>
                <a:gd name="connsiteX2324" fmla="*/ 2115286 w 4379260"/>
                <a:gd name="connsiteY2324" fmla="*/ 956522 h 6858000"/>
                <a:gd name="connsiteX2325" fmla="*/ 2934706 w 4379260"/>
                <a:gd name="connsiteY2325" fmla="*/ 951080 h 6858000"/>
                <a:gd name="connsiteX2326" fmla="*/ 2935795 w 4379260"/>
                <a:gd name="connsiteY2326" fmla="*/ 951080 h 6858000"/>
                <a:gd name="connsiteX2327" fmla="*/ 2937427 w 4379260"/>
                <a:gd name="connsiteY2327" fmla="*/ 952168 h 6858000"/>
                <a:gd name="connsiteX2328" fmla="*/ 2937971 w 4379260"/>
                <a:gd name="connsiteY2328" fmla="*/ 953257 h 6858000"/>
                <a:gd name="connsiteX2329" fmla="*/ 2939060 w 4379260"/>
                <a:gd name="connsiteY2329" fmla="*/ 954345 h 6858000"/>
                <a:gd name="connsiteX2330" fmla="*/ 2937427 w 4379260"/>
                <a:gd name="connsiteY2330" fmla="*/ 955433 h 6858000"/>
                <a:gd name="connsiteX2331" fmla="*/ 2935795 w 4379260"/>
                <a:gd name="connsiteY2331" fmla="*/ 954345 h 6858000"/>
                <a:gd name="connsiteX2332" fmla="*/ 2934706 w 4379260"/>
                <a:gd name="connsiteY2332" fmla="*/ 952713 h 6858000"/>
                <a:gd name="connsiteX2333" fmla="*/ 2125081 w 4379260"/>
                <a:gd name="connsiteY2333" fmla="*/ 951080 h 6858000"/>
                <a:gd name="connsiteX2334" fmla="*/ 2126170 w 4379260"/>
                <a:gd name="connsiteY2334" fmla="*/ 951080 h 6858000"/>
                <a:gd name="connsiteX2335" fmla="*/ 2127802 w 4379260"/>
                <a:gd name="connsiteY2335" fmla="*/ 952168 h 6858000"/>
                <a:gd name="connsiteX2336" fmla="*/ 2128346 w 4379260"/>
                <a:gd name="connsiteY2336" fmla="*/ 953257 h 6858000"/>
                <a:gd name="connsiteX2337" fmla="*/ 2129434 w 4379260"/>
                <a:gd name="connsiteY2337" fmla="*/ 954345 h 6858000"/>
                <a:gd name="connsiteX2338" fmla="*/ 2127802 w 4379260"/>
                <a:gd name="connsiteY2338" fmla="*/ 955433 h 6858000"/>
                <a:gd name="connsiteX2339" fmla="*/ 2126170 w 4379260"/>
                <a:gd name="connsiteY2339" fmla="*/ 954345 h 6858000"/>
                <a:gd name="connsiteX2340" fmla="*/ 2125081 w 4379260"/>
                <a:gd name="connsiteY2340" fmla="*/ 952713 h 6858000"/>
                <a:gd name="connsiteX2341" fmla="*/ 2937427 w 4379260"/>
                <a:gd name="connsiteY2341" fmla="*/ 938565 h 6858000"/>
                <a:gd name="connsiteX2342" fmla="*/ 2940692 w 4379260"/>
                <a:gd name="connsiteY2342" fmla="*/ 939109 h 6858000"/>
                <a:gd name="connsiteX2343" fmla="*/ 2940148 w 4379260"/>
                <a:gd name="connsiteY2343" fmla="*/ 943462 h 6858000"/>
                <a:gd name="connsiteX2344" fmla="*/ 2937427 w 4379260"/>
                <a:gd name="connsiteY2344" fmla="*/ 941285 h 6858000"/>
                <a:gd name="connsiteX2345" fmla="*/ 2937427 w 4379260"/>
                <a:gd name="connsiteY2345" fmla="*/ 940197 h 6858000"/>
                <a:gd name="connsiteX2346" fmla="*/ 2936339 w 4379260"/>
                <a:gd name="connsiteY2346" fmla="*/ 939109 h 6858000"/>
                <a:gd name="connsiteX2347" fmla="*/ 2937427 w 4379260"/>
                <a:gd name="connsiteY2347" fmla="*/ 938565 h 6858000"/>
                <a:gd name="connsiteX2348" fmla="*/ 2127802 w 4379260"/>
                <a:gd name="connsiteY2348" fmla="*/ 938565 h 6858000"/>
                <a:gd name="connsiteX2349" fmla="*/ 2131067 w 4379260"/>
                <a:gd name="connsiteY2349" fmla="*/ 939109 h 6858000"/>
                <a:gd name="connsiteX2350" fmla="*/ 2130523 w 4379260"/>
                <a:gd name="connsiteY2350" fmla="*/ 943462 h 6858000"/>
                <a:gd name="connsiteX2351" fmla="*/ 2127802 w 4379260"/>
                <a:gd name="connsiteY2351" fmla="*/ 941285 h 6858000"/>
                <a:gd name="connsiteX2352" fmla="*/ 2127802 w 4379260"/>
                <a:gd name="connsiteY2352" fmla="*/ 940197 h 6858000"/>
                <a:gd name="connsiteX2353" fmla="*/ 2126714 w 4379260"/>
                <a:gd name="connsiteY2353" fmla="*/ 939109 h 6858000"/>
                <a:gd name="connsiteX2354" fmla="*/ 2127802 w 4379260"/>
                <a:gd name="connsiteY2354" fmla="*/ 938565 h 6858000"/>
                <a:gd name="connsiteX2355" fmla="*/ 2916205 w 4379260"/>
                <a:gd name="connsiteY2355" fmla="*/ 934211 h 6858000"/>
                <a:gd name="connsiteX2356" fmla="*/ 2916749 w 4379260"/>
                <a:gd name="connsiteY2356" fmla="*/ 938020 h 6858000"/>
                <a:gd name="connsiteX2357" fmla="*/ 2914573 w 4379260"/>
                <a:gd name="connsiteY2357" fmla="*/ 946727 h 6858000"/>
                <a:gd name="connsiteX2358" fmla="*/ 2907499 w 4379260"/>
                <a:gd name="connsiteY2358" fmla="*/ 956522 h 6858000"/>
                <a:gd name="connsiteX2359" fmla="*/ 2911852 w 4379260"/>
                <a:gd name="connsiteY2359" fmla="*/ 945639 h 6858000"/>
                <a:gd name="connsiteX2360" fmla="*/ 2914028 w 4379260"/>
                <a:gd name="connsiteY2360" fmla="*/ 940197 h 6858000"/>
                <a:gd name="connsiteX2361" fmla="*/ 2106580 w 4379260"/>
                <a:gd name="connsiteY2361" fmla="*/ 934211 h 6858000"/>
                <a:gd name="connsiteX2362" fmla="*/ 2107124 w 4379260"/>
                <a:gd name="connsiteY2362" fmla="*/ 938020 h 6858000"/>
                <a:gd name="connsiteX2363" fmla="*/ 2104948 w 4379260"/>
                <a:gd name="connsiteY2363" fmla="*/ 946727 h 6858000"/>
                <a:gd name="connsiteX2364" fmla="*/ 2097874 w 4379260"/>
                <a:gd name="connsiteY2364" fmla="*/ 956522 h 6858000"/>
                <a:gd name="connsiteX2365" fmla="*/ 2102227 w 4379260"/>
                <a:gd name="connsiteY2365" fmla="*/ 945639 h 6858000"/>
                <a:gd name="connsiteX2366" fmla="*/ 2104404 w 4379260"/>
                <a:gd name="connsiteY2366" fmla="*/ 940197 h 6858000"/>
                <a:gd name="connsiteX2367" fmla="*/ 2940148 w 4379260"/>
                <a:gd name="connsiteY2367" fmla="*/ 929314 h 6858000"/>
                <a:gd name="connsiteX2368" fmla="*/ 2942869 w 4379260"/>
                <a:gd name="connsiteY2368" fmla="*/ 931491 h 6858000"/>
                <a:gd name="connsiteX2369" fmla="*/ 2941780 w 4379260"/>
                <a:gd name="connsiteY2369" fmla="*/ 934211 h 6858000"/>
                <a:gd name="connsiteX2370" fmla="*/ 2940692 w 4379260"/>
                <a:gd name="connsiteY2370" fmla="*/ 932035 h 6858000"/>
                <a:gd name="connsiteX2371" fmla="*/ 2940692 w 4379260"/>
                <a:gd name="connsiteY2371" fmla="*/ 930402 h 6858000"/>
                <a:gd name="connsiteX2372" fmla="*/ 2130523 w 4379260"/>
                <a:gd name="connsiteY2372" fmla="*/ 929314 h 6858000"/>
                <a:gd name="connsiteX2373" fmla="*/ 2133244 w 4379260"/>
                <a:gd name="connsiteY2373" fmla="*/ 931491 h 6858000"/>
                <a:gd name="connsiteX2374" fmla="*/ 2132155 w 4379260"/>
                <a:gd name="connsiteY2374" fmla="*/ 934211 h 6858000"/>
                <a:gd name="connsiteX2375" fmla="*/ 2131067 w 4379260"/>
                <a:gd name="connsiteY2375" fmla="*/ 932035 h 6858000"/>
                <a:gd name="connsiteX2376" fmla="*/ 2131067 w 4379260"/>
                <a:gd name="connsiteY2376" fmla="*/ 930402 h 6858000"/>
                <a:gd name="connsiteX2377" fmla="*/ 2921647 w 4379260"/>
                <a:gd name="connsiteY2377" fmla="*/ 923872 h 6858000"/>
                <a:gd name="connsiteX2378" fmla="*/ 2922735 w 4379260"/>
                <a:gd name="connsiteY2378" fmla="*/ 926049 h 6858000"/>
                <a:gd name="connsiteX2379" fmla="*/ 2921102 w 4379260"/>
                <a:gd name="connsiteY2379" fmla="*/ 926049 h 6858000"/>
                <a:gd name="connsiteX2380" fmla="*/ 2920558 w 4379260"/>
                <a:gd name="connsiteY2380" fmla="*/ 925505 h 6858000"/>
                <a:gd name="connsiteX2381" fmla="*/ 2919470 w 4379260"/>
                <a:gd name="connsiteY2381" fmla="*/ 925505 h 6858000"/>
                <a:gd name="connsiteX2382" fmla="*/ 2921647 w 4379260"/>
                <a:gd name="connsiteY2382" fmla="*/ 923872 h 6858000"/>
                <a:gd name="connsiteX2383" fmla="*/ 2112022 w 4379260"/>
                <a:gd name="connsiteY2383" fmla="*/ 923872 h 6858000"/>
                <a:gd name="connsiteX2384" fmla="*/ 2113110 w 4379260"/>
                <a:gd name="connsiteY2384" fmla="*/ 926049 h 6858000"/>
                <a:gd name="connsiteX2385" fmla="*/ 2111478 w 4379260"/>
                <a:gd name="connsiteY2385" fmla="*/ 926049 h 6858000"/>
                <a:gd name="connsiteX2386" fmla="*/ 2110934 w 4379260"/>
                <a:gd name="connsiteY2386" fmla="*/ 925505 h 6858000"/>
                <a:gd name="connsiteX2387" fmla="*/ 2109845 w 4379260"/>
                <a:gd name="connsiteY2387" fmla="*/ 925505 h 6858000"/>
                <a:gd name="connsiteX2388" fmla="*/ 2112022 w 4379260"/>
                <a:gd name="connsiteY2388" fmla="*/ 923872 h 6858000"/>
                <a:gd name="connsiteX2389" fmla="*/ 2912396 w 4379260"/>
                <a:gd name="connsiteY2389" fmla="*/ 922240 h 6858000"/>
                <a:gd name="connsiteX2390" fmla="*/ 2916205 w 4379260"/>
                <a:gd name="connsiteY2390" fmla="*/ 924417 h 6858000"/>
                <a:gd name="connsiteX2391" fmla="*/ 2908587 w 4379260"/>
                <a:gd name="connsiteY2391" fmla="*/ 945639 h 6858000"/>
                <a:gd name="connsiteX2392" fmla="*/ 2900969 w 4379260"/>
                <a:gd name="connsiteY2392" fmla="*/ 966316 h 6858000"/>
                <a:gd name="connsiteX2393" fmla="*/ 2902057 w 4379260"/>
                <a:gd name="connsiteY2393" fmla="*/ 967949 h 6858000"/>
                <a:gd name="connsiteX2394" fmla="*/ 2903690 w 4379260"/>
                <a:gd name="connsiteY2394" fmla="*/ 967949 h 6858000"/>
                <a:gd name="connsiteX2395" fmla="*/ 2905322 w 4379260"/>
                <a:gd name="connsiteY2395" fmla="*/ 967405 h 6858000"/>
                <a:gd name="connsiteX2396" fmla="*/ 2906954 w 4379260"/>
                <a:gd name="connsiteY2396" fmla="*/ 967405 h 6858000"/>
                <a:gd name="connsiteX2397" fmla="*/ 2908043 w 4379260"/>
                <a:gd name="connsiteY2397" fmla="*/ 968493 h 6858000"/>
                <a:gd name="connsiteX2398" fmla="*/ 2908043 w 4379260"/>
                <a:gd name="connsiteY2398" fmla="*/ 970125 h 6858000"/>
                <a:gd name="connsiteX2399" fmla="*/ 2906954 w 4379260"/>
                <a:gd name="connsiteY2399" fmla="*/ 970670 h 6858000"/>
                <a:gd name="connsiteX2400" fmla="*/ 2904778 w 4379260"/>
                <a:gd name="connsiteY2400" fmla="*/ 970125 h 6858000"/>
                <a:gd name="connsiteX2401" fmla="*/ 2902601 w 4379260"/>
                <a:gd name="connsiteY2401" fmla="*/ 969037 h 6858000"/>
                <a:gd name="connsiteX2402" fmla="*/ 2899880 w 4379260"/>
                <a:gd name="connsiteY2402" fmla="*/ 970125 h 6858000"/>
                <a:gd name="connsiteX2403" fmla="*/ 2894983 w 4379260"/>
                <a:gd name="connsiteY2403" fmla="*/ 985362 h 6858000"/>
                <a:gd name="connsiteX2404" fmla="*/ 2892262 w 4379260"/>
                <a:gd name="connsiteY2404" fmla="*/ 992980 h 6858000"/>
                <a:gd name="connsiteX2405" fmla="*/ 2889542 w 4379260"/>
                <a:gd name="connsiteY2405" fmla="*/ 1000598 h 6858000"/>
                <a:gd name="connsiteX2406" fmla="*/ 2892262 w 4379260"/>
                <a:gd name="connsiteY2406" fmla="*/ 1001142 h 6858000"/>
                <a:gd name="connsiteX2407" fmla="*/ 2893895 w 4379260"/>
                <a:gd name="connsiteY2407" fmla="*/ 1000598 h 6858000"/>
                <a:gd name="connsiteX2408" fmla="*/ 2894439 w 4379260"/>
                <a:gd name="connsiteY2408" fmla="*/ 1000598 h 6858000"/>
                <a:gd name="connsiteX2409" fmla="*/ 2896616 w 4379260"/>
                <a:gd name="connsiteY2409" fmla="*/ 1001686 h 6858000"/>
                <a:gd name="connsiteX2410" fmla="*/ 2894983 w 4379260"/>
                <a:gd name="connsiteY2410" fmla="*/ 1003319 h 6858000"/>
                <a:gd name="connsiteX2411" fmla="*/ 2893895 w 4379260"/>
                <a:gd name="connsiteY2411" fmla="*/ 1006584 h 6858000"/>
                <a:gd name="connsiteX2412" fmla="*/ 2890086 w 4379260"/>
                <a:gd name="connsiteY2412" fmla="*/ 1010393 h 6858000"/>
                <a:gd name="connsiteX2413" fmla="*/ 2891174 w 4379260"/>
                <a:gd name="connsiteY2413" fmla="*/ 1007128 h 6858000"/>
                <a:gd name="connsiteX2414" fmla="*/ 2892806 w 4379260"/>
                <a:gd name="connsiteY2414" fmla="*/ 1004407 h 6858000"/>
                <a:gd name="connsiteX2415" fmla="*/ 2892806 w 4379260"/>
                <a:gd name="connsiteY2415" fmla="*/ 1003863 h 6858000"/>
                <a:gd name="connsiteX2416" fmla="*/ 2889542 w 4379260"/>
                <a:gd name="connsiteY2416" fmla="*/ 1001686 h 6858000"/>
                <a:gd name="connsiteX2417" fmla="*/ 2879203 w 4379260"/>
                <a:gd name="connsiteY2417" fmla="*/ 1034335 h 6858000"/>
                <a:gd name="connsiteX2418" fmla="*/ 2868320 w 4379260"/>
                <a:gd name="connsiteY2418" fmla="*/ 1072426 h 6858000"/>
                <a:gd name="connsiteX2419" fmla="*/ 2870496 w 4379260"/>
                <a:gd name="connsiteY2419" fmla="*/ 1072970 h 6858000"/>
                <a:gd name="connsiteX2420" fmla="*/ 2871040 w 4379260"/>
                <a:gd name="connsiteY2420" fmla="*/ 1072970 h 6858000"/>
                <a:gd name="connsiteX2421" fmla="*/ 2872129 w 4379260"/>
                <a:gd name="connsiteY2421" fmla="*/ 1072426 h 6858000"/>
                <a:gd name="connsiteX2422" fmla="*/ 2872673 w 4379260"/>
                <a:gd name="connsiteY2422" fmla="*/ 1071882 h 6858000"/>
                <a:gd name="connsiteX2423" fmla="*/ 2873761 w 4379260"/>
                <a:gd name="connsiteY2423" fmla="*/ 1071338 h 6858000"/>
                <a:gd name="connsiteX2424" fmla="*/ 2875394 w 4379260"/>
                <a:gd name="connsiteY2424" fmla="*/ 1073514 h 6858000"/>
                <a:gd name="connsiteX2425" fmla="*/ 2871585 w 4379260"/>
                <a:gd name="connsiteY2425" fmla="*/ 1075691 h 6858000"/>
                <a:gd name="connsiteX2426" fmla="*/ 2871040 w 4379260"/>
                <a:gd name="connsiteY2426" fmla="*/ 1075691 h 6858000"/>
                <a:gd name="connsiteX2427" fmla="*/ 2868864 w 4379260"/>
                <a:gd name="connsiteY2427" fmla="*/ 1075147 h 6858000"/>
                <a:gd name="connsiteX2428" fmla="*/ 2866687 w 4379260"/>
                <a:gd name="connsiteY2428" fmla="*/ 1075691 h 6858000"/>
                <a:gd name="connsiteX2429" fmla="*/ 2861246 w 4379260"/>
                <a:gd name="connsiteY2429" fmla="*/ 1099634 h 6858000"/>
                <a:gd name="connsiteX2430" fmla="*/ 2857981 w 4379260"/>
                <a:gd name="connsiteY2430" fmla="*/ 1111605 h 6858000"/>
                <a:gd name="connsiteX2431" fmla="*/ 2854172 w 4379260"/>
                <a:gd name="connsiteY2431" fmla="*/ 1123032 h 6858000"/>
                <a:gd name="connsiteX2432" fmla="*/ 2849868 w 4379260"/>
                <a:gd name="connsiteY2432" fmla="*/ 1140849 h 6858000"/>
                <a:gd name="connsiteX2433" fmla="*/ 2845450 w 4379260"/>
                <a:gd name="connsiteY2433" fmla="*/ 1145513 h 6858000"/>
                <a:gd name="connsiteX2434" fmla="*/ 2835354 w 4379260"/>
                <a:gd name="connsiteY2434" fmla="*/ 1156862 h 6858000"/>
                <a:gd name="connsiteX2435" fmla="*/ 2835670 w 4379260"/>
                <a:gd name="connsiteY2435" fmla="*/ 1154593 h 6858000"/>
                <a:gd name="connsiteX2436" fmla="*/ 2838935 w 4379260"/>
                <a:gd name="connsiteY2436" fmla="*/ 1143166 h 6858000"/>
                <a:gd name="connsiteX2437" fmla="*/ 2842200 w 4379260"/>
                <a:gd name="connsiteY2437" fmla="*/ 1131195 h 6858000"/>
                <a:gd name="connsiteX2438" fmla="*/ 2850907 w 4379260"/>
                <a:gd name="connsiteY2438" fmla="*/ 1087662 h 6858000"/>
                <a:gd name="connsiteX2439" fmla="*/ 2869952 w 4379260"/>
                <a:gd name="connsiteY2439" fmla="*/ 1030526 h 6858000"/>
                <a:gd name="connsiteX2440" fmla="*/ 2879747 w 4379260"/>
                <a:gd name="connsiteY2440" fmla="*/ 997333 h 6858000"/>
                <a:gd name="connsiteX2441" fmla="*/ 2892262 w 4379260"/>
                <a:gd name="connsiteY2441" fmla="*/ 963596 h 6858000"/>
                <a:gd name="connsiteX2442" fmla="*/ 2898792 w 4379260"/>
                <a:gd name="connsiteY2442" fmla="*/ 942918 h 6858000"/>
                <a:gd name="connsiteX2443" fmla="*/ 2902057 w 4379260"/>
                <a:gd name="connsiteY2443" fmla="*/ 932579 h 6858000"/>
                <a:gd name="connsiteX2444" fmla="*/ 2904778 w 4379260"/>
                <a:gd name="connsiteY2444" fmla="*/ 922784 h 6858000"/>
                <a:gd name="connsiteX2445" fmla="*/ 2906954 w 4379260"/>
                <a:gd name="connsiteY2445" fmla="*/ 923328 h 6858000"/>
                <a:gd name="connsiteX2446" fmla="*/ 2908043 w 4379260"/>
                <a:gd name="connsiteY2446" fmla="*/ 923328 h 6858000"/>
                <a:gd name="connsiteX2447" fmla="*/ 2910764 w 4379260"/>
                <a:gd name="connsiteY2447" fmla="*/ 922784 h 6858000"/>
                <a:gd name="connsiteX2448" fmla="*/ 2912396 w 4379260"/>
                <a:gd name="connsiteY2448" fmla="*/ 922240 h 6858000"/>
                <a:gd name="connsiteX2449" fmla="*/ 2102771 w 4379260"/>
                <a:gd name="connsiteY2449" fmla="*/ 922240 h 6858000"/>
                <a:gd name="connsiteX2450" fmla="*/ 2106580 w 4379260"/>
                <a:gd name="connsiteY2450" fmla="*/ 924417 h 6858000"/>
                <a:gd name="connsiteX2451" fmla="*/ 2098962 w 4379260"/>
                <a:gd name="connsiteY2451" fmla="*/ 945639 h 6858000"/>
                <a:gd name="connsiteX2452" fmla="*/ 2091344 w 4379260"/>
                <a:gd name="connsiteY2452" fmla="*/ 966316 h 6858000"/>
                <a:gd name="connsiteX2453" fmla="*/ 2092432 w 4379260"/>
                <a:gd name="connsiteY2453" fmla="*/ 967949 h 6858000"/>
                <a:gd name="connsiteX2454" fmla="*/ 2094065 w 4379260"/>
                <a:gd name="connsiteY2454" fmla="*/ 967949 h 6858000"/>
                <a:gd name="connsiteX2455" fmla="*/ 2095697 w 4379260"/>
                <a:gd name="connsiteY2455" fmla="*/ 967405 h 6858000"/>
                <a:gd name="connsiteX2456" fmla="*/ 2097330 w 4379260"/>
                <a:gd name="connsiteY2456" fmla="*/ 967405 h 6858000"/>
                <a:gd name="connsiteX2457" fmla="*/ 2098418 w 4379260"/>
                <a:gd name="connsiteY2457" fmla="*/ 968493 h 6858000"/>
                <a:gd name="connsiteX2458" fmla="*/ 2098418 w 4379260"/>
                <a:gd name="connsiteY2458" fmla="*/ 970125 h 6858000"/>
                <a:gd name="connsiteX2459" fmla="*/ 2097330 w 4379260"/>
                <a:gd name="connsiteY2459" fmla="*/ 970670 h 6858000"/>
                <a:gd name="connsiteX2460" fmla="*/ 2095153 w 4379260"/>
                <a:gd name="connsiteY2460" fmla="*/ 970125 h 6858000"/>
                <a:gd name="connsiteX2461" fmla="*/ 2092976 w 4379260"/>
                <a:gd name="connsiteY2461" fmla="*/ 969037 h 6858000"/>
                <a:gd name="connsiteX2462" fmla="*/ 2090256 w 4379260"/>
                <a:gd name="connsiteY2462" fmla="*/ 970125 h 6858000"/>
                <a:gd name="connsiteX2463" fmla="*/ 2085358 w 4379260"/>
                <a:gd name="connsiteY2463" fmla="*/ 985362 h 6858000"/>
                <a:gd name="connsiteX2464" fmla="*/ 2082637 w 4379260"/>
                <a:gd name="connsiteY2464" fmla="*/ 992980 h 6858000"/>
                <a:gd name="connsiteX2465" fmla="*/ 2079917 w 4379260"/>
                <a:gd name="connsiteY2465" fmla="*/ 1000598 h 6858000"/>
                <a:gd name="connsiteX2466" fmla="*/ 2082637 w 4379260"/>
                <a:gd name="connsiteY2466" fmla="*/ 1001142 h 6858000"/>
                <a:gd name="connsiteX2467" fmla="*/ 2084270 w 4379260"/>
                <a:gd name="connsiteY2467" fmla="*/ 1000598 h 6858000"/>
                <a:gd name="connsiteX2468" fmla="*/ 2084814 w 4379260"/>
                <a:gd name="connsiteY2468" fmla="*/ 1000598 h 6858000"/>
                <a:gd name="connsiteX2469" fmla="*/ 2086991 w 4379260"/>
                <a:gd name="connsiteY2469" fmla="*/ 1001686 h 6858000"/>
                <a:gd name="connsiteX2470" fmla="*/ 2085358 w 4379260"/>
                <a:gd name="connsiteY2470" fmla="*/ 1003319 h 6858000"/>
                <a:gd name="connsiteX2471" fmla="*/ 2084270 w 4379260"/>
                <a:gd name="connsiteY2471" fmla="*/ 1006584 h 6858000"/>
                <a:gd name="connsiteX2472" fmla="*/ 2080461 w 4379260"/>
                <a:gd name="connsiteY2472" fmla="*/ 1010393 h 6858000"/>
                <a:gd name="connsiteX2473" fmla="*/ 2081549 w 4379260"/>
                <a:gd name="connsiteY2473" fmla="*/ 1007128 h 6858000"/>
                <a:gd name="connsiteX2474" fmla="*/ 2083182 w 4379260"/>
                <a:gd name="connsiteY2474" fmla="*/ 1004407 h 6858000"/>
                <a:gd name="connsiteX2475" fmla="*/ 2083182 w 4379260"/>
                <a:gd name="connsiteY2475" fmla="*/ 1003863 h 6858000"/>
                <a:gd name="connsiteX2476" fmla="*/ 2079917 w 4379260"/>
                <a:gd name="connsiteY2476" fmla="*/ 1001686 h 6858000"/>
                <a:gd name="connsiteX2477" fmla="*/ 2069578 w 4379260"/>
                <a:gd name="connsiteY2477" fmla="*/ 1034335 h 6858000"/>
                <a:gd name="connsiteX2478" fmla="*/ 2058695 w 4379260"/>
                <a:gd name="connsiteY2478" fmla="*/ 1072426 h 6858000"/>
                <a:gd name="connsiteX2479" fmla="*/ 2060871 w 4379260"/>
                <a:gd name="connsiteY2479" fmla="*/ 1072970 h 6858000"/>
                <a:gd name="connsiteX2480" fmla="*/ 2061415 w 4379260"/>
                <a:gd name="connsiteY2480" fmla="*/ 1072970 h 6858000"/>
                <a:gd name="connsiteX2481" fmla="*/ 2062504 w 4379260"/>
                <a:gd name="connsiteY2481" fmla="*/ 1072426 h 6858000"/>
                <a:gd name="connsiteX2482" fmla="*/ 2063048 w 4379260"/>
                <a:gd name="connsiteY2482" fmla="*/ 1071882 h 6858000"/>
                <a:gd name="connsiteX2483" fmla="*/ 2064136 w 4379260"/>
                <a:gd name="connsiteY2483" fmla="*/ 1071338 h 6858000"/>
                <a:gd name="connsiteX2484" fmla="*/ 2065769 w 4379260"/>
                <a:gd name="connsiteY2484" fmla="*/ 1073514 h 6858000"/>
                <a:gd name="connsiteX2485" fmla="*/ 2061960 w 4379260"/>
                <a:gd name="connsiteY2485" fmla="*/ 1075691 h 6858000"/>
                <a:gd name="connsiteX2486" fmla="*/ 2061415 w 4379260"/>
                <a:gd name="connsiteY2486" fmla="*/ 1075691 h 6858000"/>
                <a:gd name="connsiteX2487" fmla="*/ 2059239 w 4379260"/>
                <a:gd name="connsiteY2487" fmla="*/ 1075147 h 6858000"/>
                <a:gd name="connsiteX2488" fmla="*/ 2057062 w 4379260"/>
                <a:gd name="connsiteY2488" fmla="*/ 1075691 h 6858000"/>
                <a:gd name="connsiteX2489" fmla="*/ 2051621 w 4379260"/>
                <a:gd name="connsiteY2489" fmla="*/ 1099634 h 6858000"/>
                <a:gd name="connsiteX2490" fmla="*/ 2048356 w 4379260"/>
                <a:gd name="connsiteY2490" fmla="*/ 1111605 h 6858000"/>
                <a:gd name="connsiteX2491" fmla="*/ 2044547 w 4379260"/>
                <a:gd name="connsiteY2491" fmla="*/ 1123032 h 6858000"/>
                <a:gd name="connsiteX2492" fmla="*/ 2040243 w 4379260"/>
                <a:gd name="connsiteY2492" fmla="*/ 1140849 h 6858000"/>
                <a:gd name="connsiteX2493" fmla="*/ 2035824 w 4379260"/>
                <a:gd name="connsiteY2493" fmla="*/ 1145513 h 6858000"/>
                <a:gd name="connsiteX2494" fmla="*/ 2025729 w 4379260"/>
                <a:gd name="connsiteY2494" fmla="*/ 1156862 h 6858000"/>
                <a:gd name="connsiteX2495" fmla="*/ 2026046 w 4379260"/>
                <a:gd name="connsiteY2495" fmla="*/ 1154593 h 6858000"/>
                <a:gd name="connsiteX2496" fmla="*/ 2029310 w 4379260"/>
                <a:gd name="connsiteY2496" fmla="*/ 1143166 h 6858000"/>
                <a:gd name="connsiteX2497" fmla="*/ 2032575 w 4379260"/>
                <a:gd name="connsiteY2497" fmla="*/ 1131195 h 6858000"/>
                <a:gd name="connsiteX2498" fmla="*/ 2041282 w 4379260"/>
                <a:gd name="connsiteY2498" fmla="*/ 1087662 h 6858000"/>
                <a:gd name="connsiteX2499" fmla="*/ 2060327 w 4379260"/>
                <a:gd name="connsiteY2499" fmla="*/ 1030526 h 6858000"/>
                <a:gd name="connsiteX2500" fmla="*/ 2070122 w 4379260"/>
                <a:gd name="connsiteY2500" fmla="*/ 997333 h 6858000"/>
                <a:gd name="connsiteX2501" fmla="*/ 2082637 w 4379260"/>
                <a:gd name="connsiteY2501" fmla="*/ 963596 h 6858000"/>
                <a:gd name="connsiteX2502" fmla="*/ 2089167 w 4379260"/>
                <a:gd name="connsiteY2502" fmla="*/ 942918 h 6858000"/>
                <a:gd name="connsiteX2503" fmla="*/ 2092432 w 4379260"/>
                <a:gd name="connsiteY2503" fmla="*/ 932579 h 6858000"/>
                <a:gd name="connsiteX2504" fmla="*/ 2095153 w 4379260"/>
                <a:gd name="connsiteY2504" fmla="*/ 922784 h 6858000"/>
                <a:gd name="connsiteX2505" fmla="*/ 2097330 w 4379260"/>
                <a:gd name="connsiteY2505" fmla="*/ 923328 h 6858000"/>
                <a:gd name="connsiteX2506" fmla="*/ 2098418 w 4379260"/>
                <a:gd name="connsiteY2506" fmla="*/ 923328 h 6858000"/>
                <a:gd name="connsiteX2507" fmla="*/ 2101139 w 4379260"/>
                <a:gd name="connsiteY2507" fmla="*/ 922784 h 6858000"/>
                <a:gd name="connsiteX2508" fmla="*/ 2102771 w 4379260"/>
                <a:gd name="connsiteY2508" fmla="*/ 922240 h 6858000"/>
                <a:gd name="connsiteX2509" fmla="*/ 1092833 w 4379260"/>
                <a:gd name="connsiteY2509" fmla="*/ 915710 h 6858000"/>
                <a:gd name="connsiteX2510" fmla="*/ 1091744 w 4379260"/>
                <a:gd name="connsiteY2510" fmla="*/ 921696 h 6858000"/>
                <a:gd name="connsiteX2511" fmla="*/ 1089568 w 4379260"/>
                <a:gd name="connsiteY2511" fmla="*/ 926049 h 6858000"/>
                <a:gd name="connsiteX2512" fmla="*/ 1086847 w 4379260"/>
                <a:gd name="connsiteY2512" fmla="*/ 936932 h 6858000"/>
                <a:gd name="connsiteX2513" fmla="*/ 1088480 w 4379260"/>
                <a:gd name="connsiteY2513" fmla="*/ 934211 h 6858000"/>
                <a:gd name="connsiteX2514" fmla="*/ 1090112 w 4379260"/>
                <a:gd name="connsiteY2514" fmla="*/ 930946 h 6858000"/>
                <a:gd name="connsiteX2515" fmla="*/ 1095009 w 4379260"/>
                <a:gd name="connsiteY2515" fmla="*/ 928226 h 6858000"/>
                <a:gd name="connsiteX2516" fmla="*/ 1092289 w 4379260"/>
                <a:gd name="connsiteY2516" fmla="*/ 934756 h 6858000"/>
                <a:gd name="connsiteX2517" fmla="*/ 1089568 w 4379260"/>
                <a:gd name="connsiteY2517" fmla="*/ 941829 h 6858000"/>
                <a:gd name="connsiteX2518" fmla="*/ 1082494 w 4379260"/>
                <a:gd name="connsiteY2518" fmla="*/ 952168 h 6858000"/>
                <a:gd name="connsiteX2519" fmla="*/ 1075420 w 4379260"/>
                <a:gd name="connsiteY2519" fmla="*/ 974479 h 6858000"/>
                <a:gd name="connsiteX2520" fmla="*/ 1065625 w 4379260"/>
                <a:gd name="connsiteY2520" fmla="*/ 998966 h 6858000"/>
                <a:gd name="connsiteX2521" fmla="*/ 1055830 w 4379260"/>
                <a:gd name="connsiteY2521" fmla="*/ 1023997 h 6858000"/>
                <a:gd name="connsiteX2522" fmla="*/ 1050389 w 4379260"/>
                <a:gd name="connsiteY2522" fmla="*/ 1046851 h 6858000"/>
                <a:gd name="connsiteX2523" fmla="*/ 1042227 w 4379260"/>
                <a:gd name="connsiteY2523" fmla="*/ 1064808 h 6858000"/>
                <a:gd name="connsiteX2524" fmla="*/ 1031888 w 4379260"/>
                <a:gd name="connsiteY2524" fmla="*/ 1096913 h 6858000"/>
                <a:gd name="connsiteX2525" fmla="*/ 1023181 w 4379260"/>
                <a:gd name="connsiteY2525" fmla="*/ 1130106 h 6858000"/>
                <a:gd name="connsiteX2526" fmla="*/ 1019916 w 4379260"/>
                <a:gd name="connsiteY2526" fmla="*/ 1143166 h 6858000"/>
                <a:gd name="connsiteX2527" fmla="*/ 1018284 w 4379260"/>
                <a:gd name="connsiteY2527" fmla="*/ 1152417 h 6858000"/>
                <a:gd name="connsiteX2528" fmla="*/ 1015019 w 4379260"/>
                <a:gd name="connsiteY2528" fmla="*/ 1148608 h 6858000"/>
                <a:gd name="connsiteX2529" fmla="*/ 1007401 w 4379260"/>
                <a:gd name="connsiteY2529" fmla="*/ 1156770 h 6858000"/>
                <a:gd name="connsiteX2530" fmla="*/ 1007401 w 4379260"/>
                <a:gd name="connsiteY2530" fmla="*/ 1157858 h 6858000"/>
                <a:gd name="connsiteX2531" fmla="*/ 1007945 w 4379260"/>
                <a:gd name="connsiteY2531" fmla="*/ 1158402 h 6858000"/>
                <a:gd name="connsiteX2532" fmla="*/ 1009033 w 4379260"/>
                <a:gd name="connsiteY2532" fmla="*/ 1157858 h 6858000"/>
                <a:gd name="connsiteX2533" fmla="*/ 1010122 w 4379260"/>
                <a:gd name="connsiteY2533" fmla="*/ 1157314 h 6858000"/>
                <a:gd name="connsiteX2534" fmla="*/ 1011754 w 4379260"/>
                <a:gd name="connsiteY2534" fmla="*/ 1156770 h 6858000"/>
                <a:gd name="connsiteX2535" fmla="*/ 1010666 w 4379260"/>
                <a:gd name="connsiteY2535" fmla="*/ 1158947 h 6858000"/>
                <a:gd name="connsiteX2536" fmla="*/ 1008489 w 4379260"/>
                <a:gd name="connsiteY2536" fmla="*/ 1162211 h 6858000"/>
                <a:gd name="connsiteX2537" fmla="*/ 1007945 w 4379260"/>
                <a:gd name="connsiteY2537" fmla="*/ 1162211 h 6858000"/>
                <a:gd name="connsiteX2538" fmla="*/ 1006312 w 4379260"/>
                <a:gd name="connsiteY2538" fmla="*/ 1161667 h 6858000"/>
                <a:gd name="connsiteX2539" fmla="*/ 1005224 w 4379260"/>
                <a:gd name="connsiteY2539" fmla="*/ 1163300 h 6858000"/>
                <a:gd name="connsiteX2540" fmla="*/ 1010122 w 4379260"/>
                <a:gd name="connsiteY2540" fmla="*/ 1142622 h 6858000"/>
                <a:gd name="connsiteX2541" fmla="*/ 1013386 w 4379260"/>
                <a:gd name="connsiteY2541" fmla="*/ 1131195 h 6858000"/>
                <a:gd name="connsiteX2542" fmla="*/ 1016107 w 4379260"/>
                <a:gd name="connsiteY2542" fmla="*/ 1119767 h 6858000"/>
                <a:gd name="connsiteX2543" fmla="*/ 1019916 w 4379260"/>
                <a:gd name="connsiteY2543" fmla="*/ 1107252 h 6858000"/>
                <a:gd name="connsiteX2544" fmla="*/ 1023181 w 4379260"/>
                <a:gd name="connsiteY2544" fmla="*/ 1094736 h 6858000"/>
                <a:gd name="connsiteX2545" fmla="*/ 1031344 w 4379260"/>
                <a:gd name="connsiteY2545" fmla="*/ 1069161 h 6858000"/>
                <a:gd name="connsiteX2546" fmla="*/ 1047668 w 4379260"/>
                <a:gd name="connsiteY2546" fmla="*/ 1025085 h 6858000"/>
                <a:gd name="connsiteX2547" fmla="*/ 1062360 w 4379260"/>
                <a:gd name="connsiteY2547" fmla="*/ 997333 h 6858000"/>
                <a:gd name="connsiteX2548" fmla="*/ 1062360 w 4379260"/>
                <a:gd name="connsiteY2548" fmla="*/ 992980 h 6858000"/>
                <a:gd name="connsiteX2549" fmla="*/ 1071611 w 4379260"/>
                <a:gd name="connsiteY2549" fmla="*/ 954345 h 6858000"/>
                <a:gd name="connsiteX2550" fmla="*/ 1092833 w 4379260"/>
                <a:gd name="connsiteY2550" fmla="*/ 915710 h 6858000"/>
                <a:gd name="connsiteX2551" fmla="*/ 2947766 w 4379260"/>
                <a:gd name="connsiteY2551" fmla="*/ 909180 h 6858000"/>
                <a:gd name="connsiteX2552" fmla="*/ 2950487 w 4379260"/>
                <a:gd name="connsiteY2552" fmla="*/ 909725 h 6858000"/>
                <a:gd name="connsiteX2553" fmla="*/ 2949943 w 4379260"/>
                <a:gd name="connsiteY2553" fmla="*/ 911901 h 6858000"/>
                <a:gd name="connsiteX2554" fmla="*/ 2947766 w 4379260"/>
                <a:gd name="connsiteY2554" fmla="*/ 911357 h 6858000"/>
                <a:gd name="connsiteX2555" fmla="*/ 2909675 w 4379260"/>
                <a:gd name="connsiteY2555" fmla="*/ 909180 h 6858000"/>
                <a:gd name="connsiteX2556" fmla="*/ 2914573 w 4379260"/>
                <a:gd name="connsiteY2556" fmla="*/ 909725 h 6858000"/>
                <a:gd name="connsiteX2557" fmla="*/ 2914573 w 4379260"/>
                <a:gd name="connsiteY2557" fmla="*/ 910813 h 6858000"/>
                <a:gd name="connsiteX2558" fmla="*/ 2914028 w 4379260"/>
                <a:gd name="connsiteY2558" fmla="*/ 911901 h 6858000"/>
                <a:gd name="connsiteX2559" fmla="*/ 2911852 w 4379260"/>
                <a:gd name="connsiteY2559" fmla="*/ 912445 h 6858000"/>
                <a:gd name="connsiteX2560" fmla="*/ 2910219 w 4379260"/>
                <a:gd name="connsiteY2560" fmla="*/ 911357 h 6858000"/>
                <a:gd name="connsiteX2561" fmla="*/ 2909675 w 4379260"/>
                <a:gd name="connsiteY2561" fmla="*/ 909725 h 6858000"/>
                <a:gd name="connsiteX2562" fmla="*/ 2138141 w 4379260"/>
                <a:gd name="connsiteY2562" fmla="*/ 909180 h 6858000"/>
                <a:gd name="connsiteX2563" fmla="*/ 2140862 w 4379260"/>
                <a:gd name="connsiteY2563" fmla="*/ 909725 h 6858000"/>
                <a:gd name="connsiteX2564" fmla="*/ 2140318 w 4379260"/>
                <a:gd name="connsiteY2564" fmla="*/ 911901 h 6858000"/>
                <a:gd name="connsiteX2565" fmla="*/ 2138141 w 4379260"/>
                <a:gd name="connsiteY2565" fmla="*/ 911357 h 6858000"/>
                <a:gd name="connsiteX2566" fmla="*/ 2100050 w 4379260"/>
                <a:gd name="connsiteY2566" fmla="*/ 909180 h 6858000"/>
                <a:gd name="connsiteX2567" fmla="*/ 2104948 w 4379260"/>
                <a:gd name="connsiteY2567" fmla="*/ 909725 h 6858000"/>
                <a:gd name="connsiteX2568" fmla="*/ 2104948 w 4379260"/>
                <a:gd name="connsiteY2568" fmla="*/ 910813 h 6858000"/>
                <a:gd name="connsiteX2569" fmla="*/ 2104404 w 4379260"/>
                <a:gd name="connsiteY2569" fmla="*/ 911901 h 6858000"/>
                <a:gd name="connsiteX2570" fmla="*/ 2102227 w 4379260"/>
                <a:gd name="connsiteY2570" fmla="*/ 912445 h 6858000"/>
                <a:gd name="connsiteX2571" fmla="*/ 2100594 w 4379260"/>
                <a:gd name="connsiteY2571" fmla="*/ 911357 h 6858000"/>
                <a:gd name="connsiteX2572" fmla="*/ 2100050 w 4379260"/>
                <a:gd name="connsiteY2572" fmla="*/ 909725 h 6858000"/>
                <a:gd name="connsiteX2573" fmla="*/ 2944501 w 4379260"/>
                <a:gd name="connsiteY2573" fmla="*/ 901562 h 6858000"/>
                <a:gd name="connsiteX2574" fmla="*/ 2946134 w 4379260"/>
                <a:gd name="connsiteY2574" fmla="*/ 901562 h 6858000"/>
                <a:gd name="connsiteX2575" fmla="*/ 2945045 w 4379260"/>
                <a:gd name="connsiteY2575" fmla="*/ 902106 h 6858000"/>
                <a:gd name="connsiteX2576" fmla="*/ 2943413 w 4379260"/>
                <a:gd name="connsiteY2576" fmla="*/ 902106 h 6858000"/>
                <a:gd name="connsiteX2577" fmla="*/ 2944501 w 4379260"/>
                <a:gd name="connsiteY2577" fmla="*/ 901562 h 6858000"/>
                <a:gd name="connsiteX2578" fmla="*/ 2134876 w 4379260"/>
                <a:gd name="connsiteY2578" fmla="*/ 901562 h 6858000"/>
                <a:gd name="connsiteX2579" fmla="*/ 2136509 w 4379260"/>
                <a:gd name="connsiteY2579" fmla="*/ 901562 h 6858000"/>
                <a:gd name="connsiteX2580" fmla="*/ 2135420 w 4379260"/>
                <a:gd name="connsiteY2580" fmla="*/ 902106 h 6858000"/>
                <a:gd name="connsiteX2581" fmla="*/ 2133788 w 4379260"/>
                <a:gd name="connsiteY2581" fmla="*/ 902106 h 6858000"/>
                <a:gd name="connsiteX2582" fmla="*/ 2134876 w 4379260"/>
                <a:gd name="connsiteY2582" fmla="*/ 901562 h 6858000"/>
                <a:gd name="connsiteX2583" fmla="*/ 2914028 w 4379260"/>
                <a:gd name="connsiteY2583" fmla="*/ 898841 h 6858000"/>
                <a:gd name="connsiteX2584" fmla="*/ 2917293 w 4379260"/>
                <a:gd name="connsiteY2584" fmla="*/ 899930 h 6858000"/>
                <a:gd name="connsiteX2585" fmla="*/ 2919470 w 4379260"/>
                <a:gd name="connsiteY2585" fmla="*/ 899386 h 6858000"/>
                <a:gd name="connsiteX2586" fmla="*/ 2921102 w 4379260"/>
                <a:gd name="connsiteY2586" fmla="*/ 899386 h 6858000"/>
                <a:gd name="connsiteX2587" fmla="*/ 2924367 w 4379260"/>
                <a:gd name="connsiteY2587" fmla="*/ 899930 h 6858000"/>
                <a:gd name="connsiteX2588" fmla="*/ 2924367 w 4379260"/>
                <a:gd name="connsiteY2588" fmla="*/ 901562 h 6858000"/>
                <a:gd name="connsiteX2589" fmla="*/ 2924912 w 4379260"/>
                <a:gd name="connsiteY2589" fmla="*/ 902106 h 6858000"/>
                <a:gd name="connsiteX2590" fmla="*/ 2924367 w 4379260"/>
                <a:gd name="connsiteY2590" fmla="*/ 903739 h 6858000"/>
                <a:gd name="connsiteX2591" fmla="*/ 2923279 w 4379260"/>
                <a:gd name="connsiteY2591" fmla="*/ 905371 h 6858000"/>
                <a:gd name="connsiteX2592" fmla="*/ 2921102 w 4379260"/>
                <a:gd name="connsiteY2592" fmla="*/ 905915 h 6858000"/>
                <a:gd name="connsiteX2593" fmla="*/ 2920014 w 4379260"/>
                <a:gd name="connsiteY2593" fmla="*/ 905915 h 6858000"/>
                <a:gd name="connsiteX2594" fmla="*/ 2920014 w 4379260"/>
                <a:gd name="connsiteY2594" fmla="*/ 908092 h 6858000"/>
                <a:gd name="connsiteX2595" fmla="*/ 2921647 w 4379260"/>
                <a:gd name="connsiteY2595" fmla="*/ 908636 h 6858000"/>
                <a:gd name="connsiteX2596" fmla="*/ 2917838 w 4379260"/>
                <a:gd name="connsiteY2596" fmla="*/ 911357 h 6858000"/>
                <a:gd name="connsiteX2597" fmla="*/ 2917293 w 4379260"/>
                <a:gd name="connsiteY2597" fmla="*/ 911357 h 6858000"/>
                <a:gd name="connsiteX2598" fmla="*/ 2914573 w 4379260"/>
                <a:gd name="connsiteY2598" fmla="*/ 909725 h 6858000"/>
                <a:gd name="connsiteX2599" fmla="*/ 2915661 w 4379260"/>
                <a:gd name="connsiteY2599" fmla="*/ 904283 h 6858000"/>
                <a:gd name="connsiteX2600" fmla="*/ 2915117 w 4379260"/>
                <a:gd name="connsiteY2600" fmla="*/ 904283 h 6858000"/>
                <a:gd name="connsiteX2601" fmla="*/ 2914573 w 4379260"/>
                <a:gd name="connsiteY2601" fmla="*/ 905371 h 6858000"/>
                <a:gd name="connsiteX2602" fmla="*/ 2914028 w 4379260"/>
                <a:gd name="connsiteY2602" fmla="*/ 906460 h 6858000"/>
                <a:gd name="connsiteX2603" fmla="*/ 2913484 w 4379260"/>
                <a:gd name="connsiteY2603" fmla="*/ 907548 h 6858000"/>
                <a:gd name="connsiteX2604" fmla="*/ 2912396 w 4379260"/>
                <a:gd name="connsiteY2604" fmla="*/ 905371 h 6858000"/>
                <a:gd name="connsiteX2605" fmla="*/ 2912396 w 4379260"/>
                <a:gd name="connsiteY2605" fmla="*/ 903739 h 6858000"/>
                <a:gd name="connsiteX2606" fmla="*/ 2913484 w 4379260"/>
                <a:gd name="connsiteY2606" fmla="*/ 901018 h 6858000"/>
                <a:gd name="connsiteX2607" fmla="*/ 2104404 w 4379260"/>
                <a:gd name="connsiteY2607" fmla="*/ 898841 h 6858000"/>
                <a:gd name="connsiteX2608" fmla="*/ 2107668 w 4379260"/>
                <a:gd name="connsiteY2608" fmla="*/ 899930 h 6858000"/>
                <a:gd name="connsiteX2609" fmla="*/ 2109845 w 4379260"/>
                <a:gd name="connsiteY2609" fmla="*/ 899386 h 6858000"/>
                <a:gd name="connsiteX2610" fmla="*/ 2111478 w 4379260"/>
                <a:gd name="connsiteY2610" fmla="*/ 899386 h 6858000"/>
                <a:gd name="connsiteX2611" fmla="*/ 2114742 w 4379260"/>
                <a:gd name="connsiteY2611" fmla="*/ 899930 h 6858000"/>
                <a:gd name="connsiteX2612" fmla="*/ 2114742 w 4379260"/>
                <a:gd name="connsiteY2612" fmla="*/ 901562 h 6858000"/>
                <a:gd name="connsiteX2613" fmla="*/ 2115286 w 4379260"/>
                <a:gd name="connsiteY2613" fmla="*/ 902106 h 6858000"/>
                <a:gd name="connsiteX2614" fmla="*/ 2114742 w 4379260"/>
                <a:gd name="connsiteY2614" fmla="*/ 903739 h 6858000"/>
                <a:gd name="connsiteX2615" fmla="*/ 2113654 w 4379260"/>
                <a:gd name="connsiteY2615" fmla="*/ 905371 h 6858000"/>
                <a:gd name="connsiteX2616" fmla="*/ 2111478 w 4379260"/>
                <a:gd name="connsiteY2616" fmla="*/ 905915 h 6858000"/>
                <a:gd name="connsiteX2617" fmla="*/ 2110389 w 4379260"/>
                <a:gd name="connsiteY2617" fmla="*/ 905915 h 6858000"/>
                <a:gd name="connsiteX2618" fmla="*/ 2110389 w 4379260"/>
                <a:gd name="connsiteY2618" fmla="*/ 908092 h 6858000"/>
                <a:gd name="connsiteX2619" fmla="*/ 2112022 w 4379260"/>
                <a:gd name="connsiteY2619" fmla="*/ 908636 h 6858000"/>
                <a:gd name="connsiteX2620" fmla="*/ 2108213 w 4379260"/>
                <a:gd name="connsiteY2620" fmla="*/ 911357 h 6858000"/>
                <a:gd name="connsiteX2621" fmla="*/ 2107668 w 4379260"/>
                <a:gd name="connsiteY2621" fmla="*/ 911357 h 6858000"/>
                <a:gd name="connsiteX2622" fmla="*/ 2104948 w 4379260"/>
                <a:gd name="connsiteY2622" fmla="*/ 909725 h 6858000"/>
                <a:gd name="connsiteX2623" fmla="*/ 2106036 w 4379260"/>
                <a:gd name="connsiteY2623" fmla="*/ 904283 h 6858000"/>
                <a:gd name="connsiteX2624" fmla="*/ 2105492 w 4379260"/>
                <a:gd name="connsiteY2624" fmla="*/ 904283 h 6858000"/>
                <a:gd name="connsiteX2625" fmla="*/ 2104948 w 4379260"/>
                <a:gd name="connsiteY2625" fmla="*/ 905371 h 6858000"/>
                <a:gd name="connsiteX2626" fmla="*/ 2104404 w 4379260"/>
                <a:gd name="connsiteY2626" fmla="*/ 906460 h 6858000"/>
                <a:gd name="connsiteX2627" fmla="*/ 2103859 w 4379260"/>
                <a:gd name="connsiteY2627" fmla="*/ 907548 h 6858000"/>
                <a:gd name="connsiteX2628" fmla="*/ 2102771 w 4379260"/>
                <a:gd name="connsiteY2628" fmla="*/ 905371 h 6858000"/>
                <a:gd name="connsiteX2629" fmla="*/ 2102771 w 4379260"/>
                <a:gd name="connsiteY2629" fmla="*/ 903739 h 6858000"/>
                <a:gd name="connsiteX2630" fmla="*/ 2103859 w 4379260"/>
                <a:gd name="connsiteY2630" fmla="*/ 901018 h 6858000"/>
                <a:gd name="connsiteX2631" fmla="*/ 1117320 w 4379260"/>
                <a:gd name="connsiteY2631" fmla="*/ 892312 h 6858000"/>
                <a:gd name="connsiteX2632" fmla="*/ 1104804 w 4379260"/>
                <a:gd name="connsiteY2632" fmla="*/ 923872 h 6858000"/>
                <a:gd name="connsiteX2633" fmla="*/ 1090112 w 4379260"/>
                <a:gd name="connsiteY2633" fmla="*/ 958698 h 6858000"/>
                <a:gd name="connsiteX2634" fmla="*/ 1090112 w 4379260"/>
                <a:gd name="connsiteY2634" fmla="*/ 955978 h 6858000"/>
                <a:gd name="connsiteX2635" fmla="*/ 1099363 w 4379260"/>
                <a:gd name="connsiteY2635" fmla="*/ 927137 h 6858000"/>
                <a:gd name="connsiteX2636" fmla="*/ 1104260 w 4379260"/>
                <a:gd name="connsiteY2636" fmla="*/ 917887 h 6858000"/>
                <a:gd name="connsiteX2637" fmla="*/ 1109157 w 4379260"/>
                <a:gd name="connsiteY2637" fmla="*/ 908636 h 6858000"/>
                <a:gd name="connsiteX2638" fmla="*/ 1117320 w 4379260"/>
                <a:gd name="connsiteY2638" fmla="*/ 892312 h 6858000"/>
                <a:gd name="connsiteX2639" fmla="*/ 1124394 w 4379260"/>
                <a:gd name="connsiteY2639" fmla="*/ 880884 h 6858000"/>
                <a:gd name="connsiteX2640" fmla="*/ 1119496 w 4379260"/>
                <a:gd name="connsiteY2640" fmla="*/ 890135 h 6858000"/>
                <a:gd name="connsiteX2641" fmla="*/ 1121129 w 4379260"/>
                <a:gd name="connsiteY2641" fmla="*/ 883605 h 6858000"/>
                <a:gd name="connsiteX2642" fmla="*/ 1123305 w 4379260"/>
                <a:gd name="connsiteY2642" fmla="*/ 881428 h 6858000"/>
                <a:gd name="connsiteX2643" fmla="*/ 2815537 w 4379260"/>
                <a:gd name="connsiteY2643" fmla="*/ 875987 h 6858000"/>
                <a:gd name="connsiteX2644" fmla="*/ 2816625 w 4379260"/>
                <a:gd name="connsiteY2644" fmla="*/ 877619 h 6858000"/>
                <a:gd name="connsiteX2645" fmla="*/ 2815537 w 4379260"/>
                <a:gd name="connsiteY2645" fmla="*/ 879252 h 6858000"/>
                <a:gd name="connsiteX2646" fmla="*/ 2814448 w 4379260"/>
                <a:gd name="connsiteY2646" fmla="*/ 877075 h 6858000"/>
                <a:gd name="connsiteX2647" fmla="*/ 2005912 w 4379260"/>
                <a:gd name="connsiteY2647" fmla="*/ 875987 h 6858000"/>
                <a:gd name="connsiteX2648" fmla="*/ 2007000 w 4379260"/>
                <a:gd name="connsiteY2648" fmla="*/ 877619 h 6858000"/>
                <a:gd name="connsiteX2649" fmla="*/ 2005912 w 4379260"/>
                <a:gd name="connsiteY2649" fmla="*/ 879252 h 6858000"/>
                <a:gd name="connsiteX2650" fmla="*/ 2004824 w 4379260"/>
                <a:gd name="connsiteY2650" fmla="*/ 877075 h 6858000"/>
                <a:gd name="connsiteX2651" fmla="*/ 2935795 w 4379260"/>
                <a:gd name="connsiteY2651" fmla="*/ 871634 h 6858000"/>
                <a:gd name="connsiteX2652" fmla="*/ 2933074 w 4379260"/>
                <a:gd name="connsiteY2652" fmla="*/ 880884 h 6858000"/>
                <a:gd name="connsiteX2653" fmla="*/ 2928721 w 4379260"/>
                <a:gd name="connsiteY2653" fmla="*/ 880340 h 6858000"/>
                <a:gd name="connsiteX2654" fmla="*/ 2929265 w 4379260"/>
                <a:gd name="connsiteY2654" fmla="*/ 882517 h 6858000"/>
                <a:gd name="connsiteX2655" fmla="*/ 2929809 w 4379260"/>
                <a:gd name="connsiteY2655" fmla="*/ 885238 h 6858000"/>
                <a:gd name="connsiteX2656" fmla="*/ 2930353 w 4379260"/>
                <a:gd name="connsiteY2656" fmla="*/ 888503 h 6858000"/>
                <a:gd name="connsiteX2657" fmla="*/ 2929809 w 4379260"/>
                <a:gd name="connsiteY2657" fmla="*/ 891223 h 6858000"/>
                <a:gd name="connsiteX2658" fmla="*/ 2927632 w 4379260"/>
                <a:gd name="connsiteY2658" fmla="*/ 890679 h 6858000"/>
                <a:gd name="connsiteX2659" fmla="*/ 2926000 w 4379260"/>
                <a:gd name="connsiteY2659" fmla="*/ 889591 h 6858000"/>
                <a:gd name="connsiteX2660" fmla="*/ 2924912 w 4379260"/>
                <a:gd name="connsiteY2660" fmla="*/ 889047 h 6858000"/>
                <a:gd name="connsiteX2661" fmla="*/ 2924367 w 4379260"/>
                <a:gd name="connsiteY2661" fmla="*/ 890135 h 6858000"/>
                <a:gd name="connsiteX2662" fmla="*/ 2923279 w 4379260"/>
                <a:gd name="connsiteY2662" fmla="*/ 887958 h 6858000"/>
                <a:gd name="connsiteX2663" fmla="*/ 2923279 w 4379260"/>
                <a:gd name="connsiteY2663" fmla="*/ 885782 h 6858000"/>
                <a:gd name="connsiteX2664" fmla="*/ 2921102 w 4379260"/>
                <a:gd name="connsiteY2664" fmla="*/ 883061 h 6858000"/>
                <a:gd name="connsiteX2665" fmla="*/ 2920014 w 4379260"/>
                <a:gd name="connsiteY2665" fmla="*/ 883061 h 6858000"/>
                <a:gd name="connsiteX2666" fmla="*/ 2924912 w 4379260"/>
                <a:gd name="connsiteY2666" fmla="*/ 872178 h 6858000"/>
                <a:gd name="connsiteX2667" fmla="*/ 2126170 w 4379260"/>
                <a:gd name="connsiteY2667" fmla="*/ 871634 h 6858000"/>
                <a:gd name="connsiteX2668" fmla="*/ 2123449 w 4379260"/>
                <a:gd name="connsiteY2668" fmla="*/ 880884 h 6858000"/>
                <a:gd name="connsiteX2669" fmla="*/ 2119096 w 4379260"/>
                <a:gd name="connsiteY2669" fmla="*/ 880340 h 6858000"/>
                <a:gd name="connsiteX2670" fmla="*/ 2119640 w 4379260"/>
                <a:gd name="connsiteY2670" fmla="*/ 882517 h 6858000"/>
                <a:gd name="connsiteX2671" fmla="*/ 2120184 w 4379260"/>
                <a:gd name="connsiteY2671" fmla="*/ 885238 h 6858000"/>
                <a:gd name="connsiteX2672" fmla="*/ 2120728 w 4379260"/>
                <a:gd name="connsiteY2672" fmla="*/ 888503 h 6858000"/>
                <a:gd name="connsiteX2673" fmla="*/ 2120184 w 4379260"/>
                <a:gd name="connsiteY2673" fmla="*/ 891223 h 6858000"/>
                <a:gd name="connsiteX2674" fmla="*/ 2118008 w 4379260"/>
                <a:gd name="connsiteY2674" fmla="*/ 890679 h 6858000"/>
                <a:gd name="connsiteX2675" fmla="*/ 2116375 w 4379260"/>
                <a:gd name="connsiteY2675" fmla="*/ 889591 h 6858000"/>
                <a:gd name="connsiteX2676" fmla="*/ 2115286 w 4379260"/>
                <a:gd name="connsiteY2676" fmla="*/ 889047 h 6858000"/>
                <a:gd name="connsiteX2677" fmla="*/ 2114742 w 4379260"/>
                <a:gd name="connsiteY2677" fmla="*/ 890135 h 6858000"/>
                <a:gd name="connsiteX2678" fmla="*/ 2113654 w 4379260"/>
                <a:gd name="connsiteY2678" fmla="*/ 887958 h 6858000"/>
                <a:gd name="connsiteX2679" fmla="*/ 2113654 w 4379260"/>
                <a:gd name="connsiteY2679" fmla="*/ 885782 h 6858000"/>
                <a:gd name="connsiteX2680" fmla="*/ 2111478 w 4379260"/>
                <a:gd name="connsiteY2680" fmla="*/ 883061 h 6858000"/>
                <a:gd name="connsiteX2681" fmla="*/ 2110389 w 4379260"/>
                <a:gd name="connsiteY2681" fmla="*/ 883061 h 6858000"/>
                <a:gd name="connsiteX2682" fmla="*/ 2115286 w 4379260"/>
                <a:gd name="connsiteY2682" fmla="*/ 872178 h 6858000"/>
                <a:gd name="connsiteX2683" fmla="*/ 2826420 w 4379260"/>
                <a:gd name="connsiteY2683" fmla="*/ 871090 h 6858000"/>
                <a:gd name="connsiteX2684" fmla="*/ 2826420 w 4379260"/>
                <a:gd name="connsiteY2684" fmla="*/ 872178 h 6858000"/>
                <a:gd name="connsiteX2685" fmla="*/ 2826420 w 4379260"/>
                <a:gd name="connsiteY2685" fmla="*/ 874899 h 6858000"/>
                <a:gd name="connsiteX2686" fmla="*/ 2824787 w 4379260"/>
                <a:gd name="connsiteY2686" fmla="*/ 877619 h 6858000"/>
                <a:gd name="connsiteX2687" fmla="*/ 2822611 w 4379260"/>
                <a:gd name="connsiteY2687" fmla="*/ 872722 h 6858000"/>
                <a:gd name="connsiteX2688" fmla="*/ 2824787 w 4379260"/>
                <a:gd name="connsiteY2688" fmla="*/ 871634 h 6858000"/>
                <a:gd name="connsiteX2689" fmla="*/ 2825332 w 4379260"/>
                <a:gd name="connsiteY2689" fmla="*/ 871634 h 6858000"/>
                <a:gd name="connsiteX2690" fmla="*/ 2016795 w 4379260"/>
                <a:gd name="connsiteY2690" fmla="*/ 871090 h 6858000"/>
                <a:gd name="connsiteX2691" fmla="*/ 2016795 w 4379260"/>
                <a:gd name="connsiteY2691" fmla="*/ 872178 h 6858000"/>
                <a:gd name="connsiteX2692" fmla="*/ 2016795 w 4379260"/>
                <a:gd name="connsiteY2692" fmla="*/ 874899 h 6858000"/>
                <a:gd name="connsiteX2693" fmla="*/ 2015162 w 4379260"/>
                <a:gd name="connsiteY2693" fmla="*/ 877619 h 6858000"/>
                <a:gd name="connsiteX2694" fmla="*/ 2012986 w 4379260"/>
                <a:gd name="connsiteY2694" fmla="*/ 872722 h 6858000"/>
                <a:gd name="connsiteX2695" fmla="*/ 2015162 w 4379260"/>
                <a:gd name="connsiteY2695" fmla="*/ 871634 h 6858000"/>
                <a:gd name="connsiteX2696" fmla="*/ 2015707 w 4379260"/>
                <a:gd name="connsiteY2696" fmla="*/ 871634 h 6858000"/>
                <a:gd name="connsiteX2697" fmla="*/ 2873217 w 4379260"/>
                <a:gd name="connsiteY2697" fmla="*/ 869457 h 6858000"/>
                <a:gd name="connsiteX2698" fmla="*/ 2873217 w 4379260"/>
                <a:gd name="connsiteY2698" fmla="*/ 872722 h 6858000"/>
                <a:gd name="connsiteX2699" fmla="*/ 2871585 w 4379260"/>
                <a:gd name="connsiteY2699" fmla="*/ 874899 h 6858000"/>
                <a:gd name="connsiteX2700" fmla="*/ 2870496 w 4379260"/>
                <a:gd name="connsiteY2700" fmla="*/ 871090 h 6858000"/>
                <a:gd name="connsiteX2701" fmla="*/ 2871040 w 4379260"/>
                <a:gd name="connsiteY2701" fmla="*/ 870546 h 6858000"/>
                <a:gd name="connsiteX2702" fmla="*/ 2872129 w 4379260"/>
                <a:gd name="connsiteY2702" fmla="*/ 870546 h 6858000"/>
                <a:gd name="connsiteX2703" fmla="*/ 2873217 w 4379260"/>
                <a:gd name="connsiteY2703" fmla="*/ 869457 h 6858000"/>
                <a:gd name="connsiteX2704" fmla="*/ 2836215 w 4379260"/>
                <a:gd name="connsiteY2704" fmla="*/ 869457 h 6858000"/>
                <a:gd name="connsiteX2705" fmla="*/ 2838391 w 4379260"/>
                <a:gd name="connsiteY2705" fmla="*/ 871090 h 6858000"/>
                <a:gd name="connsiteX2706" fmla="*/ 2836215 w 4379260"/>
                <a:gd name="connsiteY2706" fmla="*/ 875443 h 6858000"/>
                <a:gd name="connsiteX2707" fmla="*/ 2834582 w 4379260"/>
                <a:gd name="connsiteY2707" fmla="*/ 874355 h 6858000"/>
                <a:gd name="connsiteX2708" fmla="*/ 2834038 w 4379260"/>
                <a:gd name="connsiteY2708" fmla="*/ 872178 h 6858000"/>
                <a:gd name="connsiteX2709" fmla="*/ 2835126 w 4379260"/>
                <a:gd name="connsiteY2709" fmla="*/ 870001 h 6858000"/>
                <a:gd name="connsiteX2710" fmla="*/ 2836215 w 4379260"/>
                <a:gd name="connsiteY2710" fmla="*/ 869457 h 6858000"/>
                <a:gd name="connsiteX2711" fmla="*/ 2063592 w 4379260"/>
                <a:gd name="connsiteY2711" fmla="*/ 869457 h 6858000"/>
                <a:gd name="connsiteX2712" fmla="*/ 2063592 w 4379260"/>
                <a:gd name="connsiteY2712" fmla="*/ 872722 h 6858000"/>
                <a:gd name="connsiteX2713" fmla="*/ 2061960 w 4379260"/>
                <a:gd name="connsiteY2713" fmla="*/ 874899 h 6858000"/>
                <a:gd name="connsiteX2714" fmla="*/ 2060871 w 4379260"/>
                <a:gd name="connsiteY2714" fmla="*/ 871090 h 6858000"/>
                <a:gd name="connsiteX2715" fmla="*/ 2061415 w 4379260"/>
                <a:gd name="connsiteY2715" fmla="*/ 870546 h 6858000"/>
                <a:gd name="connsiteX2716" fmla="*/ 2062504 w 4379260"/>
                <a:gd name="connsiteY2716" fmla="*/ 870546 h 6858000"/>
                <a:gd name="connsiteX2717" fmla="*/ 2063592 w 4379260"/>
                <a:gd name="connsiteY2717" fmla="*/ 869457 h 6858000"/>
                <a:gd name="connsiteX2718" fmla="*/ 2026590 w 4379260"/>
                <a:gd name="connsiteY2718" fmla="*/ 869457 h 6858000"/>
                <a:gd name="connsiteX2719" fmla="*/ 2028766 w 4379260"/>
                <a:gd name="connsiteY2719" fmla="*/ 871090 h 6858000"/>
                <a:gd name="connsiteX2720" fmla="*/ 2026590 w 4379260"/>
                <a:gd name="connsiteY2720" fmla="*/ 875443 h 6858000"/>
                <a:gd name="connsiteX2721" fmla="*/ 2024957 w 4379260"/>
                <a:gd name="connsiteY2721" fmla="*/ 874355 h 6858000"/>
                <a:gd name="connsiteX2722" fmla="*/ 2024413 w 4379260"/>
                <a:gd name="connsiteY2722" fmla="*/ 872178 h 6858000"/>
                <a:gd name="connsiteX2723" fmla="*/ 2025501 w 4379260"/>
                <a:gd name="connsiteY2723" fmla="*/ 870001 h 6858000"/>
                <a:gd name="connsiteX2724" fmla="*/ 2026590 w 4379260"/>
                <a:gd name="connsiteY2724" fmla="*/ 869457 h 6858000"/>
                <a:gd name="connsiteX2725" fmla="*/ 2831317 w 4379260"/>
                <a:gd name="connsiteY2725" fmla="*/ 868913 h 6858000"/>
                <a:gd name="connsiteX2726" fmla="*/ 2831861 w 4379260"/>
                <a:gd name="connsiteY2726" fmla="*/ 871090 h 6858000"/>
                <a:gd name="connsiteX2727" fmla="*/ 2832406 w 4379260"/>
                <a:gd name="connsiteY2727" fmla="*/ 872722 h 6858000"/>
                <a:gd name="connsiteX2728" fmla="*/ 2832406 w 4379260"/>
                <a:gd name="connsiteY2728" fmla="*/ 874355 h 6858000"/>
                <a:gd name="connsiteX2729" fmla="*/ 2831861 w 4379260"/>
                <a:gd name="connsiteY2729" fmla="*/ 875987 h 6858000"/>
                <a:gd name="connsiteX2730" fmla="*/ 2829685 w 4379260"/>
                <a:gd name="connsiteY2730" fmla="*/ 875987 h 6858000"/>
                <a:gd name="connsiteX2731" fmla="*/ 2828596 w 4379260"/>
                <a:gd name="connsiteY2731" fmla="*/ 875443 h 6858000"/>
                <a:gd name="connsiteX2732" fmla="*/ 2827508 w 4379260"/>
                <a:gd name="connsiteY2732" fmla="*/ 875443 h 6858000"/>
                <a:gd name="connsiteX2733" fmla="*/ 2827508 w 4379260"/>
                <a:gd name="connsiteY2733" fmla="*/ 873810 h 6858000"/>
                <a:gd name="connsiteX2734" fmla="*/ 2826420 w 4379260"/>
                <a:gd name="connsiteY2734" fmla="*/ 872178 h 6858000"/>
                <a:gd name="connsiteX2735" fmla="*/ 2829141 w 4379260"/>
                <a:gd name="connsiteY2735" fmla="*/ 870546 h 6858000"/>
                <a:gd name="connsiteX2736" fmla="*/ 2830229 w 4379260"/>
                <a:gd name="connsiteY2736" fmla="*/ 870001 h 6858000"/>
                <a:gd name="connsiteX2737" fmla="*/ 2021692 w 4379260"/>
                <a:gd name="connsiteY2737" fmla="*/ 868913 h 6858000"/>
                <a:gd name="connsiteX2738" fmla="*/ 2022236 w 4379260"/>
                <a:gd name="connsiteY2738" fmla="*/ 871090 h 6858000"/>
                <a:gd name="connsiteX2739" fmla="*/ 2022781 w 4379260"/>
                <a:gd name="connsiteY2739" fmla="*/ 872722 h 6858000"/>
                <a:gd name="connsiteX2740" fmla="*/ 2022781 w 4379260"/>
                <a:gd name="connsiteY2740" fmla="*/ 874355 h 6858000"/>
                <a:gd name="connsiteX2741" fmla="*/ 2022236 w 4379260"/>
                <a:gd name="connsiteY2741" fmla="*/ 875987 h 6858000"/>
                <a:gd name="connsiteX2742" fmla="*/ 2020060 w 4379260"/>
                <a:gd name="connsiteY2742" fmla="*/ 875987 h 6858000"/>
                <a:gd name="connsiteX2743" fmla="*/ 2018972 w 4379260"/>
                <a:gd name="connsiteY2743" fmla="*/ 875443 h 6858000"/>
                <a:gd name="connsiteX2744" fmla="*/ 2017883 w 4379260"/>
                <a:gd name="connsiteY2744" fmla="*/ 875443 h 6858000"/>
                <a:gd name="connsiteX2745" fmla="*/ 2017883 w 4379260"/>
                <a:gd name="connsiteY2745" fmla="*/ 873810 h 6858000"/>
                <a:gd name="connsiteX2746" fmla="*/ 2016795 w 4379260"/>
                <a:gd name="connsiteY2746" fmla="*/ 872178 h 6858000"/>
                <a:gd name="connsiteX2747" fmla="*/ 2019516 w 4379260"/>
                <a:gd name="connsiteY2747" fmla="*/ 870546 h 6858000"/>
                <a:gd name="connsiteX2748" fmla="*/ 2020604 w 4379260"/>
                <a:gd name="connsiteY2748" fmla="*/ 870001 h 6858000"/>
                <a:gd name="connsiteX2749" fmla="*/ 2840568 w 4379260"/>
                <a:gd name="connsiteY2749" fmla="*/ 868369 h 6858000"/>
                <a:gd name="connsiteX2750" fmla="*/ 2841656 w 4379260"/>
                <a:gd name="connsiteY2750" fmla="*/ 868913 h 6858000"/>
                <a:gd name="connsiteX2751" fmla="*/ 2842200 w 4379260"/>
                <a:gd name="connsiteY2751" fmla="*/ 869457 h 6858000"/>
                <a:gd name="connsiteX2752" fmla="*/ 2843833 w 4379260"/>
                <a:gd name="connsiteY2752" fmla="*/ 871634 h 6858000"/>
                <a:gd name="connsiteX2753" fmla="*/ 2842744 w 4379260"/>
                <a:gd name="connsiteY2753" fmla="*/ 873266 h 6858000"/>
                <a:gd name="connsiteX2754" fmla="*/ 2030943 w 4379260"/>
                <a:gd name="connsiteY2754" fmla="*/ 868369 h 6858000"/>
                <a:gd name="connsiteX2755" fmla="*/ 2032031 w 4379260"/>
                <a:gd name="connsiteY2755" fmla="*/ 868913 h 6858000"/>
                <a:gd name="connsiteX2756" fmla="*/ 2032575 w 4379260"/>
                <a:gd name="connsiteY2756" fmla="*/ 869457 h 6858000"/>
                <a:gd name="connsiteX2757" fmla="*/ 2034208 w 4379260"/>
                <a:gd name="connsiteY2757" fmla="*/ 871634 h 6858000"/>
                <a:gd name="connsiteX2758" fmla="*/ 2033120 w 4379260"/>
                <a:gd name="connsiteY2758" fmla="*/ 873266 h 6858000"/>
                <a:gd name="connsiteX2759" fmla="*/ 2854716 w 4379260"/>
                <a:gd name="connsiteY2759" fmla="*/ 864016 h 6858000"/>
                <a:gd name="connsiteX2760" fmla="*/ 2854172 w 4379260"/>
                <a:gd name="connsiteY2760" fmla="*/ 866192 h 6858000"/>
                <a:gd name="connsiteX2761" fmla="*/ 2854716 w 4379260"/>
                <a:gd name="connsiteY2761" fmla="*/ 866737 h 6858000"/>
                <a:gd name="connsiteX2762" fmla="*/ 2855260 w 4379260"/>
                <a:gd name="connsiteY2762" fmla="*/ 866737 h 6858000"/>
                <a:gd name="connsiteX2763" fmla="*/ 2855804 w 4379260"/>
                <a:gd name="connsiteY2763" fmla="*/ 867281 h 6858000"/>
                <a:gd name="connsiteX2764" fmla="*/ 2857437 w 4379260"/>
                <a:gd name="connsiteY2764" fmla="*/ 870001 h 6858000"/>
                <a:gd name="connsiteX2765" fmla="*/ 2855804 w 4379260"/>
                <a:gd name="connsiteY2765" fmla="*/ 871634 h 6858000"/>
                <a:gd name="connsiteX2766" fmla="*/ 2852539 w 4379260"/>
                <a:gd name="connsiteY2766" fmla="*/ 871634 h 6858000"/>
                <a:gd name="connsiteX2767" fmla="*/ 2851451 w 4379260"/>
                <a:gd name="connsiteY2767" fmla="*/ 874355 h 6858000"/>
                <a:gd name="connsiteX2768" fmla="*/ 2851451 w 4379260"/>
                <a:gd name="connsiteY2768" fmla="*/ 875987 h 6858000"/>
                <a:gd name="connsiteX2769" fmla="*/ 2849274 w 4379260"/>
                <a:gd name="connsiteY2769" fmla="*/ 873810 h 6858000"/>
                <a:gd name="connsiteX2770" fmla="*/ 2847642 w 4379260"/>
                <a:gd name="connsiteY2770" fmla="*/ 871090 h 6858000"/>
                <a:gd name="connsiteX2771" fmla="*/ 2844921 w 4379260"/>
                <a:gd name="connsiteY2771" fmla="*/ 869457 h 6858000"/>
                <a:gd name="connsiteX2772" fmla="*/ 2844377 w 4379260"/>
                <a:gd name="connsiteY2772" fmla="*/ 869457 h 6858000"/>
                <a:gd name="connsiteX2773" fmla="*/ 2844377 w 4379260"/>
                <a:gd name="connsiteY2773" fmla="*/ 865648 h 6858000"/>
                <a:gd name="connsiteX2774" fmla="*/ 2845465 w 4379260"/>
                <a:gd name="connsiteY2774" fmla="*/ 864560 h 6858000"/>
                <a:gd name="connsiteX2775" fmla="*/ 2847642 w 4379260"/>
                <a:gd name="connsiteY2775" fmla="*/ 865648 h 6858000"/>
                <a:gd name="connsiteX2776" fmla="*/ 2849818 w 4379260"/>
                <a:gd name="connsiteY2776" fmla="*/ 868913 h 6858000"/>
                <a:gd name="connsiteX2777" fmla="*/ 2851451 w 4379260"/>
                <a:gd name="connsiteY2777" fmla="*/ 867281 h 6858000"/>
                <a:gd name="connsiteX2778" fmla="*/ 2852539 w 4379260"/>
                <a:gd name="connsiteY2778" fmla="*/ 865648 h 6858000"/>
                <a:gd name="connsiteX2779" fmla="*/ 2854716 w 4379260"/>
                <a:gd name="connsiteY2779" fmla="*/ 864016 h 6858000"/>
                <a:gd name="connsiteX2780" fmla="*/ 2045091 w 4379260"/>
                <a:gd name="connsiteY2780" fmla="*/ 864016 h 6858000"/>
                <a:gd name="connsiteX2781" fmla="*/ 2044547 w 4379260"/>
                <a:gd name="connsiteY2781" fmla="*/ 866192 h 6858000"/>
                <a:gd name="connsiteX2782" fmla="*/ 2045091 w 4379260"/>
                <a:gd name="connsiteY2782" fmla="*/ 866737 h 6858000"/>
                <a:gd name="connsiteX2783" fmla="*/ 2045635 w 4379260"/>
                <a:gd name="connsiteY2783" fmla="*/ 866737 h 6858000"/>
                <a:gd name="connsiteX2784" fmla="*/ 2046179 w 4379260"/>
                <a:gd name="connsiteY2784" fmla="*/ 867281 h 6858000"/>
                <a:gd name="connsiteX2785" fmla="*/ 2047812 w 4379260"/>
                <a:gd name="connsiteY2785" fmla="*/ 870001 h 6858000"/>
                <a:gd name="connsiteX2786" fmla="*/ 2046179 w 4379260"/>
                <a:gd name="connsiteY2786" fmla="*/ 871634 h 6858000"/>
                <a:gd name="connsiteX2787" fmla="*/ 2042914 w 4379260"/>
                <a:gd name="connsiteY2787" fmla="*/ 871634 h 6858000"/>
                <a:gd name="connsiteX2788" fmla="*/ 2041826 w 4379260"/>
                <a:gd name="connsiteY2788" fmla="*/ 874355 h 6858000"/>
                <a:gd name="connsiteX2789" fmla="*/ 2041826 w 4379260"/>
                <a:gd name="connsiteY2789" fmla="*/ 875987 h 6858000"/>
                <a:gd name="connsiteX2790" fmla="*/ 2039649 w 4379260"/>
                <a:gd name="connsiteY2790" fmla="*/ 873810 h 6858000"/>
                <a:gd name="connsiteX2791" fmla="*/ 2038017 w 4379260"/>
                <a:gd name="connsiteY2791" fmla="*/ 871090 h 6858000"/>
                <a:gd name="connsiteX2792" fmla="*/ 2035296 w 4379260"/>
                <a:gd name="connsiteY2792" fmla="*/ 869457 h 6858000"/>
                <a:gd name="connsiteX2793" fmla="*/ 2034752 w 4379260"/>
                <a:gd name="connsiteY2793" fmla="*/ 869457 h 6858000"/>
                <a:gd name="connsiteX2794" fmla="*/ 2034752 w 4379260"/>
                <a:gd name="connsiteY2794" fmla="*/ 865648 h 6858000"/>
                <a:gd name="connsiteX2795" fmla="*/ 2035840 w 4379260"/>
                <a:gd name="connsiteY2795" fmla="*/ 864560 h 6858000"/>
                <a:gd name="connsiteX2796" fmla="*/ 2038017 w 4379260"/>
                <a:gd name="connsiteY2796" fmla="*/ 865648 h 6858000"/>
                <a:gd name="connsiteX2797" fmla="*/ 2040194 w 4379260"/>
                <a:gd name="connsiteY2797" fmla="*/ 868913 h 6858000"/>
                <a:gd name="connsiteX2798" fmla="*/ 2041826 w 4379260"/>
                <a:gd name="connsiteY2798" fmla="*/ 867281 h 6858000"/>
                <a:gd name="connsiteX2799" fmla="*/ 2042914 w 4379260"/>
                <a:gd name="connsiteY2799" fmla="*/ 865648 h 6858000"/>
                <a:gd name="connsiteX2800" fmla="*/ 2045091 w 4379260"/>
                <a:gd name="connsiteY2800" fmla="*/ 864016 h 6858000"/>
                <a:gd name="connsiteX2801" fmla="*/ 2859613 w 4379260"/>
                <a:gd name="connsiteY2801" fmla="*/ 862927 h 6858000"/>
                <a:gd name="connsiteX2802" fmla="*/ 2861246 w 4379260"/>
                <a:gd name="connsiteY2802" fmla="*/ 866192 h 6858000"/>
                <a:gd name="connsiteX2803" fmla="*/ 2863422 w 4379260"/>
                <a:gd name="connsiteY2803" fmla="*/ 865648 h 6858000"/>
                <a:gd name="connsiteX2804" fmla="*/ 2865055 w 4379260"/>
                <a:gd name="connsiteY2804" fmla="*/ 864560 h 6858000"/>
                <a:gd name="connsiteX2805" fmla="*/ 2866687 w 4379260"/>
                <a:gd name="connsiteY2805" fmla="*/ 864016 h 6858000"/>
                <a:gd name="connsiteX2806" fmla="*/ 2869952 w 4379260"/>
                <a:gd name="connsiteY2806" fmla="*/ 867281 h 6858000"/>
                <a:gd name="connsiteX2807" fmla="*/ 2868320 w 4379260"/>
                <a:gd name="connsiteY2807" fmla="*/ 871634 h 6858000"/>
                <a:gd name="connsiteX2808" fmla="*/ 2868864 w 4379260"/>
                <a:gd name="connsiteY2808" fmla="*/ 874355 h 6858000"/>
                <a:gd name="connsiteX2809" fmla="*/ 2857437 w 4379260"/>
                <a:gd name="connsiteY2809" fmla="*/ 864560 h 6858000"/>
                <a:gd name="connsiteX2810" fmla="*/ 2857981 w 4379260"/>
                <a:gd name="connsiteY2810" fmla="*/ 864016 h 6858000"/>
                <a:gd name="connsiteX2811" fmla="*/ 2859069 w 4379260"/>
                <a:gd name="connsiteY2811" fmla="*/ 864016 h 6858000"/>
                <a:gd name="connsiteX2812" fmla="*/ 2049988 w 4379260"/>
                <a:gd name="connsiteY2812" fmla="*/ 862927 h 6858000"/>
                <a:gd name="connsiteX2813" fmla="*/ 2051621 w 4379260"/>
                <a:gd name="connsiteY2813" fmla="*/ 866192 h 6858000"/>
                <a:gd name="connsiteX2814" fmla="*/ 2053797 w 4379260"/>
                <a:gd name="connsiteY2814" fmla="*/ 865648 h 6858000"/>
                <a:gd name="connsiteX2815" fmla="*/ 2055430 w 4379260"/>
                <a:gd name="connsiteY2815" fmla="*/ 864560 h 6858000"/>
                <a:gd name="connsiteX2816" fmla="*/ 2057062 w 4379260"/>
                <a:gd name="connsiteY2816" fmla="*/ 864016 h 6858000"/>
                <a:gd name="connsiteX2817" fmla="*/ 2060327 w 4379260"/>
                <a:gd name="connsiteY2817" fmla="*/ 867281 h 6858000"/>
                <a:gd name="connsiteX2818" fmla="*/ 2058695 w 4379260"/>
                <a:gd name="connsiteY2818" fmla="*/ 871634 h 6858000"/>
                <a:gd name="connsiteX2819" fmla="*/ 2059239 w 4379260"/>
                <a:gd name="connsiteY2819" fmla="*/ 874355 h 6858000"/>
                <a:gd name="connsiteX2820" fmla="*/ 2047812 w 4379260"/>
                <a:gd name="connsiteY2820" fmla="*/ 864560 h 6858000"/>
                <a:gd name="connsiteX2821" fmla="*/ 2048356 w 4379260"/>
                <a:gd name="connsiteY2821" fmla="*/ 864016 h 6858000"/>
                <a:gd name="connsiteX2822" fmla="*/ 2049444 w 4379260"/>
                <a:gd name="connsiteY2822" fmla="*/ 864016 h 6858000"/>
                <a:gd name="connsiteX2823" fmla="*/ 2943957 w 4379260"/>
                <a:gd name="connsiteY2823" fmla="*/ 861295 h 6858000"/>
                <a:gd name="connsiteX2824" fmla="*/ 2946134 w 4379260"/>
                <a:gd name="connsiteY2824" fmla="*/ 861839 h 6858000"/>
                <a:gd name="connsiteX2825" fmla="*/ 2945589 w 4379260"/>
                <a:gd name="connsiteY2825" fmla="*/ 864560 h 6858000"/>
                <a:gd name="connsiteX2826" fmla="*/ 2945045 w 4379260"/>
                <a:gd name="connsiteY2826" fmla="*/ 864016 h 6858000"/>
                <a:gd name="connsiteX2827" fmla="*/ 2944501 w 4379260"/>
                <a:gd name="connsiteY2827" fmla="*/ 862383 h 6858000"/>
                <a:gd name="connsiteX2828" fmla="*/ 2943957 w 4379260"/>
                <a:gd name="connsiteY2828" fmla="*/ 863472 h 6858000"/>
                <a:gd name="connsiteX2829" fmla="*/ 2943957 w 4379260"/>
                <a:gd name="connsiteY2829" fmla="*/ 865104 h 6858000"/>
                <a:gd name="connsiteX2830" fmla="*/ 2943413 w 4379260"/>
                <a:gd name="connsiteY2830" fmla="*/ 865104 h 6858000"/>
                <a:gd name="connsiteX2831" fmla="*/ 2134332 w 4379260"/>
                <a:gd name="connsiteY2831" fmla="*/ 861295 h 6858000"/>
                <a:gd name="connsiteX2832" fmla="*/ 2136509 w 4379260"/>
                <a:gd name="connsiteY2832" fmla="*/ 861839 h 6858000"/>
                <a:gd name="connsiteX2833" fmla="*/ 2135964 w 4379260"/>
                <a:gd name="connsiteY2833" fmla="*/ 864560 h 6858000"/>
                <a:gd name="connsiteX2834" fmla="*/ 2135420 w 4379260"/>
                <a:gd name="connsiteY2834" fmla="*/ 864016 h 6858000"/>
                <a:gd name="connsiteX2835" fmla="*/ 2134876 w 4379260"/>
                <a:gd name="connsiteY2835" fmla="*/ 862383 h 6858000"/>
                <a:gd name="connsiteX2836" fmla="*/ 2134332 w 4379260"/>
                <a:gd name="connsiteY2836" fmla="*/ 863472 h 6858000"/>
                <a:gd name="connsiteX2837" fmla="*/ 2134332 w 4379260"/>
                <a:gd name="connsiteY2837" fmla="*/ 865104 h 6858000"/>
                <a:gd name="connsiteX2838" fmla="*/ 2133788 w 4379260"/>
                <a:gd name="connsiteY2838" fmla="*/ 865104 h 6858000"/>
                <a:gd name="connsiteX2839" fmla="*/ 2860702 w 4379260"/>
                <a:gd name="connsiteY2839" fmla="*/ 856398 h 6858000"/>
                <a:gd name="connsiteX2840" fmla="*/ 2862334 w 4379260"/>
                <a:gd name="connsiteY2840" fmla="*/ 858030 h 6858000"/>
                <a:gd name="connsiteX2841" fmla="*/ 2861790 w 4379260"/>
                <a:gd name="connsiteY2841" fmla="*/ 859118 h 6858000"/>
                <a:gd name="connsiteX2842" fmla="*/ 2860702 w 4379260"/>
                <a:gd name="connsiteY2842" fmla="*/ 860207 h 6858000"/>
                <a:gd name="connsiteX2843" fmla="*/ 2859069 w 4379260"/>
                <a:gd name="connsiteY2843" fmla="*/ 858030 h 6858000"/>
                <a:gd name="connsiteX2844" fmla="*/ 2859613 w 4379260"/>
                <a:gd name="connsiteY2844" fmla="*/ 856942 h 6858000"/>
                <a:gd name="connsiteX2845" fmla="*/ 2051076 w 4379260"/>
                <a:gd name="connsiteY2845" fmla="*/ 856398 h 6858000"/>
                <a:gd name="connsiteX2846" fmla="*/ 2052709 w 4379260"/>
                <a:gd name="connsiteY2846" fmla="*/ 858030 h 6858000"/>
                <a:gd name="connsiteX2847" fmla="*/ 2052165 w 4379260"/>
                <a:gd name="connsiteY2847" fmla="*/ 859118 h 6858000"/>
                <a:gd name="connsiteX2848" fmla="*/ 2051076 w 4379260"/>
                <a:gd name="connsiteY2848" fmla="*/ 860207 h 6858000"/>
                <a:gd name="connsiteX2849" fmla="*/ 2049444 w 4379260"/>
                <a:gd name="connsiteY2849" fmla="*/ 858030 h 6858000"/>
                <a:gd name="connsiteX2850" fmla="*/ 2049988 w 4379260"/>
                <a:gd name="connsiteY2850" fmla="*/ 856942 h 6858000"/>
                <a:gd name="connsiteX2851" fmla="*/ 2963002 w 4379260"/>
                <a:gd name="connsiteY2851" fmla="*/ 855853 h 6858000"/>
                <a:gd name="connsiteX2852" fmla="*/ 2964090 w 4379260"/>
                <a:gd name="connsiteY2852" fmla="*/ 855853 h 6858000"/>
                <a:gd name="connsiteX2853" fmla="*/ 2966267 w 4379260"/>
                <a:gd name="connsiteY2853" fmla="*/ 856398 h 6858000"/>
                <a:gd name="connsiteX2854" fmla="*/ 2963546 w 4379260"/>
                <a:gd name="connsiteY2854" fmla="*/ 862927 h 6858000"/>
                <a:gd name="connsiteX2855" fmla="*/ 2961370 w 4379260"/>
                <a:gd name="connsiteY2855" fmla="*/ 861295 h 6858000"/>
                <a:gd name="connsiteX2856" fmla="*/ 2960826 w 4379260"/>
                <a:gd name="connsiteY2856" fmla="*/ 858574 h 6858000"/>
                <a:gd name="connsiteX2857" fmla="*/ 2963002 w 4379260"/>
                <a:gd name="connsiteY2857" fmla="*/ 855853 h 6858000"/>
                <a:gd name="connsiteX2858" fmla="*/ 2153377 w 4379260"/>
                <a:gd name="connsiteY2858" fmla="*/ 855853 h 6858000"/>
                <a:gd name="connsiteX2859" fmla="*/ 2154466 w 4379260"/>
                <a:gd name="connsiteY2859" fmla="*/ 855853 h 6858000"/>
                <a:gd name="connsiteX2860" fmla="*/ 2156642 w 4379260"/>
                <a:gd name="connsiteY2860" fmla="*/ 856398 h 6858000"/>
                <a:gd name="connsiteX2861" fmla="*/ 2153921 w 4379260"/>
                <a:gd name="connsiteY2861" fmla="*/ 862927 h 6858000"/>
                <a:gd name="connsiteX2862" fmla="*/ 2151745 w 4379260"/>
                <a:gd name="connsiteY2862" fmla="*/ 861295 h 6858000"/>
                <a:gd name="connsiteX2863" fmla="*/ 2151201 w 4379260"/>
                <a:gd name="connsiteY2863" fmla="*/ 858574 h 6858000"/>
                <a:gd name="connsiteX2864" fmla="*/ 2153377 w 4379260"/>
                <a:gd name="connsiteY2864" fmla="*/ 855853 h 6858000"/>
                <a:gd name="connsiteX2865" fmla="*/ 2921647 w 4379260"/>
                <a:gd name="connsiteY2865" fmla="*/ 852588 h 6858000"/>
                <a:gd name="connsiteX2866" fmla="*/ 2923279 w 4379260"/>
                <a:gd name="connsiteY2866" fmla="*/ 853133 h 6858000"/>
                <a:gd name="connsiteX2867" fmla="*/ 2924912 w 4379260"/>
                <a:gd name="connsiteY2867" fmla="*/ 853677 h 6858000"/>
                <a:gd name="connsiteX2868" fmla="*/ 2924912 w 4379260"/>
                <a:gd name="connsiteY2868" fmla="*/ 855853 h 6858000"/>
                <a:gd name="connsiteX2869" fmla="*/ 2925456 w 4379260"/>
                <a:gd name="connsiteY2869" fmla="*/ 858030 h 6858000"/>
                <a:gd name="connsiteX2870" fmla="*/ 2926000 w 4379260"/>
                <a:gd name="connsiteY2870" fmla="*/ 860207 h 6858000"/>
                <a:gd name="connsiteX2871" fmla="*/ 2925456 w 4379260"/>
                <a:gd name="connsiteY2871" fmla="*/ 862383 h 6858000"/>
                <a:gd name="connsiteX2872" fmla="*/ 2921102 w 4379260"/>
                <a:gd name="connsiteY2872" fmla="*/ 866737 h 6858000"/>
                <a:gd name="connsiteX2873" fmla="*/ 2908587 w 4379260"/>
                <a:gd name="connsiteY2873" fmla="*/ 871090 h 6858000"/>
                <a:gd name="connsiteX2874" fmla="*/ 2905322 w 4379260"/>
                <a:gd name="connsiteY2874" fmla="*/ 868369 h 6858000"/>
                <a:gd name="connsiteX2875" fmla="*/ 2902601 w 4379260"/>
                <a:gd name="connsiteY2875" fmla="*/ 868369 h 6858000"/>
                <a:gd name="connsiteX2876" fmla="*/ 2900425 w 4379260"/>
                <a:gd name="connsiteY2876" fmla="*/ 866192 h 6858000"/>
                <a:gd name="connsiteX2877" fmla="*/ 2898792 w 4379260"/>
                <a:gd name="connsiteY2877" fmla="*/ 871634 h 6858000"/>
                <a:gd name="connsiteX2878" fmla="*/ 2898792 w 4379260"/>
                <a:gd name="connsiteY2878" fmla="*/ 873266 h 6858000"/>
                <a:gd name="connsiteX2879" fmla="*/ 2894983 w 4379260"/>
                <a:gd name="connsiteY2879" fmla="*/ 869457 h 6858000"/>
                <a:gd name="connsiteX2880" fmla="*/ 2892806 w 4379260"/>
                <a:gd name="connsiteY2880" fmla="*/ 870001 h 6858000"/>
                <a:gd name="connsiteX2881" fmla="*/ 2890630 w 4379260"/>
                <a:gd name="connsiteY2881" fmla="*/ 869457 h 6858000"/>
                <a:gd name="connsiteX2882" fmla="*/ 2888998 w 4379260"/>
                <a:gd name="connsiteY2882" fmla="*/ 864016 h 6858000"/>
                <a:gd name="connsiteX2883" fmla="*/ 2888453 w 4379260"/>
                <a:gd name="connsiteY2883" fmla="*/ 864016 h 6858000"/>
                <a:gd name="connsiteX2884" fmla="*/ 2887909 w 4379260"/>
                <a:gd name="connsiteY2884" fmla="*/ 864560 h 6858000"/>
                <a:gd name="connsiteX2885" fmla="*/ 2887909 w 4379260"/>
                <a:gd name="connsiteY2885" fmla="*/ 865104 h 6858000"/>
                <a:gd name="connsiteX2886" fmla="*/ 2886821 w 4379260"/>
                <a:gd name="connsiteY2886" fmla="*/ 865104 h 6858000"/>
                <a:gd name="connsiteX2887" fmla="*/ 2886821 w 4379260"/>
                <a:gd name="connsiteY2887" fmla="*/ 868369 h 6858000"/>
                <a:gd name="connsiteX2888" fmla="*/ 2887909 w 4379260"/>
                <a:gd name="connsiteY2888" fmla="*/ 871090 h 6858000"/>
                <a:gd name="connsiteX2889" fmla="*/ 2887909 w 4379260"/>
                <a:gd name="connsiteY2889" fmla="*/ 872178 h 6858000"/>
                <a:gd name="connsiteX2890" fmla="*/ 2887365 w 4379260"/>
                <a:gd name="connsiteY2890" fmla="*/ 872722 h 6858000"/>
                <a:gd name="connsiteX2891" fmla="*/ 2886277 w 4379260"/>
                <a:gd name="connsiteY2891" fmla="*/ 872178 h 6858000"/>
                <a:gd name="connsiteX2892" fmla="*/ 2883556 w 4379260"/>
                <a:gd name="connsiteY2892" fmla="*/ 868369 h 6858000"/>
                <a:gd name="connsiteX2893" fmla="*/ 2880835 w 4379260"/>
                <a:gd name="connsiteY2893" fmla="*/ 872722 h 6858000"/>
                <a:gd name="connsiteX2894" fmla="*/ 2879203 w 4379260"/>
                <a:gd name="connsiteY2894" fmla="*/ 873266 h 6858000"/>
                <a:gd name="connsiteX2895" fmla="*/ 2877026 w 4379260"/>
                <a:gd name="connsiteY2895" fmla="*/ 874899 h 6858000"/>
                <a:gd name="connsiteX2896" fmla="*/ 2875394 w 4379260"/>
                <a:gd name="connsiteY2896" fmla="*/ 867825 h 6858000"/>
                <a:gd name="connsiteX2897" fmla="*/ 2874850 w 4379260"/>
                <a:gd name="connsiteY2897" fmla="*/ 867281 h 6858000"/>
                <a:gd name="connsiteX2898" fmla="*/ 2874305 w 4379260"/>
                <a:gd name="connsiteY2898" fmla="*/ 867825 h 6858000"/>
                <a:gd name="connsiteX2899" fmla="*/ 2873761 w 4379260"/>
                <a:gd name="connsiteY2899" fmla="*/ 868369 h 6858000"/>
                <a:gd name="connsiteX2900" fmla="*/ 2873217 w 4379260"/>
                <a:gd name="connsiteY2900" fmla="*/ 869457 h 6858000"/>
                <a:gd name="connsiteX2901" fmla="*/ 2869408 w 4379260"/>
                <a:gd name="connsiteY2901" fmla="*/ 860751 h 6858000"/>
                <a:gd name="connsiteX2902" fmla="*/ 2874305 w 4379260"/>
                <a:gd name="connsiteY2902" fmla="*/ 864016 h 6858000"/>
                <a:gd name="connsiteX2903" fmla="*/ 2879203 w 4379260"/>
                <a:gd name="connsiteY2903" fmla="*/ 858030 h 6858000"/>
                <a:gd name="connsiteX2904" fmla="*/ 2880835 w 4379260"/>
                <a:gd name="connsiteY2904" fmla="*/ 862383 h 6858000"/>
                <a:gd name="connsiteX2905" fmla="*/ 2881379 w 4379260"/>
                <a:gd name="connsiteY2905" fmla="*/ 864016 h 6858000"/>
                <a:gd name="connsiteX2906" fmla="*/ 2881924 w 4379260"/>
                <a:gd name="connsiteY2906" fmla="*/ 866192 h 6858000"/>
                <a:gd name="connsiteX2907" fmla="*/ 2882468 w 4379260"/>
                <a:gd name="connsiteY2907" fmla="*/ 866737 h 6858000"/>
                <a:gd name="connsiteX2908" fmla="*/ 2883556 w 4379260"/>
                <a:gd name="connsiteY2908" fmla="*/ 866192 h 6858000"/>
                <a:gd name="connsiteX2909" fmla="*/ 2883556 w 4379260"/>
                <a:gd name="connsiteY2909" fmla="*/ 865648 h 6858000"/>
                <a:gd name="connsiteX2910" fmla="*/ 2882468 w 4379260"/>
                <a:gd name="connsiteY2910" fmla="*/ 864016 h 6858000"/>
                <a:gd name="connsiteX2911" fmla="*/ 2881924 w 4379260"/>
                <a:gd name="connsiteY2911" fmla="*/ 862927 h 6858000"/>
                <a:gd name="connsiteX2912" fmla="*/ 2881924 w 4379260"/>
                <a:gd name="connsiteY2912" fmla="*/ 860751 h 6858000"/>
                <a:gd name="connsiteX2913" fmla="*/ 2884100 w 4379260"/>
                <a:gd name="connsiteY2913" fmla="*/ 860751 h 6858000"/>
                <a:gd name="connsiteX2914" fmla="*/ 2886277 w 4379260"/>
                <a:gd name="connsiteY2914" fmla="*/ 859118 h 6858000"/>
                <a:gd name="connsiteX2915" fmla="*/ 2887909 w 4379260"/>
                <a:gd name="connsiteY2915" fmla="*/ 858574 h 6858000"/>
                <a:gd name="connsiteX2916" fmla="*/ 2890630 w 4379260"/>
                <a:gd name="connsiteY2916" fmla="*/ 861295 h 6858000"/>
                <a:gd name="connsiteX2917" fmla="*/ 2898792 w 4379260"/>
                <a:gd name="connsiteY2917" fmla="*/ 855309 h 6858000"/>
                <a:gd name="connsiteX2918" fmla="*/ 2900425 w 4379260"/>
                <a:gd name="connsiteY2918" fmla="*/ 855309 h 6858000"/>
                <a:gd name="connsiteX2919" fmla="*/ 2905866 w 4379260"/>
                <a:gd name="connsiteY2919" fmla="*/ 860207 h 6858000"/>
                <a:gd name="connsiteX2920" fmla="*/ 2906410 w 4379260"/>
                <a:gd name="connsiteY2920" fmla="*/ 859118 h 6858000"/>
                <a:gd name="connsiteX2921" fmla="*/ 2906410 w 4379260"/>
                <a:gd name="connsiteY2921" fmla="*/ 858030 h 6858000"/>
                <a:gd name="connsiteX2922" fmla="*/ 2907499 w 4379260"/>
                <a:gd name="connsiteY2922" fmla="*/ 855853 h 6858000"/>
                <a:gd name="connsiteX2923" fmla="*/ 2908043 w 4379260"/>
                <a:gd name="connsiteY2923" fmla="*/ 855853 h 6858000"/>
                <a:gd name="connsiteX2924" fmla="*/ 2908587 w 4379260"/>
                <a:gd name="connsiteY2924" fmla="*/ 856398 h 6858000"/>
                <a:gd name="connsiteX2925" fmla="*/ 2909131 w 4379260"/>
                <a:gd name="connsiteY2925" fmla="*/ 858030 h 6858000"/>
                <a:gd name="connsiteX2926" fmla="*/ 2909131 w 4379260"/>
                <a:gd name="connsiteY2926" fmla="*/ 855853 h 6858000"/>
                <a:gd name="connsiteX2927" fmla="*/ 2910219 w 4379260"/>
                <a:gd name="connsiteY2927" fmla="*/ 854221 h 6858000"/>
                <a:gd name="connsiteX2928" fmla="*/ 2912396 w 4379260"/>
                <a:gd name="connsiteY2928" fmla="*/ 855853 h 6858000"/>
                <a:gd name="connsiteX2929" fmla="*/ 2914028 w 4379260"/>
                <a:gd name="connsiteY2929" fmla="*/ 855853 h 6858000"/>
                <a:gd name="connsiteX2930" fmla="*/ 2915117 w 4379260"/>
                <a:gd name="connsiteY2930" fmla="*/ 854765 h 6858000"/>
                <a:gd name="connsiteX2931" fmla="*/ 2916749 w 4379260"/>
                <a:gd name="connsiteY2931" fmla="*/ 854221 h 6858000"/>
                <a:gd name="connsiteX2932" fmla="*/ 2920014 w 4379260"/>
                <a:gd name="connsiteY2932" fmla="*/ 856942 h 6858000"/>
                <a:gd name="connsiteX2933" fmla="*/ 2921647 w 4379260"/>
                <a:gd name="connsiteY2933" fmla="*/ 852588 h 6858000"/>
                <a:gd name="connsiteX2934" fmla="*/ 2886821 w 4379260"/>
                <a:gd name="connsiteY2934" fmla="*/ 852588 h 6858000"/>
                <a:gd name="connsiteX2935" fmla="*/ 2886821 w 4379260"/>
                <a:gd name="connsiteY2935" fmla="*/ 854221 h 6858000"/>
                <a:gd name="connsiteX2936" fmla="*/ 2887365 w 4379260"/>
                <a:gd name="connsiteY2936" fmla="*/ 854765 h 6858000"/>
                <a:gd name="connsiteX2937" fmla="*/ 2886821 w 4379260"/>
                <a:gd name="connsiteY2937" fmla="*/ 854765 h 6858000"/>
                <a:gd name="connsiteX2938" fmla="*/ 2886277 w 4379260"/>
                <a:gd name="connsiteY2938" fmla="*/ 854221 h 6858000"/>
                <a:gd name="connsiteX2939" fmla="*/ 2886277 w 4379260"/>
                <a:gd name="connsiteY2939" fmla="*/ 853133 h 6858000"/>
                <a:gd name="connsiteX2940" fmla="*/ 2112022 w 4379260"/>
                <a:gd name="connsiteY2940" fmla="*/ 852588 h 6858000"/>
                <a:gd name="connsiteX2941" fmla="*/ 2113654 w 4379260"/>
                <a:gd name="connsiteY2941" fmla="*/ 853133 h 6858000"/>
                <a:gd name="connsiteX2942" fmla="*/ 2115286 w 4379260"/>
                <a:gd name="connsiteY2942" fmla="*/ 853677 h 6858000"/>
                <a:gd name="connsiteX2943" fmla="*/ 2115286 w 4379260"/>
                <a:gd name="connsiteY2943" fmla="*/ 855853 h 6858000"/>
                <a:gd name="connsiteX2944" fmla="*/ 2115831 w 4379260"/>
                <a:gd name="connsiteY2944" fmla="*/ 858030 h 6858000"/>
                <a:gd name="connsiteX2945" fmla="*/ 2116375 w 4379260"/>
                <a:gd name="connsiteY2945" fmla="*/ 860207 h 6858000"/>
                <a:gd name="connsiteX2946" fmla="*/ 2115831 w 4379260"/>
                <a:gd name="connsiteY2946" fmla="*/ 862383 h 6858000"/>
                <a:gd name="connsiteX2947" fmla="*/ 2111478 w 4379260"/>
                <a:gd name="connsiteY2947" fmla="*/ 866737 h 6858000"/>
                <a:gd name="connsiteX2948" fmla="*/ 2098962 w 4379260"/>
                <a:gd name="connsiteY2948" fmla="*/ 871090 h 6858000"/>
                <a:gd name="connsiteX2949" fmla="*/ 2095697 w 4379260"/>
                <a:gd name="connsiteY2949" fmla="*/ 868369 h 6858000"/>
                <a:gd name="connsiteX2950" fmla="*/ 2092976 w 4379260"/>
                <a:gd name="connsiteY2950" fmla="*/ 868369 h 6858000"/>
                <a:gd name="connsiteX2951" fmla="*/ 2090800 w 4379260"/>
                <a:gd name="connsiteY2951" fmla="*/ 866192 h 6858000"/>
                <a:gd name="connsiteX2952" fmla="*/ 2089167 w 4379260"/>
                <a:gd name="connsiteY2952" fmla="*/ 871634 h 6858000"/>
                <a:gd name="connsiteX2953" fmla="*/ 2089167 w 4379260"/>
                <a:gd name="connsiteY2953" fmla="*/ 873266 h 6858000"/>
                <a:gd name="connsiteX2954" fmla="*/ 2085358 w 4379260"/>
                <a:gd name="connsiteY2954" fmla="*/ 869457 h 6858000"/>
                <a:gd name="connsiteX2955" fmla="*/ 2083182 w 4379260"/>
                <a:gd name="connsiteY2955" fmla="*/ 870001 h 6858000"/>
                <a:gd name="connsiteX2956" fmla="*/ 2081005 w 4379260"/>
                <a:gd name="connsiteY2956" fmla="*/ 869457 h 6858000"/>
                <a:gd name="connsiteX2957" fmla="*/ 2079372 w 4379260"/>
                <a:gd name="connsiteY2957" fmla="*/ 864016 h 6858000"/>
                <a:gd name="connsiteX2958" fmla="*/ 2078828 w 4379260"/>
                <a:gd name="connsiteY2958" fmla="*/ 864016 h 6858000"/>
                <a:gd name="connsiteX2959" fmla="*/ 2078284 w 4379260"/>
                <a:gd name="connsiteY2959" fmla="*/ 864560 h 6858000"/>
                <a:gd name="connsiteX2960" fmla="*/ 2078284 w 4379260"/>
                <a:gd name="connsiteY2960" fmla="*/ 865104 h 6858000"/>
                <a:gd name="connsiteX2961" fmla="*/ 2077196 w 4379260"/>
                <a:gd name="connsiteY2961" fmla="*/ 865104 h 6858000"/>
                <a:gd name="connsiteX2962" fmla="*/ 2077196 w 4379260"/>
                <a:gd name="connsiteY2962" fmla="*/ 868369 h 6858000"/>
                <a:gd name="connsiteX2963" fmla="*/ 2078284 w 4379260"/>
                <a:gd name="connsiteY2963" fmla="*/ 871090 h 6858000"/>
                <a:gd name="connsiteX2964" fmla="*/ 2078284 w 4379260"/>
                <a:gd name="connsiteY2964" fmla="*/ 872178 h 6858000"/>
                <a:gd name="connsiteX2965" fmla="*/ 2077740 w 4379260"/>
                <a:gd name="connsiteY2965" fmla="*/ 872722 h 6858000"/>
                <a:gd name="connsiteX2966" fmla="*/ 2076652 w 4379260"/>
                <a:gd name="connsiteY2966" fmla="*/ 872178 h 6858000"/>
                <a:gd name="connsiteX2967" fmla="*/ 2073931 w 4379260"/>
                <a:gd name="connsiteY2967" fmla="*/ 868369 h 6858000"/>
                <a:gd name="connsiteX2968" fmla="*/ 2071210 w 4379260"/>
                <a:gd name="connsiteY2968" fmla="*/ 872722 h 6858000"/>
                <a:gd name="connsiteX2969" fmla="*/ 2069578 w 4379260"/>
                <a:gd name="connsiteY2969" fmla="*/ 873266 h 6858000"/>
                <a:gd name="connsiteX2970" fmla="*/ 2067401 w 4379260"/>
                <a:gd name="connsiteY2970" fmla="*/ 874899 h 6858000"/>
                <a:gd name="connsiteX2971" fmla="*/ 2065769 w 4379260"/>
                <a:gd name="connsiteY2971" fmla="*/ 867825 h 6858000"/>
                <a:gd name="connsiteX2972" fmla="*/ 2065224 w 4379260"/>
                <a:gd name="connsiteY2972" fmla="*/ 867281 h 6858000"/>
                <a:gd name="connsiteX2973" fmla="*/ 2064680 w 4379260"/>
                <a:gd name="connsiteY2973" fmla="*/ 867825 h 6858000"/>
                <a:gd name="connsiteX2974" fmla="*/ 2064136 w 4379260"/>
                <a:gd name="connsiteY2974" fmla="*/ 868369 h 6858000"/>
                <a:gd name="connsiteX2975" fmla="*/ 2063592 w 4379260"/>
                <a:gd name="connsiteY2975" fmla="*/ 869457 h 6858000"/>
                <a:gd name="connsiteX2976" fmla="*/ 2059783 w 4379260"/>
                <a:gd name="connsiteY2976" fmla="*/ 860751 h 6858000"/>
                <a:gd name="connsiteX2977" fmla="*/ 2064680 w 4379260"/>
                <a:gd name="connsiteY2977" fmla="*/ 864016 h 6858000"/>
                <a:gd name="connsiteX2978" fmla="*/ 2069578 w 4379260"/>
                <a:gd name="connsiteY2978" fmla="*/ 858030 h 6858000"/>
                <a:gd name="connsiteX2979" fmla="*/ 2071210 w 4379260"/>
                <a:gd name="connsiteY2979" fmla="*/ 862383 h 6858000"/>
                <a:gd name="connsiteX2980" fmla="*/ 2071754 w 4379260"/>
                <a:gd name="connsiteY2980" fmla="*/ 864016 h 6858000"/>
                <a:gd name="connsiteX2981" fmla="*/ 2072298 w 4379260"/>
                <a:gd name="connsiteY2981" fmla="*/ 866192 h 6858000"/>
                <a:gd name="connsiteX2982" fmla="*/ 2072843 w 4379260"/>
                <a:gd name="connsiteY2982" fmla="*/ 866737 h 6858000"/>
                <a:gd name="connsiteX2983" fmla="*/ 2073931 w 4379260"/>
                <a:gd name="connsiteY2983" fmla="*/ 866192 h 6858000"/>
                <a:gd name="connsiteX2984" fmla="*/ 2073931 w 4379260"/>
                <a:gd name="connsiteY2984" fmla="*/ 865648 h 6858000"/>
                <a:gd name="connsiteX2985" fmla="*/ 2072843 w 4379260"/>
                <a:gd name="connsiteY2985" fmla="*/ 864016 h 6858000"/>
                <a:gd name="connsiteX2986" fmla="*/ 2072298 w 4379260"/>
                <a:gd name="connsiteY2986" fmla="*/ 862927 h 6858000"/>
                <a:gd name="connsiteX2987" fmla="*/ 2072298 w 4379260"/>
                <a:gd name="connsiteY2987" fmla="*/ 860751 h 6858000"/>
                <a:gd name="connsiteX2988" fmla="*/ 2074475 w 4379260"/>
                <a:gd name="connsiteY2988" fmla="*/ 860751 h 6858000"/>
                <a:gd name="connsiteX2989" fmla="*/ 2076652 w 4379260"/>
                <a:gd name="connsiteY2989" fmla="*/ 859118 h 6858000"/>
                <a:gd name="connsiteX2990" fmla="*/ 2078284 w 4379260"/>
                <a:gd name="connsiteY2990" fmla="*/ 858574 h 6858000"/>
                <a:gd name="connsiteX2991" fmla="*/ 2081005 w 4379260"/>
                <a:gd name="connsiteY2991" fmla="*/ 861295 h 6858000"/>
                <a:gd name="connsiteX2992" fmla="*/ 2089167 w 4379260"/>
                <a:gd name="connsiteY2992" fmla="*/ 855309 h 6858000"/>
                <a:gd name="connsiteX2993" fmla="*/ 2090800 w 4379260"/>
                <a:gd name="connsiteY2993" fmla="*/ 855309 h 6858000"/>
                <a:gd name="connsiteX2994" fmla="*/ 2096241 w 4379260"/>
                <a:gd name="connsiteY2994" fmla="*/ 860207 h 6858000"/>
                <a:gd name="connsiteX2995" fmla="*/ 2096785 w 4379260"/>
                <a:gd name="connsiteY2995" fmla="*/ 859118 h 6858000"/>
                <a:gd name="connsiteX2996" fmla="*/ 2096785 w 4379260"/>
                <a:gd name="connsiteY2996" fmla="*/ 858030 h 6858000"/>
                <a:gd name="connsiteX2997" fmla="*/ 2097874 w 4379260"/>
                <a:gd name="connsiteY2997" fmla="*/ 855853 h 6858000"/>
                <a:gd name="connsiteX2998" fmla="*/ 2098418 w 4379260"/>
                <a:gd name="connsiteY2998" fmla="*/ 855853 h 6858000"/>
                <a:gd name="connsiteX2999" fmla="*/ 2098962 w 4379260"/>
                <a:gd name="connsiteY2999" fmla="*/ 856398 h 6858000"/>
                <a:gd name="connsiteX3000" fmla="*/ 2099506 w 4379260"/>
                <a:gd name="connsiteY3000" fmla="*/ 858030 h 6858000"/>
                <a:gd name="connsiteX3001" fmla="*/ 2099506 w 4379260"/>
                <a:gd name="connsiteY3001" fmla="*/ 855853 h 6858000"/>
                <a:gd name="connsiteX3002" fmla="*/ 2100594 w 4379260"/>
                <a:gd name="connsiteY3002" fmla="*/ 854221 h 6858000"/>
                <a:gd name="connsiteX3003" fmla="*/ 2102771 w 4379260"/>
                <a:gd name="connsiteY3003" fmla="*/ 855853 h 6858000"/>
                <a:gd name="connsiteX3004" fmla="*/ 2104404 w 4379260"/>
                <a:gd name="connsiteY3004" fmla="*/ 855853 h 6858000"/>
                <a:gd name="connsiteX3005" fmla="*/ 2105492 w 4379260"/>
                <a:gd name="connsiteY3005" fmla="*/ 854765 h 6858000"/>
                <a:gd name="connsiteX3006" fmla="*/ 2107124 w 4379260"/>
                <a:gd name="connsiteY3006" fmla="*/ 854221 h 6858000"/>
                <a:gd name="connsiteX3007" fmla="*/ 2110389 w 4379260"/>
                <a:gd name="connsiteY3007" fmla="*/ 856942 h 6858000"/>
                <a:gd name="connsiteX3008" fmla="*/ 2112022 w 4379260"/>
                <a:gd name="connsiteY3008" fmla="*/ 852588 h 6858000"/>
                <a:gd name="connsiteX3009" fmla="*/ 2077196 w 4379260"/>
                <a:gd name="connsiteY3009" fmla="*/ 852588 h 6858000"/>
                <a:gd name="connsiteX3010" fmla="*/ 2077196 w 4379260"/>
                <a:gd name="connsiteY3010" fmla="*/ 854221 h 6858000"/>
                <a:gd name="connsiteX3011" fmla="*/ 2077740 w 4379260"/>
                <a:gd name="connsiteY3011" fmla="*/ 854765 h 6858000"/>
                <a:gd name="connsiteX3012" fmla="*/ 2077196 w 4379260"/>
                <a:gd name="connsiteY3012" fmla="*/ 854765 h 6858000"/>
                <a:gd name="connsiteX3013" fmla="*/ 2076652 w 4379260"/>
                <a:gd name="connsiteY3013" fmla="*/ 854221 h 6858000"/>
                <a:gd name="connsiteX3014" fmla="*/ 2076652 w 4379260"/>
                <a:gd name="connsiteY3014" fmla="*/ 853133 h 6858000"/>
                <a:gd name="connsiteX3015" fmla="*/ 2939060 w 4379260"/>
                <a:gd name="connsiteY3015" fmla="*/ 851500 h 6858000"/>
                <a:gd name="connsiteX3016" fmla="*/ 2943413 w 4379260"/>
                <a:gd name="connsiteY3016" fmla="*/ 852044 h 6858000"/>
                <a:gd name="connsiteX3017" fmla="*/ 2937971 w 4379260"/>
                <a:gd name="connsiteY3017" fmla="*/ 865104 h 6858000"/>
                <a:gd name="connsiteX3018" fmla="*/ 2926544 w 4379260"/>
                <a:gd name="connsiteY3018" fmla="*/ 866737 h 6858000"/>
                <a:gd name="connsiteX3019" fmla="*/ 2930897 w 4379260"/>
                <a:gd name="connsiteY3019" fmla="*/ 854221 h 6858000"/>
                <a:gd name="connsiteX3020" fmla="*/ 2931441 w 4379260"/>
                <a:gd name="connsiteY3020" fmla="*/ 855309 h 6858000"/>
                <a:gd name="connsiteX3021" fmla="*/ 2931986 w 4379260"/>
                <a:gd name="connsiteY3021" fmla="*/ 856942 h 6858000"/>
                <a:gd name="connsiteX3022" fmla="*/ 2933618 w 4379260"/>
                <a:gd name="connsiteY3022" fmla="*/ 854765 h 6858000"/>
                <a:gd name="connsiteX3023" fmla="*/ 2934706 w 4379260"/>
                <a:gd name="connsiteY3023" fmla="*/ 856942 h 6858000"/>
                <a:gd name="connsiteX3024" fmla="*/ 2936339 w 4379260"/>
                <a:gd name="connsiteY3024" fmla="*/ 856942 h 6858000"/>
                <a:gd name="connsiteX3025" fmla="*/ 2937427 w 4379260"/>
                <a:gd name="connsiteY3025" fmla="*/ 855309 h 6858000"/>
                <a:gd name="connsiteX3026" fmla="*/ 2940148 w 4379260"/>
                <a:gd name="connsiteY3026" fmla="*/ 853133 h 6858000"/>
                <a:gd name="connsiteX3027" fmla="*/ 2939060 w 4379260"/>
                <a:gd name="connsiteY3027" fmla="*/ 851500 h 6858000"/>
                <a:gd name="connsiteX3028" fmla="*/ 2129434 w 4379260"/>
                <a:gd name="connsiteY3028" fmla="*/ 851500 h 6858000"/>
                <a:gd name="connsiteX3029" fmla="*/ 2133788 w 4379260"/>
                <a:gd name="connsiteY3029" fmla="*/ 852044 h 6858000"/>
                <a:gd name="connsiteX3030" fmla="*/ 2128346 w 4379260"/>
                <a:gd name="connsiteY3030" fmla="*/ 865104 h 6858000"/>
                <a:gd name="connsiteX3031" fmla="*/ 2116919 w 4379260"/>
                <a:gd name="connsiteY3031" fmla="*/ 866737 h 6858000"/>
                <a:gd name="connsiteX3032" fmla="*/ 2121272 w 4379260"/>
                <a:gd name="connsiteY3032" fmla="*/ 854221 h 6858000"/>
                <a:gd name="connsiteX3033" fmla="*/ 2121816 w 4379260"/>
                <a:gd name="connsiteY3033" fmla="*/ 855309 h 6858000"/>
                <a:gd name="connsiteX3034" fmla="*/ 2122360 w 4379260"/>
                <a:gd name="connsiteY3034" fmla="*/ 856942 h 6858000"/>
                <a:gd name="connsiteX3035" fmla="*/ 2123993 w 4379260"/>
                <a:gd name="connsiteY3035" fmla="*/ 854765 h 6858000"/>
                <a:gd name="connsiteX3036" fmla="*/ 2125081 w 4379260"/>
                <a:gd name="connsiteY3036" fmla="*/ 856942 h 6858000"/>
                <a:gd name="connsiteX3037" fmla="*/ 2126714 w 4379260"/>
                <a:gd name="connsiteY3037" fmla="*/ 856942 h 6858000"/>
                <a:gd name="connsiteX3038" fmla="*/ 2127802 w 4379260"/>
                <a:gd name="connsiteY3038" fmla="*/ 855309 h 6858000"/>
                <a:gd name="connsiteX3039" fmla="*/ 2130523 w 4379260"/>
                <a:gd name="connsiteY3039" fmla="*/ 853133 h 6858000"/>
                <a:gd name="connsiteX3040" fmla="*/ 2129434 w 4379260"/>
                <a:gd name="connsiteY3040" fmla="*/ 851500 h 6858000"/>
                <a:gd name="connsiteX3041" fmla="*/ 2968444 w 4379260"/>
                <a:gd name="connsiteY3041" fmla="*/ 850412 h 6858000"/>
                <a:gd name="connsiteX3042" fmla="*/ 2970076 w 4379260"/>
                <a:gd name="connsiteY3042" fmla="*/ 853133 h 6858000"/>
                <a:gd name="connsiteX3043" fmla="*/ 2969532 w 4379260"/>
                <a:gd name="connsiteY3043" fmla="*/ 855853 h 6858000"/>
                <a:gd name="connsiteX3044" fmla="*/ 2968988 w 4379260"/>
                <a:gd name="connsiteY3044" fmla="*/ 853677 h 6858000"/>
                <a:gd name="connsiteX3045" fmla="*/ 2967900 w 4379260"/>
                <a:gd name="connsiteY3045" fmla="*/ 853133 h 6858000"/>
                <a:gd name="connsiteX3046" fmla="*/ 2968444 w 4379260"/>
                <a:gd name="connsiteY3046" fmla="*/ 850412 h 6858000"/>
                <a:gd name="connsiteX3047" fmla="*/ 2851451 w 4379260"/>
                <a:gd name="connsiteY3047" fmla="*/ 850412 h 6858000"/>
                <a:gd name="connsiteX3048" fmla="*/ 2851995 w 4379260"/>
                <a:gd name="connsiteY3048" fmla="*/ 850956 h 6858000"/>
                <a:gd name="connsiteX3049" fmla="*/ 2852539 w 4379260"/>
                <a:gd name="connsiteY3049" fmla="*/ 850956 h 6858000"/>
                <a:gd name="connsiteX3050" fmla="*/ 2852539 w 4379260"/>
                <a:gd name="connsiteY3050" fmla="*/ 852044 h 6858000"/>
                <a:gd name="connsiteX3051" fmla="*/ 2851451 w 4379260"/>
                <a:gd name="connsiteY3051" fmla="*/ 853677 h 6858000"/>
                <a:gd name="connsiteX3052" fmla="*/ 2850907 w 4379260"/>
                <a:gd name="connsiteY3052" fmla="*/ 851500 h 6858000"/>
                <a:gd name="connsiteX3053" fmla="*/ 2851451 w 4379260"/>
                <a:gd name="connsiteY3053" fmla="*/ 850412 h 6858000"/>
                <a:gd name="connsiteX3054" fmla="*/ 2158819 w 4379260"/>
                <a:gd name="connsiteY3054" fmla="*/ 850412 h 6858000"/>
                <a:gd name="connsiteX3055" fmla="*/ 2160451 w 4379260"/>
                <a:gd name="connsiteY3055" fmla="*/ 853133 h 6858000"/>
                <a:gd name="connsiteX3056" fmla="*/ 2159907 w 4379260"/>
                <a:gd name="connsiteY3056" fmla="*/ 855853 h 6858000"/>
                <a:gd name="connsiteX3057" fmla="*/ 2159363 w 4379260"/>
                <a:gd name="connsiteY3057" fmla="*/ 853677 h 6858000"/>
                <a:gd name="connsiteX3058" fmla="*/ 2158275 w 4379260"/>
                <a:gd name="connsiteY3058" fmla="*/ 853133 h 6858000"/>
                <a:gd name="connsiteX3059" fmla="*/ 2158819 w 4379260"/>
                <a:gd name="connsiteY3059" fmla="*/ 850412 h 6858000"/>
                <a:gd name="connsiteX3060" fmla="*/ 2041826 w 4379260"/>
                <a:gd name="connsiteY3060" fmla="*/ 850412 h 6858000"/>
                <a:gd name="connsiteX3061" fmla="*/ 2042370 w 4379260"/>
                <a:gd name="connsiteY3061" fmla="*/ 850956 h 6858000"/>
                <a:gd name="connsiteX3062" fmla="*/ 2042914 w 4379260"/>
                <a:gd name="connsiteY3062" fmla="*/ 850956 h 6858000"/>
                <a:gd name="connsiteX3063" fmla="*/ 2042914 w 4379260"/>
                <a:gd name="connsiteY3063" fmla="*/ 852044 h 6858000"/>
                <a:gd name="connsiteX3064" fmla="*/ 2041826 w 4379260"/>
                <a:gd name="connsiteY3064" fmla="*/ 853677 h 6858000"/>
                <a:gd name="connsiteX3065" fmla="*/ 2041282 w 4379260"/>
                <a:gd name="connsiteY3065" fmla="*/ 851500 h 6858000"/>
                <a:gd name="connsiteX3066" fmla="*/ 2041826 w 4379260"/>
                <a:gd name="connsiteY3066" fmla="*/ 850412 h 6858000"/>
                <a:gd name="connsiteX3067" fmla="*/ 1141262 w 4379260"/>
                <a:gd name="connsiteY3067" fmla="*/ 846603 h 6858000"/>
                <a:gd name="connsiteX3068" fmla="*/ 1141262 w 4379260"/>
                <a:gd name="connsiteY3068" fmla="*/ 847691 h 6858000"/>
                <a:gd name="connsiteX3069" fmla="*/ 1135277 w 4379260"/>
                <a:gd name="connsiteY3069" fmla="*/ 863472 h 6858000"/>
                <a:gd name="connsiteX3070" fmla="*/ 1129835 w 4379260"/>
                <a:gd name="connsiteY3070" fmla="*/ 872722 h 6858000"/>
                <a:gd name="connsiteX3071" fmla="*/ 1127114 w 4379260"/>
                <a:gd name="connsiteY3071" fmla="*/ 877075 h 6858000"/>
                <a:gd name="connsiteX3072" fmla="*/ 1124394 w 4379260"/>
                <a:gd name="connsiteY3072" fmla="*/ 880884 h 6858000"/>
                <a:gd name="connsiteX3073" fmla="*/ 1132012 w 4379260"/>
                <a:gd name="connsiteY3073" fmla="*/ 862383 h 6858000"/>
                <a:gd name="connsiteX3074" fmla="*/ 1136909 w 4379260"/>
                <a:gd name="connsiteY3074" fmla="*/ 855309 h 6858000"/>
                <a:gd name="connsiteX3075" fmla="*/ 1141262 w 4379260"/>
                <a:gd name="connsiteY3075" fmla="*/ 846603 h 6858000"/>
                <a:gd name="connsiteX3076" fmla="*/ 2293769 w 4379260"/>
                <a:gd name="connsiteY3076" fmla="*/ 846455 h 6858000"/>
                <a:gd name="connsiteX3077" fmla="*/ 2298122 w 4379260"/>
                <a:gd name="connsiteY3077" fmla="*/ 848235 h 6858000"/>
                <a:gd name="connsiteX3078" fmla="*/ 2298122 w 4379260"/>
                <a:gd name="connsiteY3078" fmla="*/ 849868 h 6858000"/>
                <a:gd name="connsiteX3079" fmla="*/ 2297034 w 4379260"/>
                <a:gd name="connsiteY3079" fmla="*/ 851500 h 6858000"/>
                <a:gd name="connsiteX3080" fmla="*/ 2295401 w 4379260"/>
                <a:gd name="connsiteY3080" fmla="*/ 850956 h 6858000"/>
                <a:gd name="connsiteX3081" fmla="*/ 2294313 w 4379260"/>
                <a:gd name="connsiteY3081" fmla="*/ 851500 h 6858000"/>
                <a:gd name="connsiteX3082" fmla="*/ 2293769 w 4379260"/>
                <a:gd name="connsiteY3082" fmla="*/ 848779 h 6858000"/>
                <a:gd name="connsiteX3083" fmla="*/ 3103394 w 4379260"/>
                <a:gd name="connsiteY3083" fmla="*/ 846454 h 6858000"/>
                <a:gd name="connsiteX3084" fmla="*/ 3107747 w 4379260"/>
                <a:gd name="connsiteY3084" fmla="*/ 848235 h 6858000"/>
                <a:gd name="connsiteX3085" fmla="*/ 3107747 w 4379260"/>
                <a:gd name="connsiteY3085" fmla="*/ 849868 h 6858000"/>
                <a:gd name="connsiteX3086" fmla="*/ 3106658 w 4379260"/>
                <a:gd name="connsiteY3086" fmla="*/ 851500 h 6858000"/>
                <a:gd name="connsiteX3087" fmla="*/ 3105026 w 4379260"/>
                <a:gd name="connsiteY3087" fmla="*/ 850956 h 6858000"/>
                <a:gd name="connsiteX3088" fmla="*/ 3103938 w 4379260"/>
                <a:gd name="connsiteY3088" fmla="*/ 851500 h 6858000"/>
                <a:gd name="connsiteX3089" fmla="*/ 3103394 w 4379260"/>
                <a:gd name="connsiteY3089" fmla="*/ 848779 h 6858000"/>
                <a:gd name="connsiteX3090" fmla="*/ 2874850 w 4379260"/>
                <a:gd name="connsiteY3090" fmla="*/ 846059 h 6858000"/>
                <a:gd name="connsiteX3091" fmla="*/ 2874305 w 4379260"/>
                <a:gd name="connsiteY3091" fmla="*/ 848779 h 6858000"/>
                <a:gd name="connsiteX3092" fmla="*/ 2873761 w 4379260"/>
                <a:gd name="connsiteY3092" fmla="*/ 848235 h 6858000"/>
                <a:gd name="connsiteX3093" fmla="*/ 2872673 w 4379260"/>
                <a:gd name="connsiteY3093" fmla="*/ 848235 h 6858000"/>
                <a:gd name="connsiteX3094" fmla="*/ 2873217 w 4379260"/>
                <a:gd name="connsiteY3094" fmla="*/ 846603 h 6858000"/>
                <a:gd name="connsiteX3095" fmla="*/ 2873761 w 4379260"/>
                <a:gd name="connsiteY3095" fmla="*/ 846603 h 6858000"/>
                <a:gd name="connsiteX3096" fmla="*/ 2065224 w 4379260"/>
                <a:gd name="connsiteY3096" fmla="*/ 846059 h 6858000"/>
                <a:gd name="connsiteX3097" fmla="*/ 2064680 w 4379260"/>
                <a:gd name="connsiteY3097" fmla="*/ 848779 h 6858000"/>
                <a:gd name="connsiteX3098" fmla="*/ 2064136 w 4379260"/>
                <a:gd name="connsiteY3098" fmla="*/ 848235 h 6858000"/>
                <a:gd name="connsiteX3099" fmla="*/ 2063048 w 4379260"/>
                <a:gd name="connsiteY3099" fmla="*/ 848235 h 6858000"/>
                <a:gd name="connsiteX3100" fmla="*/ 2063592 w 4379260"/>
                <a:gd name="connsiteY3100" fmla="*/ 846603 h 6858000"/>
                <a:gd name="connsiteX3101" fmla="*/ 2064136 w 4379260"/>
                <a:gd name="connsiteY3101" fmla="*/ 846603 h 6858000"/>
                <a:gd name="connsiteX3102" fmla="*/ 3103394 w 4379260"/>
                <a:gd name="connsiteY3102" fmla="*/ 845514 h 6858000"/>
                <a:gd name="connsiteX3103" fmla="*/ 3103394 w 4379260"/>
                <a:gd name="connsiteY3103" fmla="*/ 846454 h 6858000"/>
                <a:gd name="connsiteX3104" fmla="*/ 3102463 w 4379260"/>
                <a:gd name="connsiteY3104" fmla="*/ 846073 h 6858000"/>
                <a:gd name="connsiteX3105" fmla="*/ 2293769 w 4379260"/>
                <a:gd name="connsiteY3105" fmla="*/ 845514 h 6858000"/>
                <a:gd name="connsiteX3106" fmla="*/ 2293769 w 4379260"/>
                <a:gd name="connsiteY3106" fmla="*/ 846455 h 6858000"/>
                <a:gd name="connsiteX3107" fmla="*/ 2292837 w 4379260"/>
                <a:gd name="connsiteY3107" fmla="*/ 846073 h 6858000"/>
                <a:gd name="connsiteX3108" fmla="*/ 2893895 w 4379260"/>
                <a:gd name="connsiteY3108" fmla="*/ 844426 h 6858000"/>
                <a:gd name="connsiteX3109" fmla="*/ 2894439 w 4379260"/>
                <a:gd name="connsiteY3109" fmla="*/ 844970 h 6858000"/>
                <a:gd name="connsiteX3110" fmla="*/ 2894983 w 4379260"/>
                <a:gd name="connsiteY3110" fmla="*/ 847147 h 6858000"/>
                <a:gd name="connsiteX3111" fmla="*/ 2893895 w 4379260"/>
                <a:gd name="connsiteY3111" fmla="*/ 847691 h 6858000"/>
                <a:gd name="connsiteX3112" fmla="*/ 2893895 w 4379260"/>
                <a:gd name="connsiteY3112" fmla="*/ 847147 h 6858000"/>
                <a:gd name="connsiteX3113" fmla="*/ 2893351 w 4379260"/>
                <a:gd name="connsiteY3113" fmla="*/ 847147 h 6858000"/>
                <a:gd name="connsiteX3114" fmla="*/ 2892806 w 4379260"/>
                <a:gd name="connsiteY3114" fmla="*/ 846059 h 6858000"/>
                <a:gd name="connsiteX3115" fmla="*/ 2893895 w 4379260"/>
                <a:gd name="connsiteY3115" fmla="*/ 844970 h 6858000"/>
                <a:gd name="connsiteX3116" fmla="*/ 2084270 w 4379260"/>
                <a:gd name="connsiteY3116" fmla="*/ 844426 h 6858000"/>
                <a:gd name="connsiteX3117" fmla="*/ 2084814 w 4379260"/>
                <a:gd name="connsiteY3117" fmla="*/ 844970 h 6858000"/>
                <a:gd name="connsiteX3118" fmla="*/ 2085358 w 4379260"/>
                <a:gd name="connsiteY3118" fmla="*/ 847147 h 6858000"/>
                <a:gd name="connsiteX3119" fmla="*/ 2084270 w 4379260"/>
                <a:gd name="connsiteY3119" fmla="*/ 847691 h 6858000"/>
                <a:gd name="connsiteX3120" fmla="*/ 2084270 w 4379260"/>
                <a:gd name="connsiteY3120" fmla="*/ 847147 h 6858000"/>
                <a:gd name="connsiteX3121" fmla="*/ 2083726 w 4379260"/>
                <a:gd name="connsiteY3121" fmla="*/ 847147 h 6858000"/>
                <a:gd name="connsiteX3122" fmla="*/ 2083182 w 4379260"/>
                <a:gd name="connsiteY3122" fmla="*/ 846059 h 6858000"/>
                <a:gd name="connsiteX3123" fmla="*/ 2084270 w 4379260"/>
                <a:gd name="connsiteY3123" fmla="*/ 844970 h 6858000"/>
                <a:gd name="connsiteX3124" fmla="*/ 3000549 w 4379260"/>
                <a:gd name="connsiteY3124" fmla="*/ 842794 h 6858000"/>
                <a:gd name="connsiteX3125" fmla="*/ 3000549 w 4379260"/>
                <a:gd name="connsiteY3125" fmla="*/ 843882 h 6858000"/>
                <a:gd name="connsiteX3126" fmla="*/ 2999460 w 4379260"/>
                <a:gd name="connsiteY3126" fmla="*/ 845514 h 6858000"/>
                <a:gd name="connsiteX3127" fmla="*/ 2997828 w 4379260"/>
                <a:gd name="connsiteY3127" fmla="*/ 845514 h 6858000"/>
                <a:gd name="connsiteX3128" fmla="*/ 2998916 w 4379260"/>
                <a:gd name="connsiteY3128" fmla="*/ 843338 h 6858000"/>
                <a:gd name="connsiteX3129" fmla="*/ 2999460 w 4379260"/>
                <a:gd name="connsiteY3129" fmla="*/ 843338 h 6858000"/>
                <a:gd name="connsiteX3130" fmla="*/ 2990210 w 4379260"/>
                <a:gd name="connsiteY3130" fmla="*/ 842794 h 6858000"/>
                <a:gd name="connsiteX3131" fmla="*/ 2990754 w 4379260"/>
                <a:gd name="connsiteY3131" fmla="*/ 844970 h 6858000"/>
                <a:gd name="connsiteX3132" fmla="*/ 2989666 w 4379260"/>
                <a:gd name="connsiteY3132" fmla="*/ 845514 h 6858000"/>
                <a:gd name="connsiteX3133" fmla="*/ 2989122 w 4379260"/>
                <a:gd name="connsiteY3133" fmla="*/ 843882 h 6858000"/>
                <a:gd name="connsiteX3134" fmla="*/ 2990210 w 4379260"/>
                <a:gd name="connsiteY3134" fmla="*/ 842794 h 6858000"/>
                <a:gd name="connsiteX3135" fmla="*/ 2190924 w 4379260"/>
                <a:gd name="connsiteY3135" fmla="*/ 842794 h 6858000"/>
                <a:gd name="connsiteX3136" fmla="*/ 2190924 w 4379260"/>
                <a:gd name="connsiteY3136" fmla="*/ 843882 h 6858000"/>
                <a:gd name="connsiteX3137" fmla="*/ 2189836 w 4379260"/>
                <a:gd name="connsiteY3137" fmla="*/ 845514 h 6858000"/>
                <a:gd name="connsiteX3138" fmla="*/ 2188203 w 4379260"/>
                <a:gd name="connsiteY3138" fmla="*/ 845514 h 6858000"/>
                <a:gd name="connsiteX3139" fmla="*/ 2189291 w 4379260"/>
                <a:gd name="connsiteY3139" fmla="*/ 843338 h 6858000"/>
                <a:gd name="connsiteX3140" fmla="*/ 2189836 w 4379260"/>
                <a:gd name="connsiteY3140" fmla="*/ 843338 h 6858000"/>
                <a:gd name="connsiteX3141" fmla="*/ 2180585 w 4379260"/>
                <a:gd name="connsiteY3141" fmla="*/ 842794 h 6858000"/>
                <a:gd name="connsiteX3142" fmla="*/ 2181129 w 4379260"/>
                <a:gd name="connsiteY3142" fmla="*/ 844970 h 6858000"/>
                <a:gd name="connsiteX3143" fmla="*/ 2180041 w 4379260"/>
                <a:gd name="connsiteY3143" fmla="*/ 845514 h 6858000"/>
                <a:gd name="connsiteX3144" fmla="*/ 2179497 w 4379260"/>
                <a:gd name="connsiteY3144" fmla="*/ 843882 h 6858000"/>
                <a:gd name="connsiteX3145" fmla="*/ 2180585 w 4379260"/>
                <a:gd name="connsiteY3145" fmla="*/ 842794 h 6858000"/>
                <a:gd name="connsiteX3146" fmla="*/ 3083260 w 4379260"/>
                <a:gd name="connsiteY3146" fmla="*/ 842250 h 6858000"/>
                <a:gd name="connsiteX3147" fmla="*/ 3083804 w 4379260"/>
                <a:gd name="connsiteY3147" fmla="*/ 843882 h 6858000"/>
                <a:gd name="connsiteX3148" fmla="*/ 3083260 w 4379260"/>
                <a:gd name="connsiteY3148" fmla="*/ 845514 h 6858000"/>
                <a:gd name="connsiteX3149" fmla="*/ 3089246 w 4379260"/>
                <a:gd name="connsiteY3149" fmla="*/ 844426 h 6858000"/>
                <a:gd name="connsiteX3150" fmla="*/ 3095776 w 4379260"/>
                <a:gd name="connsiteY3150" fmla="*/ 843338 h 6858000"/>
                <a:gd name="connsiteX3151" fmla="*/ 3102463 w 4379260"/>
                <a:gd name="connsiteY3151" fmla="*/ 846073 h 6858000"/>
                <a:gd name="connsiteX3152" fmla="*/ 3089790 w 4379260"/>
                <a:gd name="connsiteY3152" fmla="*/ 853677 h 6858000"/>
                <a:gd name="connsiteX3153" fmla="*/ 3085981 w 4379260"/>
                <a:gd name="connsiteY3153" fmla="*/ 854221 h 6858000"/>
                <a:gd name="connsiteX3154" fmla="*/ 3082172 w 4379260"/>
                <a:gd name="connsiteY3154" fmla="*/ 854221 h 6858000"/>
                <a:gd name="connsiteX3155" fmla="*/ 3074554 w 4379260"/>
                <a:gd name="connsiteY3155" fmla="*/ 858574 h 6858000"/>
                <a:gd name="connsiteX3156" fmla="*/ 3070200 w 4379260"/>
                <a:gd name="connsiteY3156" fmla="*/ 856942 h 6858000"/>
                <a:gd name="connsiteX3157" fmla="*/ 3068568 w 4379260"/>
                <a:gd name="connsiteY3157" fmla="*/ 857486 h 6858000"/>
                <a:gd name="connsiteX3158" fmla="*/ 3066391 w 4379260"/>
                <a:gd name="connsiteY3158" fmla="*/ 858574 h 6858000"/>
                <a:gd name="connsiteX3159" fmla="*/ 3063126 w 4379260"/>
                <a:gd name="connsiteY3159" fmla="*/ 859118 h 6858000"/>
                <a:gd name="connsiteX3160" fmla="*/ 3058229 w 4379260"/>
                <a:gd name="connsiteY3160" fmla="*/ 856398 h 6858000"/>
                <a:gd name="connsiteX3161" fmla="*/ 3057141 w 4379260"/>
                <a:gd name="connsiteY3161" fmla="*/ 857486 h 6858000"/>
                <a:gd name="connsiteX3162" fmla="*/ 3057141 w 4379260"/>
                <a:gd name="connsiteY3162" fmla="*/ 859662 h 6858000"/>
                <a:gd name="connsiteX3163" fmla="*/ 3056052 w 4379260"/>
                <a:gd name="connsiteY3163" fmla="*/ 861839 h 6858000"/>
                <a:gd name="connsiteX3164" fmla="*/ 3041904 w 4379260"/>
                <a:gd name="connsiteY3164" fmla="*/ 859662 h 6858000"/>
                <a:gd name="connsiteX3165" fmla="*/ 3029389 w 4379260"/>
                <a:gd name="connsiteY3165" fmla="*/ 860751 h 6858000"/>
                <a:gd name="connsiteX3166" fmla="*/ 3016329 w 4379260"/>
                <a:gd name="connsiteY3166" fmla="*/ 861839 h 6858000"/>
                <a:gd name="connsiteX3167" fmla="*/ 3003270 w 4379260"/>
                <a:gd name="connsiteY3167" fmla="*/ 860751 h 6858000"/>
                <a:gd name="connsiteX3168" fmla="*/ 3001637 w 4379260"/>
                <a:gd name="connsiteY3168" fmla="*/ 862383 h 6858000"/>
                <a:gd name="connsiteX3169" fmla="*/ 3001093 w 4379260"/>
                <a:gd name="connsiteY3169" fmla="*/ 863472 h 6858000"/>
                <a:gd name="connsiteX3170" fmla="*/ 3000549 w 4379260"/>
                <a:gd name="connsiteY3170" fmla="*/ 864016 h 6858000"/>
                <a:gd name="connsiteX3171" fmla="*/ 2998916 w 4379260"/>
                <a:gd name="connsiteY3171" fmla="*/ 861839 h 6858000"/>
                <a:gd name="connsiteX3172" fmla="*/ 2997284 w 4379260"/>
                <a:gd name="connsiteY3172" fmla="*/ 862383 h 6858000"/>
                <a:gd name="connsiteX3173" fmla="*/ 2996740 w 4379260"/>
                <a:gd name="connsiteY3173" fmla="*/ 862927 h 6858000"/>
                <a:gd name="connsiteX3174" fmla="*/ 2995652 w 4379260"/>
                <a:gd name="connsiteY3174" fmla="*/ 862927 h 6858000"/>
                <a:gd name="connsiteX3175" fmla="*/ 2994019 w 4379260"/>
                <a:gd name="connsiteY3175" fmla="*/ 860751 h 6858000"/>
                <a:gd name="connsiteX3176" fmla="*/ 2989122 w 4379260"/>
                <a:gd name="connsiteY3176" fmla="*/ 861839 h 6858000"/>
                <a:gd name="connsiteX3177" fmla="*/ 2986945 w 4379260"/>
                <a:gd name="connsiteY3177" fmla="*/ 861295 h 6858000"/>
                <a:gd name="connsiteX3178" fmla="*/ 2985312 w 4379260"/>
                <a:gd name="connsiteY3178" fmla="*/ 860751 h 6858000"/>
                <a:gd name="connsiteX3179" fmla="*/ 2985312 w 4379260"/>
                <a:gd name="connsiteY3179" fmla="*/ 855853 h 6858000"/>
                <a:gd name="connsiteX3180" fmla="*/ 2984224 w 4379260"/>
                <a:gd name="connsiteY3180" fmla="*/ 859662 h 6858000"/>
                <a:gd name="connsiteX3181" fmla="*/ 2983680 w 4379260"/>
                <a:gd name="connsiteY3181" fmla="*/ 861839 h 6858000"/>
                <a:gd name="connsiteX3182" fmla="*/ 2983136 w 4379260"/>
                <a:gd name="connsiteY3182" fmla="*/ 864016 h 6858000"/>
                <a:gd name="connsiteX3183" fmla="*/ 2979871 w 4379260"/>
                <a:gd name="connsiteY3183" fmla="*/ 864016 h 6858000"/>
                <a:gd name="connsiteX3184" fmla="*/ 2977150 w 4379260"/>
                <a:gd name="connsiteY3184" fmla="*/ 863472 h 6858000"/>
                <a:gd name="connsiteX3185" fmla="*/ 2983680 w 4379260"/>
                <a:gd name="connsiteY3185" fmla="*/ 849324 h 6858000"/>
                <a:gd name="connsiteX3186" fmla="*/ 2991298 w 4379260"/>
                <a:gd name="connsiteY3186" fmla="*/ 848235 h 6858000"/>
                <a:gd name="connsiteX3187" fmla="*/ 2991842 w 4379260"/>
                <a:gd name="connsiteY3187" fmla="*/ 850956 h 6858000"/>
                <a:gd name="connsiteX3188" fmla="*/ 2997284 w 4379260"/>
                <a:gd name="connsiteY3188" fmla="*/ 849324 h 6858000"/>
                <a:gd name="connsiteX3189" fmla="*/ 3001093 w 4379260"/>
                <a:gd name="connsiteY3189" fmla="*/ 849868 h 6858000"/>
                <a:gd name="connsiteX3190" fmla="*/ 3005990 w 4379260"/>
                <a:gd name="connsiteY3190" fmla="*/ 849868 h 6858000"/>
                <a:gd name="connsiteX3191" fmla="*/ 3011432 w 4379260"/>
                <a:gd name="connsiteY3191" fmla="*/ 847691 h 6858000"/>
                <a:gd name="connsiteX3192" fmla="*/ 3011432 w 4379260"/>
                <a:gd name="connsiteY3192" fmla="*/ 849324 h 6858000"/>
                <a:gd name="connsiteX3193" fmla="*/ 3011976 w 4379260"/>
                <a:gd name="connsiteY3193" fmla="*/ 850412 h 6858000"/>
                <a:gd name="connsiteX3194" fmla="*/ 3012520 w 4379260"/>
                <a:gd name="connsiteY3194" fmla="*/ 849868 h 6858000"/>
                <a:gd name="connsiteX3195" fmla="*/ 3014152 w 4379260"/>
                <a:gd name="connsiteY3195" fmla="*/ 847691 h 6858000"/>
                <a:gd name="connsiteX3196" fmla="*/ 3016329 w 4379260"/>
                <a:gd name="connsiteY3196" fmla="*/ 846059 h 6858000"/>
                <a:gd name="connsiteX3197" fmla="*/ 3017418 w 4379260"/>
                <a:gd name="connsiteY3197" fmla="*/ 848779 h 6858000"/>
                <a:gd name="connsiteX3198" fmla="*/ 3019050 w 4379260"/>
                <a:gd name="connsiteY3198" fmla="*/ 848779 h 6858000"/>
                <a:gd name="connsiteX3199" fmla="*/ 3020138 w 4379260"/>
                <a:gd name="connsiteY3199" fmla="*/ 848235 h 6858000"/>
                <a:gd name="connsiteX3200" fmla="*/ 3021771 w 4379260"/>
                <a:gd name="connsiteY3200" fmla="*/ 850412 h 6858000"/>
                <a:gd name="connsiteX3201" fmla="*/ 3024492 w 4379260"/>
                <a:gd name="connsiteY3201" fmla="*/ 845514 h 6858000"/>
                <a:gd name="connsiteX3202" fmla="*/ 3028845 w 4379260"/>
                <a:gd name="connsiteY3202" fmla="*/ 849324 h 6858000"/>
                <a:gd name="connsiteX3203" fmla="*/ 3032654 w 4379260"/>
                <a:gd name="connsiteY3203" fmla="*/ 848235 h 6858000"/>
                <a:gd name="connsiteX3204" fmla="*/ 3034830 w 4379260"/>
                <a:gd name="connsiteY3204" fmla="*/ 847147 h 6858000"/>
                <a:gd name="connsiteX3205" fmla="*/ 3037007 w 4379260"/>
                <a:gd name="connsiteY3205" fmla="*/ 846603 h 6858000"/>
                <a:gd name="connsiteX3206" fmla="*/ 3040272 w 4379260"/>
                <a:gd name="connsiteY3206" fmla="*/ 849868 h 6858000"/>
                <a:gd name="connsiteX3207" fmla="*/ 3042993 w 4379260"/>
                <a:gd name="connsiteY3207" fmla="*/ 847147 h 6858000"/>
                <a:gd name="connsiteX3208" fmla="*/ 3044625 w 4379260"/>
                <a:gd name="connsiteY3208" fmla="*/ 846603 h 6858000"/>
                <a:gd name="connsiteX3209" fmla="*/ 3045714 w 4379260"/>
                <a:gd name="connsiteY3209" fmla="*/ 845514 h 6858000"/>
                <a:gd name="connsiteX3210" fmla="*/ 3044625 w 4379260"/>
                <a:gd name="connsiteY3210" fmla="*/ 848779 h 6858000"/>
                <a:gd name="connsiteX3211" fmla="*/ 3050067 w 4379260"/>
                <a:gd name="connsiteY3211" fmla="*/ 847691 h 6858000"/>
                <a:gd name="connsiteX3212" fmla="*/ 3055508 w 4379260"/>
                <a:gd name="connsiteY3212" fmla="*/ 847147 h 6858000"/>
                <a:gd name="connsiteX3213" fmla="*/ 3066391 w 4379260"/>
                <a:gd name="connsiteY3213" fmla="*/ 844426 h 6858000"/>
                <a:gd name="connsiteX3214" fmla="*/ 3068568 w 4379260"/>
                <a:gd name="connsiteY3214" fmla="*/ 848779 h 6858000"/>
                <a:gd name="connsiteX3215" fmla="*/ 3069656 w 4379260"/>
                <a:gd name="connsiteY3215" fmla="*/ 847147 h 6858000"/>
                <a:gd name="connsiteX3216" fmla="*/ 3070200 w 4379260"/>
                <a:gd name="connsiteY3216" fmla="*/ 844970 h 6858000"/>
                <a:gd name="connsiteX3217" fmla="*/ 3071289 w 4379260"/>
                <a:gd name="connsiteY3217" fmla="*/ 847691 h 6858000"/>
                <a:gd name="connsiteX3218" fmla="*/ 3072377 w 4379260"/>
                <a:gd name="connsiteY3218" fmla="*/ 847691 h 6858000"/>
                <a:gd name="connsiteX3219" fmla="*/ 3073465 w 4379260"/>
                <a:gd name="connsiteY3219" fmla="*/ 848779 h 6858000"/>
                <a:gd name="connsiteX3220" fmla="*/ 3077818 w 4379260"/>
                <a:gd name="connsiteY3220" fmla="*/ 844426 h 6858000"/>
                <a:gd name="connsiteX3221" fmla="*/ 3080539 w 4379260"/>
                <a:gd name="connsiteY3221" fmla="*/ 843882 h 6858000"/>
                <a:gd name="connsiteX3222" fmla="*/ 2897704 w 4379260"/>
                <a:gd name="connsiteY3222" fmla="*/ 842250 h 6858000"/>
                <a:gd name="connsiteX3223" fmla="*/ 2898248 w 4379260"/>
                <a:gd name="connsiteY3223" fmla="*/ 842794 h 6858000"/>
                <a:gd name="connsiteX3224" fmla="*/ 2898792 w 4379260"/>
                <a:gd name="connsiteY3224" fmla="*/ 844426 h 6858000"/>
                <a:gd name="connsiteX3225" fmla="*/ 2897704 w 4379260"/>
                <a:gd name="connsiteY3225" fmla="*/ 844970 h 6858000"/>
                <a:gd name="connsiteX3226" fmla="*/ 2897160 w 4379260"/>
                <a:gd name="connsiteY3226" fmla="*/ 844970 h 6858000"/>
                <a:gd name="connsiteX3227" fmla="*/ 2896072 w 4379260"/>
                <a:gd name="connsiteY3227" fmla="*/ 845514 h 6858000"/>
                <a:gd name="connsiteX3228" fmla="*/ 2896072 w 4379260"/>
                <a:gd name="connsiteY3228" fmla="*/ 844426 h 6858000"/>
                <a:gd name="connsiteX3229" fmla="*/ 2896616 w 4379260"/>
                <a:gd name="connsiteY3229" fmla="*/ 842794 h 6858000"/>
                <a:gd name="connsiteX3230" fmla="*/ 2897704 w 4379260"/>
                <a:gd name="connsiteY3230" fmla="*/ 842250 h 6858000"/>
                <a:gd name="connsiteX3231" fmla="*/ 2273635 w 4379260"/>
                <a:gd name="connsiteY3231" fmla="*/ 842250 h 6858000"/>
                <a:gd name="connsiteX3232" fmla="*/ 2274179 w 4379260"/>
                <a:gd name="connsiteY3232" fmla="*/ 843882 h 6858000"/>
                <a:gd name="connsiteX3233" fmla="*/ 2273635 w 4379260"/>
                <a:gd name="connsiteY3233" fmla="*/ 845514 h 6858000"/>
                <a:gd name="connsiteX3234" fmla="*/ 2279621 w 4379260"/>
                <a:gd name="connsiteY3234" fmla="*/ 844426 h 6858000"/>
                <a:gd name="connsiteX3235" fmla="*/ 2286150 w 4379260"/>
                <a:gd name="connsiteY3235" fmla="*/ 843338 h 6858000"/>
                <a:gd name="connsiteX3236" fmla="*/ 2292837 w 4379260"/>
                <a:gd name="connsiteY3236" fmla="*/ 846073 h 6858000"/>
                <a:gd name="connsiteX3237" fmla="*/ 2280165 w 4379260"/>
                <a:gd name="connsiteY3237" fmla="*/ 853677 h 6858000"/>
                <a:gd name="connsiteX3238" fmla="*/ 2276356 w 4379260"/>
                <a:gd name="connsiteY3238" fmla="*/ 854221 h 6858000"/>
                <a:gd name="connsiteX3239" fmla="*/ 2272547 w 4379260"/>
                <a:gd name="connsiteY3239" fmla="*/ 854221 h 6858000"/>
                <a:gd name="connsiteX3240" fmla="*/ 2264929 w 4379260"/>
                <a:gd name="connsiteY3240" fmla="*/ 858574 h 6858000"/>
                <a:gd name="connsiteX3241" fmla="*/ 2260575 w 4379260"/>
                <a:gd name="connsiteY3241" fmla="*/ 856942 h 6858000"/>
                <a:gd name="connsiteX3242" fmla="*/ 2258943 w 4379260"/>
                <a:gd name="connsiteY3242" fmla="*/ 857486 h 6858000"/>
                <a:gd name="connsiteX3243" fmla="*/ 2256766 w 4379260"/>
                <a:gd name="connsiteY3243" fmla="*/ 858574 h 6858000"/>
                <a:gd name="connsiteX3244" fmla="*/ 2253501 w 4379260"/>
                <a:gd name="connsiteY3244" fmla="*/ 859118 h 6858000"/>
                <a:gd name="connsiteX3245" fmla="*/ 2248604 w 4379260"/>
                <a:gd name="connsiteY3245" fmla="*/ 856398 h 6858000"/>
                <a:gd name="connsiteX3246" fmla="*/ 2247516 w 4379260"/>
                <a:gd name="connsiteY3246" fmla="*/ 857486 h 6858000"/>
                <a:gd name="connsiteX3247" fmla="*/ 2247516 w 4379260"/>
                <a:gd name="connsiteY3247" fmla="*/ 859662 h 6858000"/>
                <a:gd name="connsiteX3248" fmla="*/ 2246427 w 4379260"/>
                <a:gd name="connsiteY3248" fmla="*/ 861839 h 6858000"/>
                <a:gd name="connsiteX3249" fmla="*/ 2232279 w 4379260"/>
                <a:gd name="connsiteY3249" fmla="*/ 859662 h 6858000"/>
                <a:gd name="connsiteX3250" fmla="*/ 2219764 w 4379260"/>
                <a:gd name="connsiteY3250" fmla="*/ 860751 h 6858000"/>
                <a:gd name="connsiteX3251" fmla="*/ 2206704 w 4379260"/>
                <a:gd name="connsiteY3251" fmla="*/ 861839 h 6858000"/>
                <a:gd name="connsiteX3252" fmla="*/ 2193644 w 4379260"/>
                <a:gd name="connsiteY3252" fmla="*/ 860751 h 6858000"/>
                <a:gd name="connsiteX3253" fmla="*/ 2192012 w 4379260"/>
                <a:gd name="connsiteY3253" fmla="*/ 862383 h 6858000"/>
                <a:gd name="connsiteX3254" fmla="*/ 2191468 w 4379260"/>
                <a:gd name="connsiteY3254" fmla="*/ 863472 h 6858000"/>
                <a:gd name="connsiteX3255" fmla="*/ 2190924 w 4379260"/>
                <a:gd name="connsiteY3255" fmla="*/ 864016 h 6858000"/>
                <a:gd name="connsiteX3256" fmla="*/ 2189291 w 4379260"/>
                <a:gd name="connsiteY3256" fmla="*/ 861839 h 6858000"/>
                <a:gd name="connsiteX3257" fmla="*/ 2187659 w 4379260"/>
                <a:gd name="connsiteY3257" fmla="*/ 862383 h 6858000"/>
                <a:gd name="connsiteX3258" fmla="*/ 2187115 w 4379260"/>
                <a:gd name="connsiteY3258" fmla="*/ 862927 h 6858000"/>
                <a:gd name="connsiteX3259" fmla="*/ 2186026 w 4379260"/>
                <a:gd name="connsiteY3259" fmla="*/ 862927 h 6858000"/>
                <a:gd name="connsiteX3260" fmla="*/ 2184394 w 4379260"/>
                <a:gd name="connsiteY3260" fmla="*/ 860751 h 6858000"/>
                <a:gd name="connsiteX3261" fmla="*/ 2179497 w 4379260"/>
                <a:gd name="connsiteY3261" fmla="*/ 861839 h 6858000"/>
                <a:gd name="connsiteX3262" fmla="*/ 2177320 w 4379260"/>
                <a:gd name="connsiteY3262" fmla="*/ 861295 h 6858000"/>
                <a:gd name="connsiteX3263" fmla="*/ 2175688 w 4379260"/>
                <a:gd name="connsiteY3263" fmla="*/ 860751 h 6858000"/>
                <a:gd name="connsiteX3264" fmla="*/ 2175688 w 4379260"/>
                <a:gd name="connsiteY3264" fmla="*/ 855853 h 6858000"/>
                <a:gd name="connsiteX3265" fmla="*/ 2174599 w 4379260"/>
                <a:gd name="connsiteY3265" fmla="*/ 859662 h 6858000"/>
                <a:gd name="connsiteX3266" fmla="*/ 2174055 w 4379260"/>
                <a:gd name="connsiteY3266" fmla="*/ 861839 h 6858000"/>
                <a:gd name="connsiteX3267" fmla="*/ 2173511 w 4379260"/>
                <a:gd name="connsiteY3267" fmla="*/ 864016 h 6858000"/>
                <a:gd name="connsiteX3268" fmla="*/ 2170246 w 4379260"/>
                <a:gd name="connsiteY3268" fmla="*/ 864016 h 6858000"/>
                <a:gd name="connsiteX3269" fmla="*/ 2167525 w 4379260"/>
                <a:gd name="connsiteY3269" fmla="*/ 863472 h 6858000"/>
                <a:gd name="connsiteX3270" fmla="*/ 2174055 w 4379260"/>
                <a:gd name="connsiteY3270" fmla="*/ 849324 h 6858000"/>
                <a:gd name="connsiteX3271" fmla="*/ 2181673 w 4379260"/>
                <a:gd name="connsiteY3271" fmla="*/ 848235 h 6858000"/>
                <a:gd name="connsiteX3272" fmla="*/ 2182217 w 4379260"/>
                <a:gd name="connsiteY3272" fmla="*/ 850956 h 6858000"/>
                <a:gd name="connsiteX3273" fmla="*/ 2187659 w 4379260"/>
                <a:gd name="connsiteY3273" fmla="*/ 849324 h 6858000"/>
                <a:gd name="connsiteX3274" fmla="*/ 2191468 w 4379260"/>
                <a:gd name="connsiteY3274" fmla="*/ 849868 h 6858000"/>
                <a:gd name="connsiteX3275" fmla="*/ 2196365 w 4379260"/>
                <a:gd name="connsiteY3275" fmla="*/ 849868 h 6858000"/>
                <a:gd name="connsiteX3276" fmla="*/ 2201807 w 4379260"/>
                <a:gd name="connsiteY3276" fmla="*/ 847691 h 6858000"/>
                <a:gd name="connsiteX3277" fmla="*/ 2201807 w 4379260"/>
                <a:gd name="connsiteY3277" fmla="*/ 849324 h 6858000"/>
                <a:gd name="connsiteX3278" fmla="*/ 2202351 w 4379260"/>
                <a:gd name="connsiteY3278" fmla="*/ 850412 h 6858000"/>
                <a:gd name="connsiteX3279" fmla="*/ 2202895 w 4379260"/>
                <a:gd name="connsiteY3279" fmla="*/ 849868 h 6858000"/>
                <a:gd name="connsiteX3280" fmla="*/ 2204528 w 4379260"/>
                <a:gd name="connsiteY3280" fmla="*/ 847691 h 6858000"/>
                <a:gd name="connsiteX3281" fmla="*/ 2206704 w 4379260"/>
                <a:gd name="connsiteY3281" fmla="*/ 846059 h 6858000"/>
                <a:gd name="connsiteX3282" fmla="*/ 2207792 w 4379260"/>
                <a:gd name="connsiteY3282" fmla="*/ 848779 h 6858000"/>
                <a:gd name="connsiteX3283" fmla="*/ 2209425 w 4379260"/>
                <a:gd name="connsiteY3283" fmla="*/ 848779 h 6858000"/>
                <a:gd name="connsiteX3284" fmla="*/ 2210513 w 4379260"/>
                <a:gd name="connsiteY3284" fmla="*/ 848235 h 6858000"/>
                <a:gd name="connsiteX3285" fmla="*/ 2212146 w 4379260"/>
                <a:gd name="connsiteY3285" fmla="*/ 850412 h 6858000"/>
                <a:gd name="connsiteX3286" fmla="*/ 2214866 w 4379260"/>
                <a:gd name="connsiteY3286" fmla="*/ 845514 h 6858000"/>
                <a:gd name="connsiteX3287" fmla="*/ 2219220 w 4379260"/>
                <a:gd name="connsiteY3287" fmla="*/ 849324 h 6858000"/>
                <a:gd name="connsiteX3288" fmla="*/ 2223029 w 4379260"/>
                <a:gd name="connsiteY3288" fmla="*/ 848235 h 6858000"/>
                <a:gd name="connsiteX3289" fmla="*/ 2225205 w 4379260"/>
                <a:gd name="connsiteY3289" fmla="*/ 847147 h 6858000"/>
                <a:gd name="connsiteX3290" fmla="*/ 2227382 w 4379260"/>
                <a:gd name="connsiteY3290" fmla="*/ 846603 h 6858000"/>
                <a:gd name="connsiteX3291" fmla="*/ 2230647 w 4379260"/>
                <a:gd name="connsiteY3291" fmla="*/ 849868 h 6858000"/>
                <a:gd name="connsiteX3292" fmla="*/ 2233368 w 4379260"/>
                <a:gd name="connsiteY3292" fmla="*/ 847147 h 6858000"/>
                <a:gd name="connsiteX3293" fmla="*/ 2235000 w 4379260"/>
                <a:gd name="connsiteY3293" fmla="*/ 846603 h 6858000"/>
                <a:gd name="connsiteX3294" fmla="*/ 2236088 w 4379260"/>
                <a:gd name="connsiteY3294" fmla="*/ 845514 h 6858000"/>
                <a:gd name="connsiteX3295" fmla="*/ 2235000 w 4379260"/>
                <a:gd name="connsiteY3295" fmla="*/ 848779 h 6858000"/>
                <a:gd name="connsiteX3296" fmla="*/ 2240442 w 4379260"/>
                <a:gd name="connsiteY3296" fmla="*/ 847691 h 6858000"/>
                <a:gd name="connsiteX3297" fmla="*/ 2245883 w 4379260"/>
                <a:gd name="connsiteY3297" fmla="*/ 847147 h 6858000"/>
                <a:gd name="connsiteX3298" fmla="*/ 2256766 w 4379260"/>
                <a:gd name="connsiteY3298" fmla="*/ 844426 h 6858000"/>
                <a:gd name="connsiteX3299" fmla="*/ 2258943 w 4379260"/>
                <a:gd name="connsiteY3299" fmla="*/ 848779 h 6858000"/>
                <a:gd name="connsiteX3300" fmla="*/ 2260031 w 4379260"/>
                <a:gd name="connsiteY3300" fmla="*/ 847147 h 6858000"/>
                <a:gd name="connsiteX3301" fmla="*/ 2260575 w 4379260"/>
                <a:gd name="connsiteY3301" fmla="*/ 844970 h 6858000"/>
                <a:gd name="connsiteX3302" fmla="*/ 2261664 w 4379260"/>
                <a:gd name="connsiteY3302" fmla="*/ 847691 h 6858000"/>
                <a:gd name="connsiteX3303" fmla="*/ 2262752 w 4379260"/>
                <a:gd name="connsiteY3303" fmla="*/ 847691 h 6858000"/>
                <a:gd name="connsiteX3304" fmla="*/ 2263840 w 4379260"/>
                <a:gd name="connsiteY3304" fmla="*/ 848779 h 6858000"/>
                <a:gd name="connsiteX3305" fmla="*/ 2268194 w 4379260"/>
                <a:gd name="connsiteY3305" fmla="*/ 844426 h 6858000"/>
                <a:gd name="connsiteX3306" fmla="*/ 2270914 w 4379260"/>
                <a:gd name="connsiteY3306" fmla="*/ 843882 h 6858000"/>
                <a:gd name="connsiteX3307" fmla="*/ 2088079 w 4379260"/>
                <a:gd name="connsiteY3307" fmla="*/ 842250 h 6858000"/>
                <a:gd name="connsiteX3308" fmla="*/ 2088623 w 4379260"/>
                <a:gd name="connsiteY3308" fmla="*/ 842794 h 6858000"/>
                <a:gd name="connsiteX3309" fmla="*/ 2089167 w 4379260"/>
                <a:gd name="connsiteY3309" fmla="*/ 844426 h 6858000"/>
                <a:gd name="connsiteX3310" fmla="*/ 2088079 w 4379260"/>
                <a:gd name="connsiteY3310" fmla="*/ 844970 h 6858000"/>
                <a:gd name="connsiteX3311" fmla="*/ 2087535 w 4379260"/>
                <a:gd name="connsiteY3311" fmla="*/ 844970 h 6858000"/>
                <a:gd name="connsiteX3312" fmla="*/ 2086446 w 4379260"/>
                <a:gd name="connsiteY3312" fmla="*/ 845514 h 6858000"/>
                <a:gd name="connsiteX3313" fmla="*/ 2086446 w 4379260"/>
                <a:gd name="connsiteY3313" fmla="*/ 844426 h 6858000"/>
                <a:gd name="connsiteX3314" fmla="*/ 2086991 w 4379260"/>
                <a:gd name="connsiteY3314" fmla="*/ 842794 h 6858000"/>
                <a:gd name="connsiteX3315" fmla="*/ 2088079 w 4379260"/>
                <a:gd name="connsiteY3315" fmla="*/ 842250 h 6858000"/>
                <a:gd name="connsiteX3316" fmla="*/ 3045169 w 4379260"/>
                <a:gd name="connsiteY3316" fmla="*/ 841161 h 6858000"/>
                <a:gd name="connsiteX3317" fmla="*/ 3045169 w 4379260"/>
                <a:gd name="connsiteY3317" fmla="*/ 842250 h 6858000"/>
                <a:gd name="connsiteX3318" fmla="*/ 3045714 w 4379260"/>
                <a:gd name="connsiteY3318" fmla="*/ 842250 h 6858000"/>
                <a:gd name="connsiteX3319" fmla="*/ 3045714 w 4379260"/>
                <a:gd name="connsiteY3319" fmla="*/ 842794 h 6858000"/>
                <a:gd name="connsiteX3320" fmla="*/ 3045169 w 4379260"/>
                <a:gd name="connsiteY3320" fmla="*/ 843338 h 6858000"/>
                <a:gd name="connsiteX3321" fmla="*/ 3044081 w 4379260"/>
                <a:gd name="connsiteY3321" fmla="*/ 844970 h 6858000"/>
                <a:gd name="connsiteX3322" fmla="*/ 3044081 w 4379260"/>
                <a:gd name="connsiteY3322" fmla="*/ 843882 h 6858000"/>
                <a:gd name="connsiteX3323" fmla="*/ 3045169 w 4379260"/>
                <a:gd name="connsiteY3323" fmla="*/ 841161 h 6858000"/>
                <a:gd name="connsiteX3324" fmla="*/ 2936883 w 4379260"/>
                <a:gd name="connsiteY3324" fmla="*/ 841161 h 6858000"/>
                <a:gd name="connsiteX3325" fmla="*/ 2937971 w 4379260"/>
                <a:gd name="connsiteY3325" fmla="*/ 841161 h 6858000"/>
                <a:gd name="connsiteX3326" fmla="*/ 2937971 w 4379260"/>
                <a:gd name="connsiteY3326" fmla="*/ 843338 h 6858000"/>
                <a:gd name="connsiteX3327" fmla="*/ 2937427 w 4379260"/>
                <a:gd name="connsiteY3327" fmla="*/ 843338 h 6858000"/>
                <a:gd name="connsiteX3328" fmla="*/ 2937427 w 4379260"/>
                <a:gd name="connsiteY3328" fmla="*/ 842794 h 6858000"/>
                <a:gd name="connsiteX3329" fmla="*/ 2235544 w 4379260"/>
                <a:gd name="connsiteY3329" fmla="*/ 841161 h 6858000"/>
                <a:gd name="connsiteX3330" fmla="*/ 2235544 w 4379260"/>
                <a:gd name="connsiteY3330" fmla="*/ 842250 h 6858000"/>
                <a:gd name="connsiteX3331" fmla="*/ 2236088 w 4379260"/>
                <a:gd name="connsiteY3331" fmla="*/ 842250 h 6858000"/>
                <a:gd name="connsiteX3332" fmla="*/ 2236088 w 4379260"/>
                <a:gd name="connsiteY3332" fmla="*/ 842794 h 6858000"/>
                <a:gd name="connsiteX3333" fmla="*/ 2235544 w 4379260"/>
                <a:gd name="connsiteY3333" fmla="*/ 843338 h 6858000"/>
                <a:gd name="connsiteX3334" fmla="*/ 2234456 w 4379260"/>
                <a:gd name="connsiteY3334" fmla="*/ 844970 h 6858000"/>
                <a:gd name="connsiteX3335" fmla="*/ 2234456 w 4379260"/>
                <a:gd name="connsiteY3335" fmla="*/ 843882 h 6858000"/>
                <a:gd name="connsiteX3336" fmla="*/ 2235544 w 4379260"/>
                <a:gd name="connsiteY3336" fmla="*/ 841161 h 6858000"/>
                <a:gd name="connsiteX3337" fmla="*/ 2127258 w 4379260"/>
                <a:gd name="connsiteY3337" fmla="*/ 841161 h 6858000"/>
                <a:gd name="connsiteX3338" fmla="*/ 2128346 w 4379260"/>
                <a:gd name="connsiteY3338" fmla="*/ 841161 h 6858000"/>
                <a:gd name="connsiteX3339" fmla="*/ 2128346 w 4379260"/>
                <a:gd name="connsiteY3339" fmla="*/ 843338 h 6858000"/>
                <a:gd name="connsiteX3340" fmla="*/ 2127802 w 4379260"/>
                <a:gd name="connsiteY3340" fmla="*/ 843338 h 6858000"/>
                <a:gd name="connsiteX3341" fmla="*/ 2127802 w 4379260"/>
                <a:gd name="connsiteY3341" fmla="*/ 842794 h 6858000"/>
                <a:gd name="connsiteX3342" fmla="*/ 2911308 w 4379260"/>
                <a:gd name="connsiteY3342" fmla="*/ 840073 h 6858000"/>
                <a:gd name="connsiteX3343" fmla="*/ 2912396 w 4379260"/>
                <a:gd name="connsiteY3343" fmla="*/ 840617 h 6858000"/>
                <a:gd name="connsiteX3344" fmla="*/ 2912940 w 4379260"/>
                <a:gd name="connsiteY3344" fmla="*/ 842250 h 6858000"/>
                <a:gd name="connsiteX3345" fmla="*/ 2911308 w 4379260"/>
                <a:gd name="connsiteY3345" fmla="*/ 843882 h 6858000"/>
                <a:gd name="connsiteX3346" fmla="*/ 2910219 w 4379260"/>
                <a:gd name="connsiteY3346" fmla="*/ 842250 h 6858000"/>
                <a:gd name="connsiteX3347" fmla="*/ 2910219 w 4379260"/>
                <a:gd name="connsiteY3347" fmla="*/ 840617 h 6858000"/>
                <a:gd name="connsiteX3348" fmla="*/ 2101683 w 4379260"/>
                <a:gd name="connsiteY3348" fmla="*/ 840073 h 6858000"/>
                <a:gd name="connsiteX3349" fmla="*/ 2102771 w 4379260"/>
                <a:gd name="connsiteY3349" fmla="*/ 840617 h 6858000"/>
                <a:gd name="connsiteX3350" fmla="*/ 2103315 w 4379260"/>
                <a:gd name="connsiteY3350" fmla="*/ 842250 h 6858000"/>
                <a:gd name="connsiteX3351" fmla="*/ 2101683 w 4379260"/>
                <a:gd name="connsiteY3351" fmla="*/ 843882 h 6858000"/>
                <a:gd name="connsiteX3352" fmla="*/ 2100594 w 4379260"/>
                <a:gd name="connsiteY3352" fmla="*/ 842250 h 6858000"/>
                <a:gd name="connsiteX3353" fmla="*/ 2100594 w 4379260"/>
                <a:gd name="connsiteY3353" fmla="*/ 840617 h 6858000"/>
                <a:gd name="connsiteX3354" fmla="*/ 2945045 w 4379260"/>
                <a:gd name="connsiteY3354" fmla="*/ 839529 h 6858000"/>
                <a:gd name="connsiteX3355" fmla="*/ 2945589 w 4379260"/>
                <a:gd name="connsiteY3355" fmla="*/ 842794 h 6858000"/>
                <a:gd name="connsiteX3356" fmla="*/ 2945045 w 4379260"/>
                <a:gd name="connsiteY3356" fmla="*/ 841161 h 6858000"/>
                <a:gd name="connsiteX3357" fmla="*/ 2135420 w 4379260"/>
                <a:gd name="connsiteY3357" fmla="*/ 839529 h 6858000"/>
                <a:gd name="connsiteX3358" fmla="*/ 2135964 w 4379260"/>
                <a:gd name="connsiteY3358" fmla="*/ 842794 h 6858000"/>
                <a:gd name="connsiteX3359" fmla="*/ 2135420 w 4379260"/>
                <a:gd name="connsiteY3359" fmla="*/ 841161 h 6858000"/>
                <a:gd name="connsiteX3360" fmla="*/ 2995107 w 4379260"/>
                <a:gd name="connsiteY3360" fmla="*/ 837352 h 6858000"/>
                <a:gd name="connsiteX3361" fmla="*/ 2995652 w 4379260"/>
                <a:gd name="connsiteY3361" fmla="*/ 837352 h 6858000"/>
                <a:gd name="connsiteX3362" fmla="*/ 2995652 w 4379260"/>
                <a:gd name="connsiteY3362" fmla="*/ 837896 h 6858000"/>
                <a:gd name="connsiteX3363" fmla="*/ 2996196 w 4379260"/>
                <a:gd name="connsiteY3363" fmla="*/ 838985 h 6858000"/>
                <a:gd name="connsiteX3364" fmla="*/ 2995107 w 4379260"/>
                <a:gd name="connsiteY3364" fmla="*/ 837352 h 6858000"/>
                <a:gd name="connsiteX3365" fmla="*/ 2989666 w 4379260"/>
                <a:gd name="connsiteY3365" fmla="*/ 837352 h 6858000"/>
                <a:gd name="connsiteX3366" fmla="*/ 2992386 w 4379260"/>
                <a:gd name="connsiteY3366" fmla="*/ 837352 h 6858000"/>
                <a:gd name="connsiteX3367" fmla="*/ 2992386 w 4379260"/>
                <a:gd name="connsiteY3367" fmla="*/ 838440 h 6858000"/>
                <a:gd name="connsiteX3368" fmla="*/ 2990754 w 4379260"/>
                <a:gd name="connsiteY3368" fmla="*/ 840073 h 6858000"/>
                <a:gd name="connsiteX3369" fmla="*/ 2989666 w 4379260"/>
                <a:gd name="connsiteY3369" fmla="*/ 840073 h 6858000"/>
                <a:gd name="connsiteX3370" fmla="*/ 2988578 w 4379260"/>
                <a:gd name="connsiteY3370" fmla="*/ 839529 h 6858000"/>
                <a:gd name="connsiteX3371" fmla="*/ 2906954 w 4379260"/>
                <a:gd name="connsiteY3371" fmla="*/ 837352 h 6858000"/>
                <a:gd name="connsiteX3372" fmla="*/ 2907499 w 4379260"/>
                <a:gd name="connsiteY3372" fmla="*/ 837352 h 6858000"/>
                <a:gd name="connsiteX3373" fmla="*/ 2908043 w 4379260"/>
                <a:gd name="connsiteY3373" fmla="*/ 837896 h 6858000"/>
                <a:gd name="connsiteX3374" fmla="*/ 2908587 w 4379260"/>
                <a:gd name="connsiteY3374" fmla="*/ 840617 h 6858000"/>
                <a:gd name="connsiteX3375" fmla="*/ 2909131 w 4379260"/>
                <a:gd name="connsiteY3375" fmla="*/ 843338 h 6858000"/>
                <a:gd name="connsiteX3376" fmla="*/ 2908043 w 4379260"/>
                <a:gd name="connsiteY3376" fmla="*/ 844426 h 6858000"/>
                <a:gd name="connsiteX3377" fmla="*/ 2908043 w 4379260"/>
                <a:gd name="connsiteY3377" fmla="*/ 842250 h 6858000"/>
                <a:gd name="connsiteX3378" fmla="*/ 2907499 w 4379260"/>
                <a:gd name="connsiteY3378" fmla="*/ 840617 h 6858000"/>
                <a:gd name="connsiteX3379" fmla="*/ 2906954 w 4379260"/>
                <a:gd name="connsiteY3379" fmla="*/ 837352 h 6858000"/>
                <a:gd name="connsiteX3380" fmla="*/ 2185482 w 4379260"/>
                <a:gd name="connsiteY3380" fmla="*/ 837352 h 6858000"/>
                <a:gd name="connsiteX3381" fmla="*/ 2186026 w 4379260"/>
                <a:gd name="connsiteY3381" fmla="*/ 837352 h 6858000"/>
                <a:gd name="connsiteX3382" fmla="*/ 2186026 w 4379260"/>
                <a:gd name="connsiteY3382" fmla="*/ 837896 h 6858000"/>
                <a:gd name="connsiteX3383" fmla="*/ 2186571 w 4379260"/>
                <a:gd name="connsiteY3383" fmla="*/ 838985 h 6858000"/>
                <a:gd name="connsiteX3384" fmla="*/ 2185482 w 4379260"/>
                <a:gd name="connsiteY3384" fmla="*/ 837352 h 6858000"/>
                <a:gd name="connsiteX3385" fmla="*/ 2180041 w 4379260"/>
                <a:gd name="connsiteY3385" fmla="*/ 837352 h 6858000"/>
                <a:gd name="connsiteX3386" fmla="*/ 2182762 w 4379260"/>
                <a:gd name="connsiteY3386" fmla="*/ 837352 h 6858000"/>
                <a:gd name="connsiteX3387" fmla="*/ 2182762 w 4379260"/>
                <a:gd name="connsiteY3387" fmla="*/ 838440 h 6858000"/>
                <a:gd name="connsiteX3388" fmla="*/ 2181129 w 4379260"/>
                <a:gd name="connsiteY3388" fmla="*/ 840073 h 6858000"/>
                <a:gd name="connsiteX3389" fmla="*/ 2180041 w 4379260"/>
                <a:gd name="connsiteY3389" fmla="*/ 840073 h 6858000"/>
                <a:gd name="connsiteX3390" fmla="*/ 2178952 w 4379260"/>
                <a:gd name="connsiteY3390" fmla="*/ 839529 h 6858000"/>
                <a:gd name="connsiteX3391" fmla="*/ 2097330 w 4379260"/>
                <a:gd name="connsiteY3391" fmla="*/ 837352 h 6858000"/>
                <a:gd name="connsiteX3392" fmla="*/ 2097874 w 4379260"/>
                <a:gd name="connsiteY3392" fmla="*/ 837352 h 6858000"/>
                <a:gd name="connsiteX3393" fmla="*/ 2098418 w 4379260"/>
                <a:gd name="connsiteY3393" fmla="*/ 837896 h 6858000"/>
                <a:gd name="connsiteX3394" fmla="*/ 2098962 w 4379260"/>
                <a:gd name="connsiteY3394" fmla="*/ 840617 h 6858000"/>
                <a:gd name="connsiteX3395" fmla="*/ 2099506 w 4379260"/>
                <a:gd name="connsiteY3395" fmla="*/ 843338 h 6858000"/>
                <a:gd name="connsiteX3396" fmla="*/ 2098418 w 4379260"/>
                <a:gd name="connsiteY3396" fmla="*/ 844426 h 6858000"/>
                <a:gd name="connsiteX3397" fmla="*/ 2098418 w 4379260"/>
                <a:gd name="connsiteY3397" fmla="*/ 842250 h 6858000"/>
                <a:gd name="connsiteX3398" fmla="*/ 2097874 w 4379260"/>
                <a:gd name="connsiteY3398" fmla="*/ 840617 h 6858000"/>
                <a:gd name="connsiteX3399" fmla="*/ 2097330 w 4379260"/>
                <a:gd name="connsiteY3399" fmla="*/ 837352 h 6858000"/>
                <a:gd name="connsiteX3400" fmla="*/ 3004902 w 4379260"/>
                <a:gd name="connsiteY3400" fmla="*/ 836808 h 6858000"/>
                <a:gd name="connsiteX3401" fmla="*/ 3005446 w 4379260"/>
                <a:gd name="connsiteY3401" fmla="*/ 837352 h 6858000"/>
                <a:gd name="connsiteX3402" fmla="*/ 3004902 w 4379260"/>
                <a:gd name="connsiteY3402" fmla="*/ 837896 h 6858000"/>
                <a:gd name="connsiteX3403" fmla="*/ 3004358 w 4379260"/>
                <a:gd name="connsiteY3403" fmla="*/ 838985 h 6858000"/>
                <a:gd name="connsiteX3404" fmla="*/ 3003814 w 4379260"/>
                <a:gd name="connsiteY3404" fmla="*/ 837896 h 6858000"/>
                <a:gd name="connsiteX3405" fmla="*/ 3004902 w 4379260"/>
                <a:gd name="connsiteY3405" fmla="*/ 836808 h 6858000"/>
                <a:gd name="connsiteX3406" fmla="*/ 3000005 w 4379260"/>
                <a:gd name="connsiteY3406" fmla="*/ 836808 h 6858000"/>
                <a:gd name="connsiteX3407" fmla="*/ 3003814 w 4379260"/>
                <a:gd name="connsiteY3407" fmla="*/ 837896 h 6858000"/>
                <a:gd name="connsiteX3408" fmla="*/ 3000005 w 4379260"/>
                <a:gd name="connsiteY3408" fmla="*/ 839529 h 6858000"/>
                <a:gd name="connsiteX3409" fmla="*/ 2996740 w 4379260"/>
                <a:gd name="connsiteY3409" fmla="*/ 837352 h 6858000"/>
                <a:gd name="connsiteX3410" fmla="*/ 2920014 w 4379260"/>
                <a:gd name="connsiteY3410" fmla="*/ 836808 h 6858000"/>
                <a:gd name="connsiteX3411" fmla="*/ 2920014 w 4379260"/>
                <a:gd name="connsiteY3411" fmla="*/ 838440 h 6858000"/>
                <a:gd name="connsiteX3412" fmla="*/ 2920558 w 4379260"/>
                <a:gd name="connsiteY3412" fmla="*/ 840617 h 6858000"/>
                <a:gd name="connsiteX3413" fmla="*/ 2922191 w 4379260"/>
                <a:gd name="connsiteY3413" fmla="*/ 842794 h 6858000"/>
                <a:gd name="connsiteX3414" fmla="*/ 2922735 w 4379260"/>
                <a:gd name="connsiteY3414" fmla="*/ 842250 h 6858000"/>
                <a:gd name="connsiteX3415" fmla="*/ 2921102 w 4379260"/>
                <a:gd name="connsiteY3415" fmla="*/ 844426 h 6858000"/>
                <a:gd name="connsiteX3416" fmla="*/ 2920014 w 4379260"/>
                <a:gd name="connsiteY3416" fmla="*/ 844426 h 6858000"/>
                <a:gd name="connsiteX3417" fmla="*/ 2918382 w 4379260"/>
                <a:gd name="connsiteY3417" fmla="*/ 843882 h 6858000"/>
                <a:gd name="connsiteX3418" fmla="*/ 2917293 w 4379260"/>
                <a:gd name="connsiteY3418" fmla="*/ 843338 h 6858000"/>
                <a:gd name="connsiteX3419" fmla="*/ 2916749 w 4379260"/>
                <a:gd name="connsiteY3419" fmla="*/ 843882 h 6858000"/>
                <a:gd name="connsiteX3420" fmla="*/ 2916205 w 4379260"/>
                <a:gd name="connsiteY3420" fmla="*/ 842250 h 6858000"/>
                <a:gd name="connsiteX3421" fmla="*/ 2916205 w 4379260"/>
                <a:gd name="connsiteY3421" fmla="*/ 841705 h 6858000"/>
                <a:gd name="connsiteX3422" fmla="*/ 2917838 w 4379260"/>
                <a:gd name="connsiteY3422" fmla="*/ 841161 h 6858000"/>
                <a:gd name="connsiteX3423" fmla="*/ 2918926 w 4379260"/>
                <a:gd name="connsiteY3423" fmla="*/ 840617 h 6858000"/>
                <a:gd name="connsiteX3424" fmla="*/ 2918382 w 4379260"/>
                <a:gd name="connsiteY3424" fmla="*/ 839529 h 6858000"/>
                <a:gd name="connsiteX3425" fmla="*/ 2918382 w 4379260"/>
                <a:gd name="connsiteY3425" fmla="*/ 838985 h 6858000"/>
                <a:gd name="connsiteX3426" fmla="*/ 2918926 w 4379260"/>
                <a:gd name="connsiteY3426" fmla="*/ 837896 h 6858000"/>
                <a:gd name="connsiteX3427" fmla="*/ 2919470 w 4379260"/>
                <a:gd name="connsiteY3427" fmla="*/ 837352 h 6858000"/>
                <a:gd name="connsiteX3428" fmla="*/ 2915661 w 4379260"/>
                <a:gd name="connsiteY3428" fmla="*/ 836808 h 6858000"/>
                <a:gd name="connsiteX3429" fmla="*/ 2915661 w 4379260"/>
                <a:gd name="connsiteY3429" fmla="*/ 837896 h 6858000"/>
                <a:gd name="connsiteX3430" fmla="*/ 2914573 w 4379260"/>
                <a:gd name="connsiteY3430" fmla="*/ 839529 h 6858000"/>
                <a:gd name="connsiteX3431" fmla="*/ 2913484 w 4379260"/>
                <a:gd name="connsiteY3431" fmla="*/ 839529 h 6858000"/>
                <a:gd name="connsiteX3432" fmla="*/ 2912396 w 4379260"/>
                <a:gd name="connsiteY3432" fmla="*/ 840073 h 6858000"/>
                <a:gd name="connsiteX3433" fmla="*/ 2913484 w 4379260"/>
                <a:gd name="connsiteY3433" fmla="*/ 837896 h 6858000"/>
                <a:gd name="connsiteX3434" fmla="*/ 2915117 w 4379260"/>
                <a:gd name="connsiteY3434" fmla="*/ 837352 h 6858000"/>
                <a:gd name="connsiteX3435" fmla="*/ 2195277 w 4379260"/>
                <a:gd name="connsiteY3435" fmla="*/ 836808 h 6858000"/>
                <a:gd name="connsiteX3436" fmla="*/ 2195821 w 4379260"/>
                <a:gd name="connsiteY3436" fmla="*/ 837352 h 6858000"/>
                <a:gd name="connsiteX3437" fmla="*/ 2195277 w 4379260"/>
                <a:gd name="connsiteY3437" fmla="*/ 837896 h 6858000"/>
                <a:gd name="connsiteX3438" fmla="*/ 2194733 w 4379260"/>
                <a:gd name="connsiteY3438" fmla="*/ 838985 h 6858000"/>
                <a:gd name="connsiteX3439" fmla="*/ 2194189 w 4379260"/>
                <a:gd name="connsiteY3439" fmla="*/ 837896 h 6858000"/>
                <a:gd name="connsiteX3440" fmla="*/ 2195277 w 4379260"/>
                <a:gd name="connsiteY3440" fmla="*/ 836808 h 6858000"/>
                <a:gd name="connsiteX3441" fmla="*/ 2190380 w 4379260"/>
                <a:gd name="connsiteY3441" fmla="*/ 836808 h 6858000"/>
                <a:gd name="connsiteX3442" fmla="*/ 2194189 w 4379260"/>
                <a:gd name="connsiteY3442" fmla="*/ 837896 h 6858000"/>
                <a:gd name="connsiteX3443" fmla="*/ 2190380 w 4379260"/>
                <a:gd name="connsiteY3443" fmla="*/ 839529 h 6858000"/>
                <a:gd name="connsiteX3444" fmla="*/ 2187115 w 4379260"/>
                <a:gd name="connsiteY3444" fmla="*/ 837352 h 6858000"/>
                <a:gd name="connsiteX3445" fmla="*/ 2110389 w 4379260"/>
                <a:gd name="connsiteY3445" fmla="*/ 836808 h 6858000"/>
                <a:gd name="connsiteX3446" fmla="*/ 2110389 w 4379260"/>
                <a:gd name="connsiteY3446" fmla="*/ 838440 h 6858000"/>
                <a:gd name="connsiteX3447" fmla="*/ 2110934 w 4379260"/>
                <a:gd name="connsiteY3447" fmla="*/ 840617 h 6858000"/>
                <a:gd name="connsiteX3448" fmla="*/ 2112566 w 4379260"/>
                <a:gd name="connsiteY3448" fmla="*/ 842794 h 6858000"/>
                <a:gd name="connsiteX3449" fmla="*/ 2113110 w 4379260"/>
                <a:gd name="connsiteY3449" fmla="*/ 842250 h 6858000"/>
                <a:gd name="connsiteX3450" fmla="*/ 2111478 w 4379260"/>
                <a:gd name="connsiteY3450" fmla="*/ 844426 h 6858000"/>
                <a:gd name="connsiteX3451" fmla="*/ 2110389 w 4379260"/>
                <a:gd name="connsiteY3451" fmla="*/ 844426 h 6858000"/>
                <a:gd name="connsiteX3452" fmla="*/ 2108757 w 4379260"/>
                <a:gd name="connsiteY3452" fmla="*/ 843882 h 6858000"/>
                <a:gd name="connsiteX3453" fmla="*/ 2107668 w 4379260"/>
                <a:gd name="connsiteY3453" fmla="*/ 843338 h 6858000"/>
                <a:gd name="connsiteX3454" fmla="*/ 2107124 w 4379260"/>
                <a:gd name="connsiteY3454" fmla="*/ 843882 h 6858000"/>
                <a:gd name="connsiteX3455" fmla="*/ 2106580 w 4379260"/>
                <a:gd name="connsiteY3455" fmla="*/ 842250 h 6858000"/>
                <a:gd name="connsiteX3456" fmla="*/ 2106580 w 4379260"/>
                <a:gd name="connsiteY3456" fmla="*/ 841705 h 6858000"/>
                <a:gd name="connsiteX3457" fmla="*/ 2108213 w 4379260"/>
                <a:gd name="connsiteY3457" fmla="*/ 841161 h 6858000"/>
                <a:gd name="connsiteX3458" fmla="*/ 2109301 w 4379260"/>
                <a:gd name="connsiteY3458" fmla="*/ 840617 h 6858000"/>
                <a:gd name="connsiteX3459" fmla="*/ 2108757 w 4379260"/>
                <a:gd name="connsiteY3459" fmla="*/ 839529 h 6858000"/>
                <a:gd name="connsiteX3460" fmla="*/ 2108757 w 4379260"/>
                <a:gd name="connsiteY3460" fmla="*/ 838985 h 6858000"/>
                <a:gd name="connsiteX3461" fmla="*/ 2109301 w 4379260"/>
                <a:gd name="connsiteY3461" fmla="*/ 837896 h 6858000"/>
                <a:gd name="connsiteX3462" fmla="*/ 2109845 w 4379260"/>
                <a:gd name="connsiteY3462" fmla="*/ 837352 h 6858000"/>
                <a:gd name="connsiteX3463" fmla="*/ 2106036 w 4379260"/>
                <a:gd name="connsiteY3463" fmla="*/ 836808 h 6858000"/>
                <a:gd name="connsiteX3464" fmla="*/ 2106036 w 4379260"/>
                <a:gd name="connsiteY3464" fmla="*/ 837896 h 6858000"/>
                <a:gd name="connsiteX3465" fmla="*/ 2104948 w 4379260"/>
                <a:gd name="connsiteY3465" fmla="*/ 839529 h 6858000"/>
                <a:gd name="connsiteX3466" fmla="*/ 2103859 w 4379260"/>
                <a:gd name="connsiteY3466" fmla="*/ 839529 h 6858000"/>
                <a:gd name="connsiteX3467" fmla="*/ 2102771 w 4379260"/>
                <a:gd name="connsiteY3467" fmla="*/ 840073 h 6858000"/>
                <a:gd name="connsiteX3468" fmla="*/ 2103859 w 4379260"/>
                <a:gd name="connsiteY3468" fmla="*/ 837896 h 6858000"/>
                <a:gd name="connsiteX3469" fmla="*/ 2105492 w 4379260"/>
                <a:gd name="connsiteY3469" fmla="*/ 837352 h 6858000"/>
                <a:gd name="connsiteX3470" fmla="*/ 3088158 w 4379260"/>
                <a:gd name="connsiteY3470" fmla="*/ 831911 h 6858000"/>
                <a:gd name="connsiteX3471" fmla="*/ 3085981 w 4379260"/>
                <a:gd name="connsiteY3471" fmla="*/ 835720 h 6858000"/>
                <a:gd name="connsiteX3472" fmla="*/ 3085981 w 4379260"/>
                <a:gd name="connsiteY3472" fmla="*/ 832999 h 6858000"/>
                <a:gd name="connsiteX3473" fmla="*/ 3087069 w 4379260"/>
                <a:gd name="connsiteY3473" fmla="*/ 832455 h 6858000"/>
                <a:gd name="connsiteX3474" fmla="*/ 3081084 w 4379260"/>
                <a:gd name="connsiteY3474" fmla="*/ 831911 h 6858000"/>
                <a:gd name="connsiteX3475" fmla="*/ 3081084 w 4379260"/>
                <a:gd name="connsiteY3475" fmla="*/ 832999 h 6858000"/>
                <a:gd name="connsiteX3476" fmla="*/ 3080539 w 4379260"/>
                <a:gd name="connsiteY3476" fmla="*/ 834631 h 6858000"/>
                <a:gd name="connsiteX3477" fmla="*/ 3079451 w 4379260"/>
                <a:gd name="connsiteY3477" fmla="*/ 835176 h 6858000"/>
                <a:gd name="connsiteX3478" fmla="*/ 3078363 w 4379260"/>
                <a:gd name="connsiteY3478" fmla="*/ 835176 h 6858000"/>
                <a:gd name="connsiteX3479" fmla="*/ 3078363 w 4379260"/>
                <a:gd name="connsiteY3479" fmla="*/ 832999 h 6858000"/>
                <a:gd name="connsiteX3480" fmla="*/ 3080539 w 4379260"/>
                <a:gd name="connsiteY3480" fmla="*/ 832999 h 6858000"/>
                <a:gd name="connsiteX3481" fmla="*/ 3081084 w 4379260"/>
                <a:gd name="connsiteY3481" fmla="*/ 831911 h 6858000"/>
                <a:gd name="connsiteX3482" fmla="*/ 2278532 w 4379260"/>
                <a:gd name="connsiteY3482" fmla="*/ 831911 h 6858000"/>
                <a:gd name="connsiteX3483" fmla="*/ 2276356 w 4379260"/>
                <a:gd name="connsiteY3483" fmla="*/ 835720 h 6858000"/>
                <a:gd name="connsiteX3484" fmla="*/ 2276356 w 4379260"/>
                <a:gd name="connsiteY3484" fmla="*/ 832999 h 6858000"/>
                <a:gd name="connsiteX3485" fmla="*/ 2277444 w 4379260"/>
                <a:gd name="connsiteY3485" fmla="*/ 832455 h 6858000"/>
                <a:gd name="connsiteX3486" fmla="*/ 2271458 w 4379260"/>
                <a:gd name="connsiteY3486" fmla="*/ 831911 h 6858000"/>
                <a:gd name="connsiteX3487" fmla="*/ 2271458 w 4379260"/>
                <a:gd name="connsiteY3487" fmla="*/ 832999 h 6858000"/>
                <a:gd name="connsiteX3488" fmla="*/ 2270914 w 4379260"/>
                <a:gd name="connsiteY3488" fmla="*/ 834631 h 6858000"/>
                <a:gd name="connsiteX3489" fmla="*/ 2269826 w 4379260"/>
                <a:gd name="connsiteY3489" fmla="*/ 835176 h 6858000"/>
                <a:gd name="connsiteX3490" fmla="*/ 2268738 w 4379260"/>
                <a:gd name="connsiteY3490" fmla="*/ 835176 h 6858000"/>
                <a:gd name="connsiteX3491" fmla="*/ 2268738 w 4379260"/>
                <a:gd name="connsiteY3491" fmla="*/ 832999 h 6858000"/>
                <a:gd name="connsiteX3492" fmla="*/ 2270914 w 4379260"/>
                <a:gd name="connsiteY3492" fmla="*/ 832999 h 6858000"/>
                <a:gd name="connsiteX3493" fmla="*/ 2271458 w 4379260"/>
                <a:gd name="connsiteY3493" fmla="*/ 831911 h 6858000"/>
                <a:gd name="connsiteX3494" fmla="*/ 1143439 w 4379260"/>
                <a:gd name="connsiteY3494" fmla="*/ 831366 h 6858000"/>
                <a:gd name="connsiteX3495" fmla="*/ 1120040 w 4379260"/>
                <a:gd name="connsiteY3495" fmla="*/ 878708 h 6858000"/>
                <a:gd name="connsiteX3496" fmla="*/ 1108069 w 4379260"/>
                <a:gd name="connsiteY3496" fmla="*/ 902650 h 6858000"/>
                <a:gd name="connsiteX3497" fmla="*/ 1096642 w 4379260"/>
                <a:gd name="connsiteY3497" fmla="*/ 925505 h 6858000"/>
                <a:gd name="connsiteX3498" fmla="*/ 1096098 w 4379260"/>
                <a:gd name="connsiteY3498" fmla="*/ 925505 h 6858000"/>
                <a:gd name="connsiteX3499" fmla="*/ 1095009 w 4379260"/>
                <a:gd name="connsiteY3499" fmla="*/ 922240 h 6858000"/>
                <a:gd name="connsiteX3500" fmla="*/ 1095009 w 4379260"/>
                <a:gd name="connsiteY3500" fmla="*/ 920063 h 6858000"/>
                <a:gd name="connsiteX3501" fmla="*/ 1095554 w 4379260"/>
                <a:gd name="connsiteY3501" fmla="*/ 917343 h 6858000"/>
                <a:gd name="connsiteX3502" fmla="*/ 1095554 w 4379260"/>
                <a:gd name="connsiteY3502" fmla="*/ 914622 h 6858000"/>
                <a:gd name="connsiteX3503" fmla="*/ 1095009 w 4379260"/>
                <a:gd name="connsiteY3503" fmla="*/ 910813 h 6858000"/>
                <a:gd name="connsiteX3504" fmla="*/ 1103716 w 4379260"/>
                <a:gd name="connsiteY3504" fmla="*/ 902106 h 6858000"/>
                <a:gd name="connsiteX3505" fmla="*/ 1102628 w 4379260"/>
                <a:gd name="connsiteY3505" fmla="*/ 900474 h 6858000"/>
                <a:gd name="connsiteX3506" fmla="*/ 1100451 w 4379260"/>
                <a:gd name="connsiteY3506" fmla="*/ 902650 h 6858000"/>
                <a:gd name="connsiteX3507" fmla="*/ 1098818 w 4379260"/>
                <a:gd name="connsiteY3507" fmla="*/ 904283 h 6858000"/>
                <a:gd name="connsiteX3508" fmla="*/ 1097186 w 4379260"/>
                <a:gd name="connsiteY3508" fmla="*/ 906460 h 6858000"/>
                <a:gd name="connsiteX3509" fmla="*/ 1094465 w 4379260"/>
                <a:gd name="connsiteY3509" fmla="*/ 909180 h 6858000"/>
                <a:gd name="connsiteX3510" fmla="*/ 1101539 w 4379260"/>
                <a:gd name="connsiteY3510" fmla="*/ 893944 h 6858000"/>
                <a:gd name="connsiteX3511" fmla="*/ 1108613 w 4379260"/>
                <a:gd name="connsiteY3511" fmla="*/ 878164 h 6858000"/>
                <a:gd name="connsiteX3512" fmla="*/ 1110246 w 4379260"/>
                <a:gd name="connsiteY3512" fmla="*/ 881428 h 6858000"/>
                <a:gd name="connsiteX3513" fmla="*/ 1109702 w 4379260"/>
                <a:gd name="connsiteY3513" fmla="*/ 884149 h 6858000"/>
                <a:gd name="connsiteX3514" fmla="*/ 1108613 w 4379260"/>
                <a:gd name="connsiteY3514" fmla="*/ 887414 h 6858000"/>
                <a:gd name="connsiteX3515" fmla="*/ 1111878 w 4379260"/>
                <a:gd name="connsiteY3515" fmla="*/ 882517 h 6858000"/>
                <a:gd name="connsiteX3516" fmla="*/ 1114599 w 4379260"/>
                <a:gd name="connsiteY3516" fmla="*/ 877619 h 6858000"/>
                <a:gd name="connsiteX3517" fmla="*/ 1120040 w 4379260"/>
                <a:gd name="connsiteY3517" fmla="*/ 868913 h 6858000"/>
                <a:gd name="connsiteX3518" fmla="*/ 1120585 w 4379260"/>
                <a:gd name="connsiteY3518" fmla="*/ 867825 h 6858000"/>
                <a:gd name="connsiteX3519" fmla="*/ 1120040 w 4379260"/>
                <a:gd name="connsiteY3519" fmla="*/ 866737 h 6858000"/>
                <a:gd name="connsiteX3520" fmla="*/ 1120585 w 4379260"/>
                <a:gd name="connsiteY3520" fmla="*/ 862927 h 6858000"/>
                <a:gd name="connsiteX3521" fmla="*/ 1115143 w 4379260"/>
                <a:gd name="connsiteY3521" fmla="*/ 874355 h 6858000"/>
                <a:gd name="connsiteX3522" fmla="*/ 1114599 w 4379260"/>
                <a:gd name="connsiteY3522" fmla="*/ 874355 h 6858000"/>
                <a:gd name="connsiteX3523" fmla="*/ 1113511 w 4379260"/>
                <a:gd name="connsiteY3523" fmla="*/ 873266 h 6858000"/>
                <a:gd name="connsiteX3524" fmla="*/ 1114055 w 4379260"/>
                <a:gd name="connsiteY3524" fmla="*/ 870546 h 6858000"/>
                <a:gd name="connsiteX3525" fmla="*/ 1115143 w 4379260"/>
                <a:gd name="connsiteY3525" fmla="*/ 866192 h 6858000"/>
                <a:gd name="connsiteX3526" fmla="*/ 1115687 w 4379260"/>
                <a:gd name="connsiteY3526" fmla="*/ 862383 h 6858000"/>
                <a:gd name="connsiteX3527" fmla="*/ 1130379 w 4379260"/>
                <a:gd name="connsiteY3527" fmla="*/ 851500 h 6858000"/>
                <a:gd name="connsiteX3528" fmla="*/ 1137453 w 4379260"/>
                <a:gd name="connsiteY3528" fmla="*/ 834631 h 6858000"/>
                <a:gd name="connsiteX3529" fmla="*/ 1143439 w 4379260"/>
                <a:gd name="connsiteY3529" fmla="*/ 831366 h 6858000"/>
                <a:gd name="connsiteX3530" fmla="*/ 1154322 w 4379260"/>
                <a:gd name="connsiteY3530" fmla="*/ 827013 h 6858000"/>
                <a:gd name="connsiteX3531" fmla="*/ 1155410 w 4379260"/>
                <a:gd name="connsiteY3531" fmla="*/ 828102 h 6858000"/>
                <a:gd name="connsiteX3532" fmla="*/ 1153234 w 4379260"/>
                <a:gd name="connsiteY3532" fmla="*/ 831911 h 6858000"/>
                <a:gd name="connsiteX3533" fmla="*/ 1151057 w 4379260"/>
                <a:gd name="connsiteY3533" fmla="*/ 835720 h 6858000"/>
                <a:gd name="connsiteX3534" fmla="*/ 1149969 w 4379260"/>
                <a:gd name="connsiteY3534" fmla="*/ 838985 h 6858000"/>
                <a:gd name="connsiteX3535" fmla="*/ 1148881 w 4379260"/>
                <a:gd name="connsiteY3535" fmla="*/ 838985 h 6858000"/>
                <a:gd name="connsiteX3536" fmla="*/ 1147792 w 4379260"/>
                <a:gd name="connsiteY3536" fmla="*/ 837896 h 6858000"/>
                <a:gd name="connsiteX3537" fmla="*/ 1149425 w 4379260"/>
                <a:gd name="connsiteY3537" fmla="*/ 834087 h 6858000"/>
                <a:gd name="connsiteX3538" fmla="*/ 1150513 w 4379260"/>
                <a:gd name="connsiteY3538" fmla="*/ 831911 h 6858000"/>
                <a:gd name="connsiteX3539" fmla="*/ 1152145 w 4379260"/>
                <a:gd name="connsiteY3539" fmla="*/ 830278 h 6858000"/>
                <a:gd name="connsiteX3540" fmla="*/ 1154322 w 4379260"/>
                <a:gd name="connsiteY3540" fmla="*/ 827013 h 6858000"/>
                <a:gd name="connsiteX3541" fmla="*/ 3023947 w 4379260"/>
                <a:gd name="connsiteY3541" fmla="*/ 823204 h 6858000"/>
                <a:gd name="connsiteX3542" fmla="*/ 3025036 w 4379260"/>
                <a:gd name="connsiteY3542" fmla="*/ 824292 h 6858000"/>
                <a:gd name="connsiteX3543" fmla="*/ 3024492 w 4379260"/>
                <a:gd name="connsiteY3543" fmla="*/ 824292 h 6858000"/>
                <a:gd name="connsiteX3544" fmla="*/ 3023947 w 4379260"/>
                <a:gd name="connsiteY3544" fmla="*/ 823748 h 6858000"/>
                <a:gd name="connsiteX3545" fmla="*/ 2214322 w 4379260"/>
                <a:gd name="connsiteY3545" fmla="*/ 823204 h 6858000"/>
                <a:gd name="connsiteX3546" fmla="*/ 2215411 w 4379260"/>
                <a:gd name="connsiteY3546" fmla="*/ 824292 h 6858000"/>
                <a:gd name="connsiteX3547" fmla="*/ 2214866 w 4379260"/>
                <a:gd name="connsiteY3547" fmla="*/ 824292 h 6858000"/>
                <a:gd name="connsiteX3548" fmla="*/ 2214322 w 4379260"/>
                <a:gd name="connsiteY3548" fmla="*/ 823748 h 6858000"/>
                <a:gd name="connsiteX3549" fmla="*/ 2959737 w 4379260"/>
                <a:gd name="connsiteY3549" fmla="*/ 819939 h 6858000"/>
                <a:gd name="connsiteX3550" fmla="*/ 2961370 w 4379260"/>
                <a:gd name="connsiteY3550" fmla="*/ 822660 h 6858000"/>
                <a:gd name="connsiteX3551" fmla="*/ 2961370 w 4379260"/>
                <a:gd name="connsiteY3551" fmla="*/ 824292 h 6858000"/>
                <a:gd name="connsiteX3552" fmla="*/ 2958649 w 4379260"/>
                <a:gd name="connsiteY3552" fmla="*/ 824292 h 6858000"/>
                <a:gd name="connsiteX3553" fmla="*/ 2150112 w 4379260"/>
                <a:gd name="connsiteY3553" fmla="*/ 819939 h 6858000"/>
                <a:gd name="connsiteX3554" fmla="*/ 2151745 w 4379260"/>
                <a:gd name="connsiteY3554" fmla="*/ 822660 h 6858000"/>
                <a:gd name="connsiteX3555" fmla="*/ 2151745 w 4379260"/>
                <a:gd name="connsiteY3555" fmla="*/ 824292 h 6858000"/>
                <a:gd name="connsiteX3556" fmla="*/ 2149024 w 4379260"/>
                <a:gd name="connsiteY3556" fmla="*/ 824292 h 6858000"/>
                <a:gd name="connsiteX3557" fmla="*/ 1163028 w 4379260"/>
                <a:gd name="connsiteY3557" fmla="*/ 814498 h 6858000"/>
                <a:gd name="connsiteX3558" fmla="*/ 1161396 w 4379260"/>
                <a:gd name="connsiteY3558" fmla="*/ 818307 h 6858000"/>
                <a:gd name="connsiteX3559" fmla="*/ 1159219 w 4379260"/>
                <a:gd name="connsiteY3559" fmla="*/ 820483 h 6858000"/>
                <a:gd name="connsiteX3560" fmla="*/ 1156499 w 4379260"/>
                <a:gd name="connsiteY3560" fmla="*/ 821028 h 6858000"/>
                <a:gd name="connsiteX3561" fmla="*/ 1158131 w 4379260"/>
                <a:gd name="connsiteY3561" fmla="*/ 817218 h 6858000"/>
                <a:gd name="connsiteX3562" fmla="*/ 1160308 w 4379260"/>
                <a:gd name="connsiteY3562" fmla="*/ 815042 h 6858000"/>
                <a:gd name="connsiteX3563" fmla="*/ 2982048 w 4379260"/>
                <a:gd name="connsiteY3563" fmla="*/ 810144 h 6858000"/>
                <a:gd name="connsiteX3564" fmla="*/ 2983136 w 4379260"/>
                <a:gd name="connsiteY3564" fmla="*/ 810144 h 6858000"/>
                <a:gd name="connsiteX3565" fmla="*/ 2982592 w 4379260"/>
                <a:gd name="connsiteY3565" fmla="*/ 811777 h 6858000"/>
                <a:gd name="connsiteX3566" fmla="*/ 2982048 w 4379260"/>
                <a:gd name="connsiteY3566" fmla="*/ 812865 h 6858000"/>
                <a:gd name="connsiteX3567" fmla="*/ 2980959 w 4379260"/>
                <a:gd name="connsiteY3567" fmla="*/ 814498 h 6858000"/>
                <a:gd name="connsiteX3568" fmla="*/ 2979871 w 4379260"/>
                <a:gd name="connsiteY3568" fmla="*/ 812865 h 6858000"/>
                <a:gd name="connsiteX3569" fmla="*/ 2979871 w 4379260"/>
                <a:gd name="connsiteY3569" fmla="*/ 812321 h 6858000"/>
                <a:gd name="connsiteX3570" fmla="*/ 2982048 w 4379260"/>
                <a:gd name="connsiteY3570" fmla="*/ 810144 h 6858000"/>
                <a:gd name="connsiteX3571" fmla="*/ 2172423 w 4379260"/>
                <a:gd name="connsiteY3571" fmla="*/ 810144 h 6858000"/>
                <a:gd name="connsiteX3572" fmla="*/ 2173511 w 4379260"/>
                <a:gd name="connsiteY3572" fmla="*/ 810144 h 6858000"/>
                <a:gd name="connsiteX3573" fmla="*/ 2172967 w 4379260"/>
                <a:gd name="connsiteY3573" fmla="*/ 811777 h 6858000"/>
                <a:gd name="connsiteX3574" fmla="*/ 2172423 w 4379260"/>
                <a:gd name="connsiteY3574" fmla="*/ 812865 h 6858000"/>
                <a:gd name="connsiteX3575" fmla="*/ 2171334 w 4379260"/>
                <a:gd name="connsiteY3575" fmla="*/ 814498 h 6858000"/>
                <a:gd name="connsiteX3576" fmla="*/ 2170246 w 4379260"/>
                <a:gd name="connsiteY3576" fmla="*/ 812865 h 6858000"/>
                <a:gd name="connsiteX3577" fmla="*/ 2170246 w 4379260"/>
                <a:gd name="connsiteY3577" fmla="*/ 812321 h 6858000"/>
                <a:gd name="connsiteX3578" fmla="*/ 2172423 w 4379260"/>
                <a:gd name="connsiteY3578" fmla="*/ 810144 h 6858000"/>
                <a:gd name="connsiteX3579" fmla="*/ 2983136 w 4379260"/>
                <a:gd name="connsiteY3579" fmla="*/ 809600 h 6858000"/>
                <a:gd name="connsiteX3580" fmla="*/ 2984224 w 4379260"/>
                <a:gd name="connsiteY3580" fmla="*/ 809600 h 6858000"/>
                <a:gd name="connsiteX3581" fmla="*/ 2983136 w 4379260"/>
                <a:gd name="connsiteY3581" fmla="*/ 810144 h 6858000"/>
                <a:gd name="connsiteX3582" fmla="*/ 2173511 w 4379260"/>
                <a:gd name="connsiteY3582" fmla="*/ 809600 h 6858000"/>
                <a:gd name="connsiteX3583" fmla="*/ 2174599 w 4379260"/>
                <a:gd name="connsiteY3583" fmla="*/ 809600 h 6858000"/>
                <a:gd name="connsiteX3584" fmla="*/ 2173511 w 4379260"/>
                <a:gd name="connsiteY3584" fmla="*/ 810144 h 6858000"/>
                <a:gd name="connsiteX3585" fmla="*/ 1180441 w 4379260"/>
                <a:gd name="connsiteY3585" fmla="*/ 787834 h 6858000"/>
                <a:gd name="connsiteX3586" fmla="*/ 1181530 w 4379260"/>
                <a:gd name="connsiteY3586" fmla="*/ 788923 h 6858000"/>
                <a:gd name="connsiteX3587" fmla="*/ 1179897 w 4379260"/>
                <a:gd name="connsiteY3587" fmla="*/ 792732 h 6858000"/>
                <a:gd name="connsiteX3588" fmla="*/ 1176632 w 4379260"/>
                <a:gd name="connsiteY3588" fmla="*/ 797085 h 6858000"/>
                <a:gd name="connsiteX3589" fmla="*/ 1174456 w 4379260"/>
                <a:gd name="connsiteY3589" fmla="*/ 801438 h 6858000"/>
                <a:gd name="connsiteX3590" fmla="*/ 1170102 w 4379260"/>
                <a:gd name="connsiteY3590" fmla="*/ 801982 h 6858000"/>
                <a:gd name="connsiteX3591" fmla="*/ 1175544 w 4379260"/>
                <a:gd name="connsiteY3591" fmla="*/ 793276 h 6858000"/>
                <a:gd name="connsiteX3592" fmla="*/ 1177721 w 4379260"/>
                <a:gd name="connsiteY3592" fmla="*/ 790555 h 6858000"/>
                <a:gd name="connsiteX3593" fmla="*/ 1169014 w 4379260"/>
                <a:gd name="connsiteY3593" fmla="*/ 780216 h 6858000"/>
                <a:gd name="connsiteX3594" fmla="*/ 1170102 w 4379260"/>
                <a:gd name="connsiteY3594" fmla="*/ 780216 h 6858000"/>
                <a:gd name="connsiteX3595" fmla="*/ 1178809 w 4379260"/>
                <a:gd name="connsiteY3595" fmla="*/ 782393 h 6858000"/>
                <a:gd name="connsiteX3596" fmla="*/ 1170102 w 4379260"/>
                <a:gd name="connsiteY3596" fmla="*/ 793820 h 6858000"/>
                <a:gd name="connsiteX3597" fmla="*/ 1161940 w 4379260"/>
                <a:gd name="connsiteY3597" fmla="*/ 805247 h 6858000"/>
                <a:gd name="connsiteX3598" fmla="*/ 1147248 w 4379260"/>
                <a:gd name="connsiteY3598" fmla="*/ 828646 h 6858000"/>
                <a:gd name="connsiteX3599" fmla="*/ 1145616 w 4379260"/>
                <a:gd name="connsiteY3599" fmla="*/ 829190 h 6858000"/>
                <a:gd name="connsiteX3600" fmla="*/ 1144527 w 4379260"/>
                <a:gd name="connsiteY3600" fmla="*/ 827013 h 6858000"/>
                <a:gd name="connsiteX3601" fmla="*/ 1144527 w 4379260"/>
                <a:gd name="connsiteY3601" fmla="*/ 824837 h 6858000"/>
                <a:gd name="connsiteX3602" fmla="*/ 1143439 w 4379260"/>
                <a:gd name="connsiteY3602" fmla="*/ 824292 h 6858000"/>
                <a:gd name="connsiteX3603" fmla="*/ 1142351 w 4379260"/>
                <a:gd name="connsiteY3603" fmla="*/ 824292 h 6858000"/>
                <a:gd name="connsiteX3604" fmla="*/ 1151601 w 4379260"/>
                <a:gd name="connsiteY3604" fmla="*/ 815042 h 6858000"/>
                <a:gd name="connsiteX3605" fmla="*/ 1152690 w 4379260"/>
                <a:gd name="connsiteY3605" fmla="*/ 809600 h 6858000"/>
                <a:gd name="connsiteX3606" fmla="*/ 1153234 w 4379260"/>
                <a:gd name="connsiteY3606" fmla="*/ 806880 h 6858000"/>
                <a:gd name="connsiteX3607" fmla="*/ 1154322 w 4379260"/>
                <a:gd name="connsiteY3607" fmla="*/ 803071 h 6858000"/>
                <a:gd name="connsiteX3608" fmla="*/ 1157587 w 4379260"/>
                <a:gd name="connsiteY3608" fmla="*/ 799261 h 6858000"/>
                <a:gd name="connsiteX3609" fmla="*/ 1162484 w 4379260"/>
                <a:gd name="connsiteY3609" fmla="*/ 795997 h 6858000"/>
                <a:gd name="connsiteX3610" fmla="*/ 1170647 w 4379260"/>
                <a:gd name="connsiteY3610" fmla="*/ 785658 h 6858000"/>
                <a:gd name="connsiteX3611" fmla="*/ 1169014 w 4379260"/>
                <a:gd name="connsiteY3611" fmla="*/ 787290 h 6858000"/>
                <a:gd name="connsiteX3612" fmla="*/ 1167382 w 4379260"/>
                <a:gd name="connsiteY3612" fmla="*/ 789467 h 6858000"/>
                <a:gd name="connsiteX3613" fmla="*/ 1162484 w 4379260"/>
                <a:gd name="connsiteY3613" fmla="*/ 792187 h 6858000"/>
                <a:gd name="connsiteX3614" fmla="*/ 1169014 w 4379260"/>
                <a:gd name="connsiteY3614" fmla="*/ 780216 h 6858000"/>
                <a:gd name="connsiteX3615" fmla="*/ 2995652 w 4379260"/>
                <a:gd name="connsiteY3615" fmla="*/ 779128 h 6858000"/>
                <a:gd name="connsiteX3616" fmla="*/ 2996196 w 4379260"/>
                <a:gd name="connsiteY3616" fmla="*/ 781304 h 6858000"/>
                <a:gd name="connsiteX3617" fmla="*/ 2995107 w 4379260"/>
                <a:gd name="connsiteY3617" fmla="*/ 786202 h 6858000"/>
                <a:gd name="connsiteX3618" fmla="*/ 2991298 w 4379260"/>
                <a:gd name="connsiteY3618" fmla="*/ 790555 h 6858000"/>
                <a:gd name="connsiteX3619" fmla="*/ 2989666 w 4379260"/>
                <a:gd name="connsiteY3619" fmla="*/ 790011 h 6858000"/>
                <a:gd name="connsiteX3620" fmla="*/ 2991842 w 4379260"/>
                <a:gd name="connsiteY3620" fmla="*/ 786202 h 6858000"/>
                <a:gd name="connsiteX3621" fmla="*/ 2993475 w 4379260"/>
                <a:gd name="connsiteY3621" fmla="*/ 784025 h 6858000"/>
                <a:gd name="connsiteX3622" fmla="*/ 2995652 w 4379260"/>
                <a:gd name="connsiteY3622" fmla="*/ 779128 h 6858000"/>
                <a:gd name="connsiteX3623" fmla="*/ 2186026 w 4379260"/>
                <a:gd name="connsiteY3623" fmla="*/ 779128 h 6858000"/>
                <a:gd name="connsiteX3624" fmla="*/ 2186571 w 4379260"/>
                <a:gd name="connsiteY3624" fmla="*/ 781304 h 6858000"/>
                <a:gd name="connsiteX3625" fmla="*/ 2185482 w 4379260"/>
                <a:gd name="connsiteY3625" fmla="*/ 786202 h 6858000"/>
                <a:gd name="connsiteX3626" fmla="*/ 2181673 w 4379260"/>
                <a:gd name="connsiteY3626" fmla="*/ 790555 h 6858000"/>
                <a:gd name="connsiteX3627" fmla="*/ 2180041 w 4379260"/>
                <a:gd name="connsiteY3627" fmla="*/ 790011 h 6858000"/>
                <a:gd name="connsiteX3628" fmla="*/ 2182217 w 4379260"/>
                <a:gd name="connsiteY3628" fmla="*/ 786202 h 6858000"/>
                <a:gd name="connsiteX3629" fmla="*/ 2183850 w 4379260"/>
                <a:gd name="connsiteY3629" fmla="*/ 784025 h 6858000"/>
                <a:gd name="connsiteX3630" fmla="*/ 2186026 w 4379260"/>
                <a:gd name="connsiteY3630" fmla="*/ 779128 h 6858000"/>
                <a:gd name="connsiteX3631" fmla="*/ 1204928 w 4379260"/>
                <a:gd name="connsiteY3631" fmla="*/ 744302 h 6858000"/>
                <a:gd name="connsiteX3632" fmla="*/ 1206017 w 4379260"/>
                <a:gd name="connsiteY3632" fmla="*/ 744846 h 6858000"/>
                <a:gd name="connsiteX3633" fmla="*/ 1203840 w 4379260"/>
                <a:gd name="connsiteY3633" fmla="*/ 748655 h 6858000"/>
                <a:gd name="connsiteX3634" fmla="*/ 1202207 w 4379260"/>
                <a:gd name="connsiteY3634" fmla="*/ 749744 h 6858000"/>
                <a:gd name="connsiteX3635" fmla="*/ 1200575 w 4379260"/>
                <a:gd name="connsiteY3635" fmla="*/ 752464 h 6858000"/>
                <a:gd name="connsiteX3636" fmla="*/ 1200031 w 4379260"/>
                <a:gd name="connsiteY3636" fmla="*/ 752464 h 6858000"/>
                <a:gd name="connsiteX3637" fmla="*/ 1199487 w 4379260"/>
                <a:gd name="connsiteY3637" fmla="*/ 751920 h 6858000"/>
                <a:gd name="connsiteX3638" fmla="*/ 1199487 w 4379260"/>
                <a:gd name="connsiteY3638" fmla="*/ 750832 h 6858000"/>
                <a:gd name="connsiteX3639" fmla="*/ 1200575 w 4379260"/>
                <a:gd name="connsiteY3639" fmla="*/ 747567 h 6858000"/>
                <a:gd name="connsiteX3640" fmla="*/ 1203296 w 4379260"/>
                <a:gd name="connsiteY3640" fmla="*/ 744846 h 6858000"/>
                <a:gd name="connsiteX3641" fmla="*/ 1204928 w 4379260"/>
                <a:gd name="connsiteY3641" fmla="*/ 744302 h 6858000"/>
                <a:gd name="connsiteX3642" fmla="*/ 2996196 w 4379260"/>
                <a:gd name="connsiteY3642" fmla="*/ 717639 h 6858000"/>
                <a:gd name="connsiteX3643" fmla="*/ 2997828 w 4379260"/>
                <a:gd name="connsiteY3643" fmla="*/ 723080 h 6858000"/>
                <a:gd name="connsiteX3644" fmla="*/ 2994019 w 4379260"/>
                <a:gd name="connsiteY3644" fmla="*/ 733963 h 6858000"/>
                <a:gd name="connsiteX3645" fmla="*/ 2991298 w 4379260"/>
                <a:gd name="connsiteY3645" fmla="*/ 738316 h 6858000"/>
                <a:gd name="connsiteX3646" fmla="*/ 2988578 w 4379260"/>
                <a:gd name="connsiteY3646" fmla="*/ 743214 h 6858000"/>
                <a:gd name="connsiteX3647" fmla="*/ 2986945 w 4379260"/>
                <a:gd name="connsiteY3647" fmla="*/ 749744 h 6858000"/>
                <a:gd name="connsiteX3648" fmla="*/ 2987489 w 4379260"/>
                <a:gd name="connsiteY3648" fmla="*/ 753553 h 6858000"/>
                <a:gd name="connsiteX3649" fmla="*/ 2980415 w 4379260"/>
                <a:gd name="connsiteY3649" fmla="*/ 762259 h 6858000"/>
                <a:gd name="connsiteX3650" fmla="*/ 2978238 w 4379260"/>
                <a:gd name="connsiteY3650" fmla="*/ 769333 h 6858000"/>
                <a:gd name="connsiteX3651" fmla="*/ 2978783 w 4379260"/>
                <a:gd name="connsiteY3651" fmla="*/ 772054 h 6858000"/>
                <a:gd name="connsiteX3652" fmla="*/ 2975518 w 4379260"/>
                <a:gd name="connsiteY3652" fmla="*/ 774230 h 6858000"/>
                <a:gd name="connsiteX3653" fmla="*/ 2973885 w 4379260"/>
                <a:gd name="connsiteY3653" fmla="*/ 776407 h 6858000"/>
                <a:gd name="connsiteX3654" fmla="*/ 2972797 w 4379260"/>
                <a:gd name="connsiteY3654" fmla="*/ 778039 h 6858000"/>
                <a:gd name="connsiteX3655" fmla="*/ 2971709 w 4379260"/>
                <a:gd name="connsiteY3655" fmla="*/ 777495 h 6858000"/>
                <a:gd name="connsiteX3656" fmla="*/ 2964635 w 4379260"/>
                <a:gd name="connsiteY3656" fmla="*/ 801438 h 6858000"/>
                <a:gd name="connsiteX3657" fmla="*/ 2958649 w 4379260"/>
                <a:gd name="connsiteY3657" fmla="*/ 812865 h 6858000"/>
                <a:gd name="connsiteX3658" fmla="*/ 2953752 w 4379260"/>
                <a:gd name="connsiteY3658" fmla="*/ 821028 h 6858000"/>
                <a:gd name="connsiteX3659" fmla="*/ 2953752 w 4379260"/>
                <a:gd name="connsiteY3659" fmla="*/ 824292 h 6858000"/>
                <a:gd name="connsiteX3660" fmla="*/ 2945589 w 4379260"/>
                <a:gd name="connsiteY3660" fmla="*/ 823204 h 6858000"/>
                <a:gd name="connsiteX3661" fmla="*/ 2944501 w 4379260"/>
                <a:gd name="connsiteY3661" fmla="*/ 824837 h 6858000"/>
                <a:gd name="connsiteX3662" fmla="*/ 2943957 w 4379260"/>
                <a:gd name="connsiteY3662" fmla="*/ 825925 h 6858000"/>
                <a:gd name="connsiteX3663" fmla="*/ 2943413 w 4379260"/>
                <a:gd name="connsiteY3663" fmla="*/ 826469 h 6858000"/>
                <a:gd name="connsiteX3664" fmla="*/ 2944501 w 4379260"/>
                <a:gd name="connsiteY3664" fmla="*/ 822660 h 6858000"/>
                <a:gd name="connsiteX3665" fmla="*/ 2945045 w 4379260"/>
                <a:gd name="connsiteY3665" fmla="*/ 819395 h 6858000"/>
                <a:gd name="connsiteX3666" fmla="*/ 2946678 w 4379260"/>
                <a:gd name="connsiteY3666" fmla="*/ 819939 h 6858000"/>
                <a:gd name="connsiteX3667" fmla="*/ 2947766 w 4379260"/>
                <a:gd name="connsiteY3667" fmla="*/ 821028 h 6858000"/>
                <a:gd name="connsiteX3668" fmla="*/ 2949398 w 4379260"/>
                <a:gd name="connsiteY3668" fmla="*/ 820483 h 6858000"/>
                <a:gd name="connsiteX3669" fmla="*/ 2951575 w 4379260"/>
                <a:gd name="connsiteY3669" fmla="*/ 812321 h 6858000"/>
                <a:gd name="connsiteX3670" fmla="*/ 2955384 w 4379260"/>
                <a:gd name="connsiteY3670" fmla="*/ 803615 h 6858000"/>
                <a:gd name="connsiteX3671" fmla="*/ 2959193 w 4379260"/>
                <a:gd name="connsiteY3671" fmla="*/ 791099 h 6858000"/>
                <a:gd name="connsiteX3672" fmla="*/ 2958649 w 4379260"/>
                <a:gd name="connsiteY3672" fmla="*/ 788378 h 6858000"/>
                <a:gd name="connsiteX3673" fmla="*/ 2960826 w 4379260"/>
                <a:gd name="connsiteY3673" fmla="*/ 788378 h 6858000"/>
                <a:gd name="connsiteX3674" fmla="*/ 2963002 w 4379260"/>
                <a:gd name="connsiteY3674" fmla="*/ 786746 h 6858000"/>
                <a:gd name="connsiteX3675" fmla="*/ 2963002 w 4379260"/>
                <a:gd name="connsiteY3675" fmla="*/ 786202 h 6858000"/>
                <a:gd name="connsiteX3676" fmla="*/ 2961914 w 4379260"/>
                <a:gd name="connsiteY3676" fmla="*/ 784025 h 6858000"/>
                <a:gd name="connsiteX3677" fmla="*/ 2961370 w 4379260"/>
                <a:gd name="connsiteY3677" fmla="*/ 781849 h 6858000"/>
                <a:gd name="connsiteX3678" fmla="*/ 2963546 w 4379260"/>
                <a:gd name="connsiteY3678" fmla="*/ 782937 h 6858000"/>
                <a:gd name="connsiteX3679" fmla="*/ 2968444 w 4379260"/>
                <a:gd name="connsiteY3679" fmla="*/ 782937 h 6858000"/>
                <a:gd name="connsiteX3680" fmla="*/ 2967356 w 4379260"/>
                <a:gd name="connsiteY3680" fmla="*/ 779672 h 6858000"/>
                <a:gd name="connsiteX3681" fmla="*/ 2968988 w 4379260"/>
                <a:gd name="connsiteY3681" fmla="*/ 773686 h 6858000"/>
                <a:gd name="connsiteX3682" fmla="*/ 2971709 w 4379260"/>
                <a:gd name="connsiteY3682" fmla="*/ 769333 h 6858000"/>
                <a:gd name="connsiteX3683" fmla="*/ 2974430 w 4379260"/>
                <a:gd name="connsiteY3683" fmla="*/ 764980 h 6858000"/>
                <a:gd name="connsiteX3684" fmla="*/ 2974430 w 4379260"/>
                <a:gd name="connsiteY3684" fmla="*/ 764436 h 6858000"/>
                <a:gd name="connsiteX3685" fmla="*/ 2972797 w 4379260"/>
                <a:gd name="connsiteY3685" fmla="*/ 762803 h 6858000"/>
                <a:gd name="connsiteX3686" fmla="*/ 2970620 w 4379260"/>
                <a:gd name="connsiteY3686" fmla="*/ 762259 h 6858000"/>
                <a:gd name="connsiteX3687" fmla="*/ 2969532 w 4379260"/>
                <a:gd name="connsiteY3687" fmla="*/ 761715 h 6858000"/>
                <a:gd name="connsiteX3688" fmla="*/ 2974430 w 4379260"/>
                <a:gd name="connsiteY3688" fmla="*/ 757906 h 6858000"/>
                <a:gd name="connsiteX3689" fmla="*/ 2975518 w 4379260"/>
                <a:gd name="connsiteY3689" fmla="*/ 755185 h 6858000"/>
                <a:gd name="connsiteX3690" fmla="*/ 2977150 w 4379260"/>
                <a:gd name="connsiteY3690" fmla="*/ 753553 h 6858000"/>
                <a:gd name="connsiteX3691" fmla="*/ 2976062 w 4379260"/>
                <a:gd name="connsiteY3691" fmla="*/ 749744 h 6858000"/>
                <a:gd name="connsiteX3692" fmla="*/ 2976062 w 4379260"/>
                <a:gd name="connsiteY3692" fmla="*/ 748111 h 6858000"/>
                <a:gd name="connsiteX3693" fmla="*/ 2977150 w 4379260"/>
                <a:gd name="connsiteY3693" fmla="*/ 745935 h 6858000"/>
                <a:gd name="connsiteX3694" fmla="*/ 2976062 w 4379260"/>
                <a:gd name="connsiteY3694" fmla="*/ 742670 h 6858000"/>
                <a:gd name="connsiteX3695" fmla="*/ 2979327 w 4379260"/>
                <a:gd name="connsiteY3695" fmla="*/ 743758 h 6858000"/>
                <a:gd name="connsiteX3696" fmla="*/ 2985312 w 4379260"/>
                <a:gd name="connsiteY3696" fmla="*/ 738861 h 6858000"/>
                <a:gd name="connsiteX3697" fmla="*/ 2986945 w 4379260"/>
                <a:gd name="connsiteY3697" fmla="*/ 735596 h 6858000"/>
                <a:gd name="connsiteX3698" fmla="*/ 2989122 w 4379260"/>
                <a:gd name="connsiteY3698" fmla="*/ 732331 h 6858000"/>
                <a:gd name="connsiteX3699" fmla="*/ 2993475 w 4379260"/>
                <a:gd name="connsiteY3699" fmla="*/ 727977 h 6858000"/>
                <a:gd name="connsiteX3700" fmla="*/ 2992931 w 4379260"/>
                <a:gd name="connsiteY3700" fmla="*/ 726889 h 6858000"/>
                <a:gd name="connsiteX3701" fmla="*/ 2991298 w 4379260"/>
                <a:gd name="connsiteY3701" fmla="*/ 726345 h 6858000"/>
                <a:gd name="connsiteX3702" fmla="*/ 2988578 w 4379260"/>
                <a:gd name="connsiteY3702" fmla="*/ 724713 h 6858000"/>
                <a:gd name="connsiteX3703" fmla="*/ 2996196 w 4379260"/>
                <a:gd name="connsiteY3703" fmla="*/ 717639 h 6858000"/>
                <a:gd name="connsiteX3704" fmla="*/ 2186571 w 4379260"/>
                <a:gd name="connsiteY3704" fmla="*/ 717639 h 6858000"/>
                <a:gd name="connsiteX3705" fmla="*/ 2188203 w 4379260"/>
                <a:gd name="connsiteY3705" fmla="*/ 723080 h 6858000"/>
                <a:gd name="connsiteX3706" fmla="*/ 2184394 w 4379260"/>
                <a:gd name="connsiteY3706" fmla="*/ 733963 h 6858000"/>
                <a:gd name="connsiteX3707" fmla="*/ 2181673 w 4379260"/>
                <a:gd name="connsiteY3707" fmla="*/ 738316 h 6858000"/>
                <a:gd name="connsiteX3708" fmla="*/ 2178952 w 4379260"/>
                <a:gd name="connsiteY3708" fmla="*/ 743214 h 6858000"/>
                <a:gd name="connsiteX3709" fmla="*/ 2177320 w 4379260"/>
                <a:gd name="connsiteY3709" fmla="*/ 749744 h 6858000"/>
                <a:gd name="connsiteX3710" fmla="*/ 2177864 w 4379260"/>
                <a:gd name="connsiteY3710" fmla="*/ 753553 h 6858000"/>
                <a:gd name="connsiteX3711" fmla="*/ 2170790 w 4379260"/>
                <a:gd name="connsiteY3711" fmla="*/ 762259 h 6858000"/>
                <a:gd name="connsiteX3712" fmla="*/ 2168614 w 4379260"/>
                <a:gd name="connsiteY3712" fmla="*/ 769333 h 6858000"/>
                <a:gd name="connsiteX3713" fmla="*/ 2169158 w 4379260"/>
                <a:gd name="connsiteY3713" fmla="*/ 772054 h 6858000"/>
                <a:gd name="connsiteX3714" fmla="*/ 2165893 w 4379260"/>
                <a:gd name="connsiteY3714" fmla="*/ 774230 h 6858000"/>
                <a:gd name="connsiteX3715" fmla="*/ 2164260 w 4379260"/>
                <a:gd name="connsiteY3715" fmla="*/ 776407 h 6858000"/>
                <a:gd name="connsiteX3716" fmla="*/ 2163172 w 4379260"/>
                <a:gd name="connsiteY3716" fmla="*/ 778039 h 6858000"/>
                <a:gd name="connsiteX3717" fmla="*/ 2162084 w 4379260"/>
                <a:gd name="connsiteY3717" fmla="*/ 777495 h 6858000"/>
                <a:gd name="connsiteX3718" fmla="*/ 2155010 w 4379260"/>
                <a:gd name="connsiteY3718" fmla="*/ 801438 h 6858000"/>
                <a:gd name="connsiteX3719" fmla="*/ 2149024 w 4379260"/>
                <a:gd name="connsiteY3719" fmla="*/ 812865 h 6858000"/>
                <a:gd name="connsiteX3720" fmla="*/ 2144127 w 4379260"/>
                <a:gd name="connsiteY3720" fmla="*/ 821028 h 6858000"/>
                <a:gd name="connsiteX3721" fmla="*/ 2144127 w 4379260"/>
                <a:gd name="connsiteY3721" fmla="*/ 824292 h 6858000"/>
                <a:gd name="connsiteX3722" fmla="*/ 2135964 w 4379260"/>
                <a:gd name="connsiteY3722" fmla="*/ 823204 h 6858000"/>
                <a:gd name="connsiteX3723" fmla="*/ 2134876 w 4379260"/>
                <a:gd name="connsiteY3723" fmla="*/ 824837 h 6858000"/>
                <a:gd name="connsiteX3724" fmla="*/ 2134332 w 4379260"/>
                <a:gd name="connsiteY3724" fmla="*/ 825925 h 6858000"/>
                <a:gd name="connsiteX3725" fmla="*/ 2133788 w 4379260"/>
                <a:gd name="connsiteY3725" fmla="*/ 826469 h 6858000"/>
                <a:gd name="connsiteX3726" fmla="*/ 2134876 w 4379260"/>
                <a:gd name="connsiteY3726" fmla="*/ 822660 h 6858000"/>
                <a:gd name="connsiteX3727" fmla="*/ 2135420 w 4379260"/>
                <a:gd name="connsiteY3727" fmla="*/ 819395 h 6858000"/>
                <a:gd name="connsiteX3728" fmla="*/ 2137053 w 4379260"/>
                <a:gd name="connsiteY3728" fmla="*/ 819939 h 6858000"/>
                <a:gd name="connsiteX3729" fmla="*/ 2138141 w 4379260"/>
                <a:gd name="connsiteY3729" fmla="*/ 821028 h 6858000"/>
                <a:gd name="connsiteX3730" fmla="*/ 2139774 w 4379260"/>
                <a:gd name="connsiteY3730" fmla="*/ 820483 h 6858000"/>
                <a:gd name="connsiteX3731" fmla="*/ 2141950 w 4379260"/>
                <a:gd name="connsiteY3731" fmla="*/ 812321 h 6858000"/>
                <a:gd name="connsiteX3732" fmla="*/ 2145759 w 4379260"/>
                <a:gd name="connsiteY3732" fmla="*/ 803615 h 6858000"/>
                <a:gd name="connsiteX3733" fmla="*/ 2149568 w 4379260"/>
                <a:gd name="connsiteY3733" fmla="*/ 791099 h 6858000"/>
                <a:gd name="connsiteX3734" fmla="*/ 2149024 w 4379260"/>
                <a:gd name="connsiteY3734" fmla="*/ 788378 h 6858000"/>
                <a:gd name="connsiteX3735" fmla="*/ 2151201 w 4379260"/>
                <a:gd name="connsiteY3735" fmla="*/ 788378 h 6858000"/>
                <a:gd name="connsiteX3736" fmla="*/ 2153377 w 4379260"/>
                <a:gd name="connsiteY3736" fmla="*/ 786746 h 6858000"/>
                <a:gd name="connsiteX3737" fmla="*/ 2153377 w 4379260"/>
                <a:gd name="connsiteY3737" fmla="*/ 786202 h 6858000"/>
                <a:gd name="connsiteX3738" fmla="*/ 2152289 w 4379260"/>
                <a:gd name="connsiteY3738" fmla="*/ 784025 h 6858000"/>
                <a:gd name="connsiteX3739" fmla="*/ 2151745 w 4379260"/>
                <a:gd name="connsiteY3739" fmla="*/ 781849 h 6858000"/>
                <a:gd name="connsiteX3740" fmla="*/ 2153921 w 4379260"/>
                <a:gd name="connsiteY3740" fmla="*/ 782937 h 6858000"/>
                <a:gd name="connsiteX3741" fmla="*/ 2158819 w 4379260"/>
                <a:gd name="connsiteY3741" fmla="*/ 782937 h 6858000"/>
                <a:gd name="connsiteX3742" fmla="*/ 2157730 w 4379260"/>
                <a:gd name="connsiteY3742" fmla="*/ 779672 h 6858000"/>
                <a:gd name="connsiteX3743" fmla="*/ 2159363 w 4379260"/>
                <a:gd name="connsiteY3743" fmla="*/ 773686 h 6858000"/>
                <a:gd name="connsiteX3744" fmla="*/ 2162084 w 4379260"/>
                <a:gd name="connsiteY3744" fmla="*/ 769333 h 6858000"/>
                <a:gd name="connsiteX3745" fmla="*/ 2164804 w 4379260"/>
                <a:gd name="connsiteY3745" fmla="*/ 764980 h 6858000"/>
                <a:gd name="connsiteX3746" fmla="*/ 2164804 w 4379260"/>
                <a:gd name="connsiteY3746" fmla="*/ 764436 h 6858000"/>
                <a:gd name="connsiteX3747" fmla="*/ 2163172 w 4379260"/>
                <a:gd name="connsiteY3747" fmla="*/ 762803 h 6858000"/>
                <a:gd name="connsiteX3748" fmla="*/ 2160995 w 4379260"/>
                <a:gd name="connsiteY3748" fmla="*/ 762259 h 6858000"/>
                <a:gd name="connsiteX3749" fmla="*/ 2159907 w 4379260"/>
                <a:gd name="connsiteY3749" fmla="*/ 761715 h 6858000"/>
                <a:gd name="connsiteX3750" fmla="*/ 2164804 w 4379260"/>
                <a:gd name="connsiteY3750" fmla="*/ 757906 h 6858000"/>
                <a:gd name="connsiteX3751" fmla="*/ 2165893 w 4379260"/>
                <a:gd name="connsiteY3751" fmla="*/ 755185 h 6858000"/>
                <a:gd name="connsiteX3752" fmla="*/ 2167525 w 4379260"/>
                <a:gd name="connsiteY3752" fmla="*/ 753553 h 6858000"/>
                <a:gd name="connsiteX3753" fmla="*/ 2166437 w 4379260"/>
                <a:gd name="connsiteY3753" fmla="*/ 749744 h 6858000"/>
                <a:gd name="connsiteX3754" fmla="*/ 2166437 w 4379260"/>
                <a:gd name="connsiteY3754" fmla="*/ 748111 h 6858000"/>
                <a:gd name="connsiteX3755" fmla="*/ 2167525 w 4379260"/>
                <a:gd name="connsiteY3755" fmla="*/ 745935 h 6858000"/>
                <a:gd name="connsiteX3756" fmla="*/ 2166437 w 4379260"/>
                <a:gd name="connsiteY3756" fmla="*/ 742670 h 6858000"/>
                <a:gd name="connsiteX3757" fmla="*/ 2169702 w 4379260"/>
                <a:gd name="connsiteY3757" fmla="*/ 743758 h 6858000"/>
                <a:gd name="connsiteX3758" fmla="*/ 2175688 w 4379260"/>
                <a:gd name="connsiteY3758" fmla="*/ 738861 h 6858000"/>
                <a:gd name="connsiteX3759" fmla="*/ 2177320 w 4379260"/>
                <a:gd name="connsiteY3759" fmla="*/ 735596 h 6858000"/>
                <a:gd name="connsiteX3760" fmla="*/ 2179497 w 4379260"/>
                <a:gd name="connsiteY3760" fmla="*/ 732331 h 6858000"/>
                <a:gd name="connsiteX3761" fmla="*/ 2183850 w 4379260"/>
                <a:gd name="connsiteY3761" fmla="*/ 727977 h 6858000"/>
                <a:gd name="connsiteX3762" fmla="*/ 2183306 w 4379260"/>
                <a:gd name="connsiteY3762" fmla="*/ 726889 h 6858000"/>
                <a:gd name="connsiteX3763" fmla="*/ 2181673 w 4379260"/>
                <a:gd name="connsiteY3763" fmla="*/ 726345 h 6858000"/>
                <a:gd name="connsiteX3764" fmla="*/ 2178952 w 4379260"/>
                <a:gd name="connsiteY3764" fmla="*/ 724713 h 6858000"/>
                <a:gd name="connsiteX3765" fmla="*/ 2186571 w 4379260"/>
                <a:gd name="connsiteY3765" fmla="*/ 717639 h 6858000"/>
                <a:gd name="connsiteX3766" fmla="*/ 3001093 w 4379260"/>
                <a:gd name="connsiteY3766" fmla="*/ 710565 h 6858000"/>
                <a:gd name="connsiteX3767" fmla="*/ 3002181 w 4379260"/>
                <a:gd name="connsiteY3767" fmla="*/ 710565 h 6858000"/>
                <a:gd name="connsiteX3768" fmla="*/ 3004902 w 4379260"/>
                <a:gd name="connsiteY3768" fmla="*/ 713829 h 6858000"/>
                <a:gd name="connsiteX3769" fmla="*/ 3001637 w 4379260"/>
                <a:gd name="connsiteY3769" fmla="*/ 715462 h 6858000"/>
                <a:gd name="connsiteX3770" fmla="*/ 2997828 w 4379260"/>
                <a:gd name="connsiteY3770" fmla="*/ 714374 h 6858000"/>
                <a:gd name="connsiteX3771" fmla="*/ 2999460 w 4379260"/>
                <a:gd name="connsiteY3771" fmla="*/ 711653 h 6858000"/>
                <a:gd name="connsiteX3772" fmla="*/ 3000549 w 4379260"/>
                <a:gd name="connsiteY3772" fmla="*/ 711653 h 6858000"/>
                <a:gd name="connsiteX3773" fmla="*/ 3001093 w 4379260"/>
                <a:gd name="connsiteY3773" fmla="*/ 710565 h 6858000"/>
                <a:gd name="connsiteX3774" fmla="*/ 2191468 w 4379260"/>
                <a:gd name="connsiteY3774" fmla="*/ 710565 h 6858000"/>
                <a:gd name="connsiteX3775" fmla="*/ 2192556 w 4379260"/>
                <a:gd name="connsiteY3775" fmla="*/ 710565 h 6858000"/>
                <a:gd name="connsiteX3776" fmla="*/ 2195277 w 4379260"/>
                <a:gd name="connsiteY3776" fmla="*/ 713829 h 6858000"/>
                <a:gd name="connsiteX3777" fmla="*/ 2192012 w 4379260"/>
                <a:gd name="connsiteY3777" fmla="*/ 715462 h 6858000"/>
                <a:gd name="connsiteX3778" fmla="*/ 2188203 w 4379260"/>
                <a:gd name="connsiteY3778" fmla="*/ 714374 h 6858000"/>
                <a:gd name="connsiteX3779" fmla="*/ 2189836 w 4379260"/>
                <a:gd name="connsiteY3779" fmla="*/ 711653 h 6858000"/>
                <a:gd name="connsiteX3780" fmla="*/ 2190924 w 4379260"/>
                <a:gd name="connsiteY3780" fmla="*/ 711653 h 6858000"/>
                <a:gd name="connsiteX3781" fmla="*/ 2191468 w 4379260"/>
                <a:gd name="connsiteY3781" fmla="*/ 710565 h 6858000"/>
                <a:gd name="connsiteX3782" fmla="*/ 3003270 w 4379260"/>
                <a:gd name="connsiteY3782" fmla="*/ 697505 h 6858000"/>
                <a:gd name="connsiteX3783" fmla="*/ 3005446 w 4379260"/>
                <a:gd name="connsiteY3783" fmla="*/ 698049 h 6858000"/>
                <a:gd name="connsiteX3784" fmla="*/ 3007623 w 4379260"/>
                <a:gd name="connsiteY3784" fmla="*/ 697505 h 6858000"/>
                <a:gd name="connsiteX3785" fmla="*/ 3005990 w 4379260"/>
                <a:gd name="connsiteY3785" fmla="*/ 703491 h 6858000"/>
                <a:gd name="connsiteX3786" fmla="*/ 3005446 w 4379260"/>
                <a:gd name="connsiteY3786" fmla="*/ 707300 h 6858000"/>
                <a:gd name="connsiteX3787" fmla="*/ 3004358 w 4379260"/>
                <a:gd name="connsiteY3787" fmla="*/ 711109 h 6858000"/>
                <a:gd name="connsiteX3788" fmla="*/ 3002181 w 4379260"/>
                <a:gd name="connsiteY3788" fmla="*/ 710565 h 6858000"/>
                <a:gd name="connsiteX3789" fmla="*/ 3001637 w 4379260"/>
                <a:gd name="connsiteY3789" fmla="*/ 707300 h 6858000"/>
                <a:gd name="connsiteX3790" fmla="*/ 3002181 w 4379260"/>
                <a:gd name="connsiteY3790" fmla="*/ 704035 h 6858000"/>
                <a:gd name="connsiteX3791" fmla="*/ 3003270 w 4379260"/>
                <a:gd name="connsiteY3791" fmla="*/ 700770 h 6858000"/>
                <a:gd name="connsiteX3792" fmla="*/ 3003814 w 4379260"/>
                <a:gd name="connsiteY3792" fmla="*/ 699137 h 6858000"/>
                <a:gd name="connsiteX3793" fmla="*/ 3003270 w 4379260"/>
                <a:gd name="connsiteY3793" fmla="*/ 697505 h 6858000"/>
                <a:gd name="connsiteX3794" fmla="*/ 2193644 w 4379260"/>
                <a:gd name="connsiteY3794" fmla="*/ 697505 h 6858000"/>
                <a:gd name="connsiteX3795" fmla="*/ 2195821 w 4379260"/>
                <a:gd name="connsiteY3795" fmla="*/ 698049 h 6858000"/>
                <a:gd name="connsiteX3796" fmla="*/ 2197998 w 4379260"/>
                <a:gd name="connsiteY3796" fmla="*/ 697505 h 6858000"/>
                <a:gd name="connsiteX3797" fmla="*/ 2196365 w 4379260"/>
                <a:gd name="connsiteY3797" fmla="*/ 703491 h 6858000"/>
                <a:gd name="connsiteX3798" fmla="*/ 2195821 w 4379260"/>
                <a:gd name="connsiteY3798" fmla="*/ 707300 h 6858000"/>
                <a:gd name="connsiteX3799" fmla="*/ 2194733 w 4379260"/>
                <a:gd name="connsiteY3799" fmla="*/ 711109 h 6858000"/>
                <a:gd name="connsiteX3800" fmla="*/ 2192556 w 4379260"/>
                <a:gd name="connsiteY3800" fmla="*/ 710565 h 6858000"/>
                <a:gd name="connsiteX3801" fmla="*/ 2192012 w 4379260"/>
                <a:gd name="connsiteY3801" fmla="*/ 707300 h 6858000"/>
                <a:gd name="connsiteX3802" fmla="*/ 2192556 w 4379260"/>
                <a:gd name="connsiteY3802" fmla="*/ 704035 h 6858000"/>
                <a:gd name="connsiteX3803" fmla="*/ 2193644 w 4379260"/>
                <a:gd name="connsiteY3803" fmla="*/ 700770 h 6858000"/>
                <a:gd name="connsiteX3804" fmla="*/ 2194189 w 4379260"/>
                <a:gd name="connsiteY3804" fmla="*/ 699137 h 6858000"/>
                <a:gd name="connsiteX3805" fmla="*/ 2193644 w 4379260"/>
                <a:gd name="connsiteY3805" fmla="*/ 697505 h 6858000"/>
                <a:gd name="connsiteX3806" fmla="*/ 3009255 w 4379260"/>
                <a:gd name="connsiteY3806" fmla="*/ 691519 h 6858000"/>
                <a:gd name="connsiteX3807" fmla="*/ 3009800 w 4379260"/>
                <a:gd name="connsiteY3807" fmla="*/ 692608 h 6858000"/>
                <a:gd name="connsiteX3808" fmla="*/ 3009800 w 4379260"/>
                <a:gd name="connsiteY3808" fmla="*/ 693152 h 6858000"/>
                <a:gd name="connsiteX3809" fmla="*/ 3009255 w 4379260"/>
                <a:gd name="connsiteY3809" fmla="*/ 693696 h 6858000"/>
                <a:gd name="connsiteX3810" fmla="*/ 3008711 w 4379260"/>
                <a:gd name="connsiteY3810" fmla="*/ 693696 h 6858000"/>
                <a:gd name="connsiteX3811" fmla="*/ 3008167 w 4379260"/>
                <a:gd name="connsiteY3811" fmla="*/ 692608 h 6858000"/>
                <a:gd name="connsiteX3812" fmla="*/ 3006534 w 4379260"/>
                <a:gd name="connsiteY3812" fmla="*/ 692063 h 6858000"/>
                <a:gd name="connsiteX3813" fmla="*/ 3009255 w 4379260"/>
                <a:gd name="connsiteY3813" fmla="*/ 691519 h 6858000"/>
                <a:gd name="connsiteX3814" fmla="*/ 2199630 w 4379260"/>
                <a:gd name="connsiteY3814" fmla="*/ 691519 h 6858000"/>
                <a:gd name="connsiteX3815" fmla="*/ 2200174 w 4379260"/>
                <a:gd name="connsiteY3815" fmla="*/ 692608 h 6858000"/>
                <a:gd name="connsiteX3816" fmla="*/ 2200174 w 4379260"/>
                <a:gd name="connsiteY3816" fmla="*/ 693152 h 6858000"/>
                <a:gd name="connsiteX3817" fmla="*/ 2199630 w 4379260"/>
                <a:gd name="connsiteY3817" fmla="*/ 693696 h 6858000"/>
                <a:gd name="connsiteX3818" fmla="*/ 2199086 w 4379260"/>
                <a:gd name="connsiteY3818" fmla="*/ 693696 h 6858000"/>
                <a:gd name="connsiteX3819" fmla="*/ 2198542 w 4379260"/>
                <a:gd name="connsiteY3819" fmla="*/ 692608 h 6858000"/>
                <a:gd name="connsiteX3820" fmla="*/ 2196910 w 4379260"/>
                <a:gd name="connsiteY3820" fmla="*/ 692063 h 6858000"/>
                <a:gd name="connsiteX3821" fmla="*/ 2199630 w 4379260"/>
                <a:gd name="connsiteY3821" fmla="*/ 691519 h 6858000"/>
                <a:gd name="connsiteX3822" fmla="*/ 3023403 w 4379260"/>
                <a:gd name="connsiteY3822" fmla="*/ 665944 h 6858000"/>
                <a:gd name="connsiteX3823" fmla="*/ 3024492 w 4379260"/>
                <a:gd name="connsiteY3823" fmla="*/ 667032 h 6858000"/>
                <a:gd name="connsiteX3824" fmla="*/ 3023403 w 4379260"/>
                <a:gd name="connsiteY3824" fmla="*/ 667577 h 6858000"/>
                <a:gd name="connsiteX3825" fmla="*/ 3022859 w 4379260"/>
                <a:gd name="connsiteY3825" fmla="*/ 667032 h 6858000"/>
                <a:gd name="connsiteX3826" fmla="*/ 3022315 w 4379260"/>
                <a:gd name="connsiteY3826" fmla="*/ 666488 h 6858000"/>
                <a:gd name="connsiteX3827" fmla="*/ 3023403 w 4379260"/>
                <a:gd name="connsiteY3827" fmla="*/ 665944 h 6858000"/>
                <a:gd name="connsiteX3828" fmla="*/ 2213778 w 4379260"/>
                <a:gd name="connsiteY3828" fmla="*/ 665944 h 6858000"/>
                <a:gd name="connsiteX3829" fmla="*/ 2214866 w 4379260"/>
                <a:gd name="connsiteY3829" fmla="*/ 667032 h 6858000"/>
                <a:gd name="connsiteX3830" fmla="*/ 2213778 w 4379260"/>
                <a:gd name="connsiteY3830" fmla="*/ 667577 h 6858000"/>
                <a:gd name="connsiteX3831" fmla="*/ 2213234 w 4379260"/>
                <a:gd name="connsiteY3831" fmla="*/ 667032 h 6858000"/>
                <a:gd name="connsiteX3832" fmla="*/ 2212690 w 4379260"/>
                <a:gd name="connsiteY3832" fmla="*/ 666488 h 6858000"/>
                <a:gd name="connsiteX3833" fmla="*/ 2213778 w 4379260"/>
                <a:gd name="connsiteY3833" fmla="*/ 665944 h 6858000"/>
                <a:gd name="connsiteX3834" fmla="*/ 1383954 w 4379260"/>
                <a:gd name="connsiteY3834" fmla="*/ 585409 h 6858000"/>
                <a:gd name="connsiteX3835" fmla="*/ 1360556 w 4379260"/>
                <a:gd name="connsiteY3835" fmla="*/ 587586 h 6858000"/>
                <a:gd name="connsiteX3836" fmla="*/ 1330628 w 4379260"/>
                <a:gd name="connsiteY3836" fmla="*/ 595748 h 6858000"/>
                <a:gd name="connsiteX3837" fmla="*/ 1279477 w 4379260"/>
                <a:gd name="connsiteY3837" fmla="*/ 626221 h 6858000"/>
                <a:gd name="connsiteX3838" fmla="*/ 1238122 w 4379260"/>
                <a:gd name="connsiteY3838" fmla="*/ 665944 h 6858000"/>
                <a:gd name="connsiteX3839" fmla="*/ 1219620 w 4379260"/>
                <a:gd name="connsiteY3839" fmla="*/ 687710 h 6858000"/>
                <a:gd name="connsiteX3840" fmla="*/ 1210370 w 4379260"/>
                <a:gd name="connsiteY3840" fmla="*/ 698593 h 6858000"/>
                <a:gd name="connsiteX3841" fmla="*/ 1202207 w 4379260"/>
                <a:gd name="connsiteY3841" fmla="*/ 710565 h 6858000"/>
                <a:gd name="connsiteX3842" fmla="*/ 1014475 w 4379260"/>
                <a:gd name="connsiteY3842" fmla="*/ 1081677 h 6858000"/>
                <a:gd name="connsiteX3843" fmla="*/ 1009033 w 4379260"/>
                <a:gd name="connsiteY3843" fmla="*/ 1094192 h 6858000"/>
                <a:gd name="connsiteX3844" fmla="*/ 1007401 w 4379260"/>
                <a:gd name="connsiteY3844" fmla="*/ 1101810 h 6858000"/>
                <a:gd name="connsiteX3845" fmla="*/ 1004680 w 4379260"/>
                <a:gd name="connsiteY3845" fmla="*/ 1107796 h 6858000"/>
                <a:gd name="connsiteX3846" fmla="*/ 1004136 w 4379260"/>
                <a:gd name="connsiteY3846" fmla="*/ 1109429 h 6858000"/>
                <a:gd name="connsiteX3847" fmla="*/ 1003592 w 4379260"/>
                <a:gd name="connsiteY3847" fmla="*/ 1112693 h 6858000"/>
                <a:gd name="connsiteX3848" fmla="*/ 1004136 w 4379260"/>
                <a:gd name="connsiteY3848" fmla="*/ 1113238 h 6858000"/>
                <a:gd name="connsiteX3849" fmla="*/ 1005224 w 4379260"/>
                <a:gd name="connsiteY3849" fmla="*/ 1113238 h 6858000"/>
                <a:gd name="connsiteX3850" fmla="*/ 1006312 w 4379260"/>
                <a:gd name="connsiteY3850" fmla="*/ 1115958 h 6858000"/>
                <a:gd name="connsiteX3851" fmla="*/ 1006312 w 4379260"/>
                <a:gd name="connsiteY3851" fmla="*/ 1118135 h 6858000"/>
                <a:gd name="connsiteX3852" fmla="*/ 1001415 w 4379260"/>
                <a:gd name="connsiteY3852" fmla="*/ 1122488 h 6858000"/>
                <a:gd name="connsiteX3853" fmla="*/ 992709 w 4379260"/>
                <a:gd name="connsiteY3853" fmla="*/ 1159491 h 6858000"/>
                <a:gd name="connsiteX3854" fmla="*/ 991620 w 4379260"/>
                <a:gd name="connsiteY3854" fmla="*/ 1165476 h 6858000"/>
                <a:gd name="connsiteX3855" fmla="*/ 992165 w 4379260"/>
                <a:gd name="connsiteY3855" fmla="*/ 1164932 h 6858000"/>
                <a:gd name="connsiteX3856" fmla="*/ 991620 w 4379260"/>
                <a:gd name="connsiteY3856" fmla="*/ 1166565 h 6858000"/>
                <a:gd name="connsiteX3857" fmla="*/ 988900 w 4379260"/>
                <a:gd name="connsiteY3857" fmla="*/ 1184522 h 6858000"/>
                <a:gd name="connsiteX3858" fmla="*/ 985091 w 4379260"/>
                <a:gd name="connsiteY3858" fmla="*/ 1200302 h 6858000"/>
                <a:gd name="connsiteX3859" fmla="*/ 984546 w 4379260"/>
                <a:gd name="connsiteY3859" fmla="*/ 1206832 h 6858000"/>
                <a:gd name="connsiteX3860" fmla="*/ 984002 w 4379260"/>
                <a:gd name="connsiteY3860" fmla="*/ 1210097 h 6858000"/>
                <a:gd name="connsiteX3861" fmla="*/ 984546 w 4379260"/>
                <a:gd name="connsiteY3861" fmla="*/ 1209553 h 6858000"/>
                <a:gd name="connsiteX3862" fmla="*/ 979041 w 4379260"/>
                <a:gd name="connsiteY3862" fmla="*/ 1256110 h 6858000"/>
                <a:gd name="connsiteX3863" fmla="*/ 978561 w 4379260"/>
                <a:gd name="connsiteY3863" fmla="*/ 1256350 h 6858000"/>
                <a:gd name="connsiteX3864" fmla="*/ 978561 w 4379260"/>
                <a:gd name="connsiteY3864" fmla="*/ 1260170 h 6858000"/>
                <a:gd name="connsiteX3865" fmla="*/ 976822 w 4379260"/>
                <a:gd name="connsiteY3865" fmla="*/ 1274878 h 6858000"/>
                <a:gd name="connsiteX3866" fmla="*/ 974752 w 4379260"/>
                <a:gd name="connsiteY3866" fmla="*/ 1275395 h 6858000"/>
                <a:gd name="connsiteX3867" fmla="*/ 976046 w 4379260"/>
                <a:gd name="connsiteY3867" fmla="*/ 1281437 h 6858000"/>
                <a:gd name="connsiteX3868" fmla="*/ 965501 w 4379260"/>
                <a:gd name="connsiteY3868" fmla="*/ 1370622 h 6858000"/>
                <a:gd name="connsiteX3869" fmla="*/ 965501 w 4379260"/>
                <a:gd name="connsiteY3869" fmla="*/ 1384226 h 6858000"/>
                <a:gd name="connsiteX3870" fmla="*/ 968766 w 4379260"/>
                <a:gd name="connsiteY3870" fmla="*/ 1360283 h 6858000"/>
                <a:gd name="connsiteX3871" fmla="*/ 968766 w 4379260"/>
                <a:gd name="connsiteY3871" fmla="*/ 1352121 h 6858000"/>
                <a:gd name="connsiteX3872" fmla="*/ 969310 w 4379260"/>
                <a:gd name="connsiteY3872" fmla="*/ 1343958 h 6858000"/>
                <a:gd name="connsiteX3873" fmla="*/ 970943 w 4379260"/>
                <a:gd name="connsiteY3873" fmla="*/ 1330355 h 6858000"/>
                <a:gd name="connsiteX3874" fmla="*/ 972031 w 4379260"/>
                <a:gd name="connsiteY3874" fmla="*/ 1342870 h 6858000"/>
                <a:gd name="connsiteX3875" fmla="*/ 971487 w 4379260"/>
                <a:gd name="connsiteY3875" fmla="*/ 1357018 h 6858000"/>
                <a:gd name="connsiteX3876" fmla="*/ 970943 w 4379260"/>
                <a:gd name="connsiteY3876" fmla="*/ 1372799 h 6858000"/>
                <a:gd name="connsiteX3877" fmla="*/ 973119 w 4379260"/>
                <a:gd name="connsiteY3877" fmla="*/ 1389667 h 6858000"/>
                <a:gd name="connsiteX3878" fmla="*/ 974207 w 4379260"/>
                <a:gd name="connsiteY3878" fmla="*/ 1366813 h 6858000"/>
                <a:gd name="connsiteX3879" fmla="*/ 975840 w 4379260"/>
                <a:gd name="connsiteY3879" fmla="*/ 1344503 h 6858000"/>
                <a:gd name="connsiteX3880" fmla="*/ 977472 w 4379260"/>
                <a:gd name="connsiteY3880" fmla="*/ 1296617 h 6858000"/>
                <a:gd name="connsiteX3881" fmla="*/ 982914 w 4379260"/>
                <a:gd name="connsiteY3881" fmla="*/ 1292264 h 6858000"/>
                <a:gd name="connsiteX3882" fmla="*/ 982370 w 4379260"/>
                <a:gd name="connsiteY3882" fmla="*/ 1287367 h 6858000"/>
                <a:gd name="connsiteX3883" fmla="*/ 980737 w 4379260"/>
                <a:gd name="connsiteY3883" fmla="*/ 1285734 h 6858000"/>
                <a:gd name="connsiteX3884" fmla="*/ 979105 w 4379260"/>
                <a:gd name="connsiteY3884" fmla="*/ 1280837 h 6858000"/>
                <a:gd name="connsiteX3885" fmla="*/ 984546 w 4379260"/>
                <a:gd name="connsiteY3885" fmla="*/ 1260703 h 6858000"/>
                <a:gd name="connsiteX3886" fmla="*/ 986179 w 4379260"/>
                <a:gd name="connsiteY3886" fmla="*/ 1249276 h 6858000"/>
                <a:gd name="connsiteX3887" fmla="*/ 987811 w 4379260"/>
                <a:gd name="connsiteY3887" fmla="*/ 1237305 h 6858000"/>
                <a:gd name="connsiteX3888" fmla="*/ 993933 w 4379260"/>
                <a:gd name="connsiteY3888" fmla="*/ 1212818 h 6858000"/>
                <a:gd name="connsiteX3889" fmla="*/ 1000837 w 4379260"/>
                <a:gd name="connsiteY3889" fmla="*/ 1200981 h 6858000"/>
                <a:gd name="connsiteX3890" fmla="*/ 1000327 w 4379260"/>
                <a:gd name="connsiteY3890" fmla="*/ 1203023 h 6858000"/>
                <a:gd name="connsiteX3891" fmla="*/ 1000327 w 4379260"/>
                <a:gd name="connsiteY3891" fmla="*/ 1203567 h 6858000"/>
                <a:gd name="connsiteX3892" fmla="*/ 1002503 w 4379260"/>
                <a:gd name="connsiteY3892" fmla="*/ 1200846 h 6858000"/>
                <a:gd name="connsiteX3893" fmla="*/ 1003048 w 4379260"/>
                <a:gd name="connsiteY3893" fmla="*/ 1198670 h 6858000"/>
                <a:gd name="connsiteX3894" fmla="*/ 1003592 w 4379260"/>
                <a:gd name="connsiteY3894" fmla="*/ 1197037 h 6858000"/>
                <a:gd name="connsiteX3895" fmla="*/ 1005224 w 4379260"/>
                <a:gd name="connsiteY3895" fmla="*/ 1192140 h 6858000"/>
                <a:gd name="connsiteX3896" fmla="*/ 1006312 w 4379260"/>
                <a:gd name="connsiteY3896" fmla="*/ 1187242 h 6858000"/>
                <a:gd name="connsiteX3897" fmla="*/ 1010666 w 4379260"/>
                <a:gd name="connsiteY3897" fmla="*/ 1179080 h 6858000"/>
                <a:gd name="connsiteX3898" fmla="*/ 1009577 w 4379260"/>
                <a:gd name="connsiteY3898" fmla="*/ 1185066 h 6858000"/>
                <a:gd name="connsiteX3899" fmla="*/ 1009033 w 4379260"/>
                <a:gd name="connsiteY3899" fmla="*/ 1191596 h 6858000"/>
                <a:gd name="connsiteX3900" fmla="*/ 1006857 w 4379260"/>
                <a:gd name="connsiteY3900" fmla="*/ 1205199 h 6858000"/>
                <a:gd name="connsiteX3901" fmla="*/ 998694 w 4379260"/>
                <a:gd name="connsiteY3901" fmla="*/ 1230775 h 6858000"/>
                <a:gd name="connsiteX3902" fmla="*/ 998150 w 4379260"/>
                <a:gd name="connsiteY3902" fmla="*/ 1219892 h 6858000"/>
                <a:gd name="connsiteX3903" fmla="*/ 997062 w 4379260"/>
                <a:gd name="connsiteY3903" fmla="*/ 1226966 h 6858000"/>
                <a:gd name="connsiteX3904" fmla="*/ 1000871 w 4379260"/>
                <a:gd name="connsiteY3904" fmla="*/ 1242746 h 6858000"/>
                <a:gd name="connsiteX3905" fmla="*/ 995429 w 4379260"/>
                <a:gd name="connsiteY3905" fmla="*/ 1254173 h 6858000"/>
                <a:gd name="connsiteX3906" fmla="*/ 994341 w 4379260"/>
                <a:gd name="connsiteY3906" fmla="*/ 1259615 h 6858000"/>
                <a:gd name="connsiteX3907" fmla="*/ 992165 w 4379260"/>
                <a:gd name="connsiteY3907" fmla="*/ 1264512 h 6858000"/>
                <a:gd name="connsiteX3908" fmla="*/ 990532 w 4379260"/>
                <a:gd name="connsiteY3908" fmla="*/ 1293352 h 6858000"/>
                <a:gd name="connsiteX3909" fmla="*/ 989444 w 4379260"/>
                <a:gd name="connsiteY3909" fmla="*/ 1306956 h 6858000"/>
                <a:gd name="connsiteX3910" fmla="*/ 988355 w 4379260"/>
                <a:gd name="connsiteY3910" fmla="*/ 1320016 h 6858000"/>
                <a:gd name="connsiteX3911" fmla="*/ 985091 w 4379260"/>
                <a:gd name="connsiteY3911" fmla="*/ 1368989 h 6858000"/>
                <a:gd name="connsiteX3912" fmla="*/ 985091 w 4379260"/>
                <a:gd name="connsiteY3912" fmla="*/ 1377152 h 6858000"/>
                <a:gd name="connsiteX3913" fmla="*/ 997606 w 4379260"/>
                <a:gd name="connsiteY3913" fmla="*/ 1465849 h 6858000"/>
                <a:gd name="connsiteX3914" fmla="*/ 997606 w 4379260"/>
                <a:gd name="connsiteY3914" fmla="*/ 1469114 h 6858000"/>
                <a:gd name="connsiteX3915" fmla="*/ 999238 w 4379260"/>
                <a:gd name="connsiteY3915" fmla="*/ 1480541 h 6858000"/>
                <a:gd name="connsiteX3916" fmla="*/ 1001959 w 4379260"/>
                <a:gd name="connsiteY3916" fmla="*/ 1488159 h 6858000"/>
                <a:gd name="connsiteX3917" fmla="*/ 1006312 w 4379260"/>
                <a:gd name="connsiteY3917" fmla="*/ 1494145 h 6858000"/>
                <a:gd name="connsiteX3918" fmla="*/ 1075964 w 4379260"/>
                <a:gd name="connsiteY3918" fmla="*/ 1580665 h 6858000"/>
                <a:gd name="connsiteX3919" fmla="*/ 1100995 w 4379260"/>
                <a:gd name="connsiteY3919" fmla="*/ 1591004 h 6858000"/>
                <a:gd name="connsiteX3920" fmla="*/ 1106981 w 4379260"/>
                <a:gd name="connsiteY3920" fmla="*/ 1592092 h 6858000"/>
                <a:gd name="connsiteX3921" fmla="*/ 1114055 w 4379260"/>
                <a:gd name="connsiteY3921" fmla="*/ 1593180 h 6858000"/>
                <a:gd name="connsiteX3922" fmla="*/ 1120585 w 4379260"/>
                <a:gd name="connsiteY3922" fmla="*/ 1593725 h 6858000"/>
                <a:gd name="connsiteX3923" fmla="*/ 1127114 w 4379260"/>
                <a:gd name="connsiteY3923" fmla="*/ 1593180 h 6858000"/>
                <a:gd name="connsiteX3924" fmla="*/ 1134188 w 4379260"/>
                <a:gd name="connsiteY3924" fmla="*/ 1593180 h 6858000"/>
                <a:gd name="connsiteX3925" fmla="*/ 1141262 w 4379260"/>
                <a:gd name="connsiteY3925" fmla="*/ 1591548 h 6858000"/>
                <a:gd name="connsiteX3926" fmla="*/ 1145071 w 4379260"/>
                <a:gd name="connsiteY3926" fmla="*/ 1591004 h 6858000"/>
                <a:gd name="connsiteX3927" fmla="*/ 1148336 w 4379260"/>
                <a:gd name="connsiteY3927" fmla="*/ 1590460 h 6858000"/>
                <a:gd name="connsiteX3928" fmla="*/ 1155954 w 4379260"/>
                <a:gd name="connsiteY3928" fmla="*/ 1588283 h 6858000"/>
                <a:gd name="connsiteX3929" fmla="*/ 1184250 w 4379260"/>
                <a:gd name="connsiteY3929" fmla="*/ 1577400 h 6858000"/>
                <a:gd name="connsiteX3930" fmla="*/ 1188604 w 4379260"/>
                <a:gd name="connsiteY3930" fmla="*/ 1579032 h 6858000"/>
                <a:gd name="connsiteX3931" fmla="*/ 1226694 w 4379260"/>
                <a:gd name="connsiteY3931" fmla="*/ 1554001 h 6858000"/>
                <a:gd name="connsiteX3932" fmla="*/ 1245196 w 4379260"/>
                <a:gd name="connsiteY3932" fmla="*/ 1542030 h 6858000"/>
                <a:gd name="connsiteX3933" fmla="*/ 1263153 w 4379260"/>
                <a:gd name="connsiteY3933" fmla="*/ 1528426 h 6858000"/>
                <a:gd name="connsiteX3934" fmla="*/ 1265329 w 4379260"/>
                <a:gd name="connsiteY3934" fmla="*/ 1528426 h 6858000"/>
                <a:gd name="connsiteX3935" fmla="*/ 1266418 w 4379260"/>
                <a:gd name="connsiteY3935" fmla="*/ 1530059 h 6858000"/>
                <a:gd name="connsiteX3936" fmla="*/ 1268050 w 4379260"/>
                <a:gd name="connsiteY3936" fmla="*/ 1525705 h 6858000"/>
                <a:gd name="connsiteX3937" fmla="*/ 1266962 w 4379260"/>
                <a:gd name="connsiteY3937" fmla="*/ 1524617 h 6858000"/>
                <a:gd name="connsiteX3938" fmla="*/ 1346408 w 4379260"/>
                <a:gd name="connsiteY3938" fmla="*/ 1434288 h 6858000"/>
                <a:gd name="connsiteX3939" fmla="*/ 1416060 w 4379260"/>
                <a:gd name="connsiteY3939" fmla="*/ 1336340 h 6858000"/>
                <a:gd name="connsiteX3940" fmla="*/ 1417148 w 4379260"/>
                <a:gd name="connsiteY3940" fmla="*/ 1335796 h 6858000"/>
                <a:gd name="connsiteX3941" fmla="*/ 1413339 w 4379260"/>
                <a:gd name="connsiteY3941" fmla="*/ 1344503 h 6858000"/>
                <a:gd name="connsiteX3942" fmla="*/ 1411162 w 4379260"/>
                <a:gd name="connsiteY3942" fmla="*/ 1347768 h 6858000"/>
                <a:gd name="connsiteX3943" fmla="*/ 1408986 w 4379260"/>
                <a:gd name="connsiteY3943" fmla="*/ 1351032 h 6858000"/>
                <a:gd name="connsiteX3944" fmla="*/ 1404632 w 4379260"/>
                <a:gd name="connsiteY3944" fmla="*/ 1364092 h 6858000"/>
                <a:gd name="connsiteX3945" fmla="*/ 1404632 w 4379260"/>
                <a:gd name="connsiteY3945" fmla="*/ 1365180 h 6858000"/>
                <a:gd name="connsiteX3946" fmla="*/ 1391028 w 4379260"/>
                <a:gd name="connsiteY3946" fmla="*/ 1379328 h 6858000"/>
                <a:gd name="connsiteX3947" fmla="*/ 1383410 w 4379260"/>
                <a:gd name="connsiteY3947" fmla="*/ 1398374 h 6858000"/>
                <a:gd name="connsiteX3948" fmla="*/ 1361100 w 4379260"/>
                <a:gd name="connsiteY3948" fmla="*/ 1420684 h 6858000"/>
                <a:gd name="connsiteX3949" fmla="*/ 1344776 w 4379260"/>
                <a:gd name="connsiteY3949" fmla="*/ 1447892 h 6858000"/>
                <a:gd name="connsiteX3950" fmla="*/ 1333348 w 4379260"/>
                <a:gd name="connsiteY3950" fmla="*/ 1457142 h 6858000"/>
                <a:gd name="connsiteX3951" fmla="*/ 1324642 w 4379260"/>
                <a:gd name="connsiteY3951" fmla="*/ 1470202 h 6858000"/>
                <a:gd name="connsiteX3952" fmla="*/ 1307773 w 4379260"/>
                <a:gd name="connsiteY3952" fmla="*/ 1493056 h 6858000"/>
                <a:gd name="connsiteX3953" fmla="*/ 1313215 w 4379260"/>
                <a:gd name="connsiteY3953" fmla="*/ 1484894 h 6858000"/>
                <a:gd name="connsiteX3954" fmla="*/ 1293625 w 4379260"/>
                <a:gd name="connsiteY3954" fmla="*/ 1502851 h 6858000"/>
                <a:gd name="connsiteX3955" fmla="*/ 1288728 w 4379260"/>
                <a:gd name="connsiteY3955" fmla="*/ 1507748 h 6858000"/>
                <a:gd name="connsiteX3956" fmla="*/ 1284375 w 4379260"/>
                <a:gd name="connsiteY3956" fmla="*/ 1513190 h 6858000"/>
                <a:gd name="connsiteX3957" fmla="*/ 1274580 w 4379260"/>
                <a:gd name="connsiteY3957" fmla="*/ 1520808 h 6858000"/>
                <a:gd name="connsiteX3958" fmla="*/ 1271859 w 4379260"/>
                <a:gd name="connsiteY3958" fmla="*/ 1526250 h 6858000"/>
                <a:gd name="connsiteX3959" fmla="*/ 1271859 w 4379260"/>
                <a:gd name="connsiteY3959" fmla="*/ 1526794 h 6858000"/>
                <a:gd name="connsiteX3960" fmla="*/ 1274580 w 4379260"/>
                <a:gd name="connsiteY3960" fmla="*/ 1528426 h 6858000"/>
                <a:gd name="connsiteX3961" fmla="*/ 1266418 w 4379260"/>
                <a:gd name="connsiteY3961" fmla="*/ 1532235 h 6858000"/>
                <a:gd name="connsiteX3962" fmla="*/ 1258255 w 4379260"/>
                <a:gd name="connsiteY3962" fmla="*/ 1535500 h 6858000"/>
                <a:gd name="connsiteX3963" fmla="*/ 1241931 w 4379260"/>
                <a:gd name="connsiteY3963" fmla="*/ 1549104 h 6858000"/>
                <a:gd name="connsiteX3964" fmla="*/ 1240298 w 4379260"/>
                <a:gd name="connsiteY3964" fmla="*/ 1551825 h 6858000"/>
                <a:gd name="connsiteX3965" fmla="*/ 1241931 w 4379260"/>
                <a:gd name="connsiteY3965" fmla="*/ 1554001 h 6858000"/>
                <a:gd name="connsiteX3966" fmla="*/ 1243563 w 4379260"/>
                <a:gd name="connsiteY3966" fmla="*/ 1555634 h 6858000"/>
                <a:gd name="connsiteX3967" fmla="*/ 1240842 w 4379260"/>
                <a:gd name="connsiteY3967" fmla="*/ 1559987 h 6858000"/>
                <a:gd name="connsiteX3968" fmla="*/ 1237577 w 4379260"/>
                <a:gd name="connsiteY3968" fmla="*/ 1560531 h 6858000"/>
                <a:gd name="connsiteX3969" fmla="*/ 1233768 w 4379260"/>
                <a:gd name="connsiteY3969" fmla="*/ 1556722 h 6858000"/>
                <a:gd name="connsiteX3970" fmla="*/ 1233768 w 4379260"/>
                <a:gd name="connsiteY3970" fmla="*/ 1555634 h 6858000"/>
                <a:gd name="connsiteX3971" fmla="*/ 1227783 w 4379260"/>
                <a:gd name="connsiteY3971" fmla="*/ 1560531 h 6858000"/>
                <a:gd name="connsiteX3972" fmla="*/ 1221797 w 4379260"/>
                <a:gd name="connsiteY3972" fmla="*/ 1564884 h 6858000"/>
                <a:gd name="connsiteX3973" fmla="*/ 1216900 w 4379260"/>
                <a:gd name="connsiteY3973" fmla="*/ 1568694 h 6858000"/>
                <a:gd name="connsiteX3974" fmla="*/ 1211458 w 4379260"/>
                <a:gd name="connsiteY3974" fmla="*/ 1571958 h 6858000"/>
                <a:gd name="connsiteX3975" fmla="*/ 1194589 w 4379260"/>
                <a:gd name="connsiteY3975" fmla="*/ 1586651 h 6858000"/>
                <a:gd name="connsiteX3976" fmla="*/ 1190236 w 4379260"/>
                <a:gd name="connsiteY3976" fmla="*/ 1585018 h 6858000"/>
                <a:gd name="connsiteX3977" fmla="*/ 1186971 w 4379260"/>
                <a:gd name="connsiteY3977" fmla="*/ 1585562 h 6858000"/>
                <a:gd name="connsiteX3978" fmla="*/ 1182618 w 4379260"/>
                <a:gd name="connsiteY3978" fmla="*/ 1586106 h 6858000"/>
                <a:gd name="connsiteX3979" fmla="*/ 1178809 w 4379260"/>
                <a:gd name="connsiteY3979" fmla="*/ 1586651 h 6858000"/>
                <a:gd name="connsiteX3980" fmla="*/ 1176632 w 4379260"/>
                <a:gd name="connsiteY3980" fmla="*/ 1589916 h 6858000"/>
                <a:gd name="connsiteX3981" fmla="*/ 1179353 w 4379260"/>
                <a:gd name="connsiteY3981" fmla="*/ 1592636 h 6858000"/>
                <a:gd name="connsiteX3982" fmla="*/ 1173912 w 4379260"/>
                <a:gd name="connsiteY3982" fmla="*/ 1594269 h 6858000"/>
                <a:gd name="connsiteX3983" fmla="*/ 1170647 w 4379260"/>
                <a:gd name="connsiteY3983" fmla="*/ 1595357 h 6858000"/>
                <a:gd name="connsiteX3984" fmla="*/ 1167926 w 4379260"/>
                <a:gd name="connsiteY3984" fmla="*/ 1596445 h 6858000"/>
                <a:gd name="connsiteX3985" fmla="*/ 1164117 w 4379260"/>
                <a:gd name="connsiteY3985" fmla="*/ 1596990 h 6858000"/>
                <a:gd name="connsiteX3986" fmla="*/ 1161396 w 4379260"/>
                <a:gd name="connsiteY3986" fmla="*/ 1594813 h 6858000"/>
                <a:gd name="connsiteX3987" fmla="*/ 1157043 w 4379260"/>
                <a:gd name="connsiteY3987" fmla="*/ 1594269 h 6858000"/>
                <a:gd name="connsiteX3988" fmla="*/ 1150513 w 4379260"/>
                <a:gd name="connsiteY3988" fmla="*/ 1595357 h 6858000"/>
                <a:gd name="connsiteX3989" fmla="*/ 1136909 w 4379260"/>
                <a:gd name="connsiteY3989" fmla="*/ 1600799 h 6858000"/>
                <a:gd name="connsiteX3990" fmla="*/ 1116776 w 4379260"/>
                <a:gd name="connsiteY3990" fmla="*/ 1596990 h 6858000"/>
                <a:gd name="connsiteX3991" fmla="*/ 1107525 w 4379260"/>
                <a:gd name="connsiteY3991" fmla="*/ 1596445 h 6858000"/>
                <a:gd name="connsiteX3992" fmla="*/ 1097730 w 4379260"/>
                <a:gd name="connsiteY3992" fmla="*/ 1595901 h 6858000"/>
                <a:gd name="connsiteX3993" fmla="*/ 1056919 w 4379260"/>
                <a:gd name="connsiteY3993" fmla="*/ 1582842 h 6858000"/>
                <a:gd name="connsiteX3994" fmla="*/ 1054742 w 4379260"/>
                <a:gd name="connsiteY3994" fmla="*/ 1579032 h 6858000"/>
                <a:gd name="connsiteX3995" fmla="*/ 1052566 w 4379260"/>
                <a:gd name="connsiteY3995" fmla="*/ 1575768 h 6858000"/>
                <a:gd name="connsiteX3996" fmla="*/ 1049845 w 4379260"/>
                <a:gd name="connsiteY3996" fmla="*/ 1568149 h 6858000"/>
                <a:gd name="connsiteX3997" fmla="*/ 1048212 w 4379260"/>
                <a:gd name="connsiteY3997" fmla="*/ 1567061 h 6858000"/>
                <a:gd name="connsiteX3998" fmla="*/ 1046580 w 4379260"/>
                <a:gd name="connsiteY3998" fmla="*/ 1571414 h 6858000"/>
                <a:gd name="connsiteX3999" fmla="*/ 1046580 w 4379260"/>
                <a:gd name="connsiteY3999" fmla="*/ 1573047 h 6858000"/>
                <a:gd name="connsiteX4000" fmla="*/ 1040594 w 4379260"/>
                <a:gd name="connsiteY4000" fmla="*/ 1563796 h 6858000"/>
                <a:gd name="connsiteX4001" fmla="*/ 1040594 w 4379260"/>
                <a:gd name="connsiteY4001" fmla="*/ 1559987 h 6858000"/>
                <a:gd name="connsiteX4002" fmla="*/ 1039506 w 4379260"/>
                <a:gd name="connsiteY4002" fmla="*/ 1556722 h 6858000"/>
                <a:gd name="connsiteX4003" fmla="*/ 1036785 w 4379260"/>
                <a:gd name="connsiteY4003" fmla="*/ 1555634 h 6858000"/>
                <a:gd name="connsiteX4004" fmla="*/ 1034608 w 4379260"/>
                <a:gd name="connsiteY4004" fmla="*/ 1555090 h 6858000"/>
                <a:gd name="connsiteX4005" fmla="*/ 1027534 w 4379260"/>
                <a:gd name="connsiteY4005" fmla="*/ 1550192 h 6858000"/>
                <a:gd name="connsiteX4006" fmla="*/ 1028623 w 4379260"/>
                <a:gd name="connsiteY4006" fmla="*/ 1546383 h 6858000"/>
                <a:gd name="connsiteX4007" fmla="*/ 1026990 w 4379260"/>
                <a:gd name="connsiteY4007" fmla="*/ 1540398 h 6858000"/>
                <a:gd name="connsiteX4008" fmla="*/ 1016651 w 4379260"/>
                <a:gd name="connsiteY4008" fmla="*/ 1528970 h 6858000"/>
                <a:gd name="connsiteX4009" fmla="*/ 1015019 w 4379260"/>
                <a:gd name="connsiteY4009" fmla="*/ 1527882 h 6858000"/>
                <a:gd name="connsiteX4010" fmla="*/ 1014475 w 4379260"/>
                <a:gd name="connsiteY4010" fmla="*/ 1527882 h 6858000"/>
                <a:gd name="connsiteX4011" fmla="*/ 1013386 w 4379260"/>
                <a:gd name="connsiteY4011" fmla="*/ 1528426 h 6858000"/>
                <a:gd name="connsiteX4012" fmla="*/ 1012842 w 4379260"/>
                <a:gd name="connsiteY4012" fmla="*/ 1528970 h 6858000"/>
                <a:gd name="connsiteX4013" fmla="*/ 1011210 w 4379260"/>
                <a:gd name="connsiteY4013" fmla="*/ 1529515 h 6858000"/>
                <a:gd name="connsiteX4014" fmla="*/ 1007945 w 4379260"/>
                <a:gd name="connsiteY4014" fmla="*/ 1527338 h 6858000"/>
                <a:gd name="connsiteX4015" fmla="*/ 1009577 w 4379260"/>
                <a:gd name="connsiteY4015" fmla="*/ 1521896 h 6858000"/>
                <a:gd name="connsiteX4016" fmla="*/ 1011210 w 4379260"/>
                <a:gd name="connsiteY4016" fmla="*/ 1516455 h 6858000"/>
                <a:gd name="connsiteX4017" fmla="*/ 992165 w 4379260"/>
                <a:gd name="connsiteY4017" fmla="*/ 1488159 h 6858000"/>
                <a:gd name="connsiteX4018" fmla="*/ 987811 w 4379260"/>
                <a:gd name="connsiteY4018" fmla="*/ 1471834 h 6858000"/>
                <a:gd name="connsiteX4019" fmla="*/ 985635 w 4379260"/>
                <a:gd name="connsiteY4019" fmla="*/ 1462584 h 6858000"/>
                <a:gd name="connsiteX4020" fmla="*/ 982914 w 4379260"/>
                <a:gd name="connsiteY4020" fmla="*/ 1452789 h 6858000"/>
                <a:gd name="connsiteX4021" fmla="*/ 982370 w 4379260"/>
                <a:gd name="connsiteY4021" fmla="*/ 1452245 h 6858000"/>
                <a:gd name="connsiteX4022" fmla="*/ 981281 w 4379260"/>
                <a:gd name="connsiteY4022" fmla="*/ 1455510 h 6858000"/>
                <a:gd name="connsiteX4023" fmla="*/ 981826 w 4379260"/>
                <a:gd name="connsiteY4023" fmla="*/ 1457686 h 6858000"/>
                <a:gd name="connsiteX4024" fmla="*/ 981281 w 4379260"/>
                <a:gd name="connsiteY4024" fmla="*/ 1459863 h 6858000"/>
                <a:gd name="connsiteX4025" fmla="*/ 979105 w 4379260"/>
                <a:gd name="connsiteY4025" fmla="*/ 1462040 h 6858000"/>
                <a:gd name="connsiteX4026" fmla="*/ 981281 w 4379260"/>
                <a:gd name="connsiteY4026" fmla="*/ 1468025 h 6858000"/>
                <a:gd name="connsiteX4027" fmla="*/ 983458 w 4379260"/>
                <a:gd name="connsiteY4027" fmla="*/ 1474011 h 6858000"/>
                <a:gd name="connsiteX4028" fmla="*/ 985635 w 4379260"/>
                <a:gd name="connsiteY4028" fmla="*/ 1480541 h 6858000"/>
                <a:gd name="connsiteX4029" fmla="*/ 987267 w 4379260"/>
                <a:gd name="connsiteY4029" fmla="*/ 1485438 h 6858000"/>
                <a:gd name="connsiteX4030" fmla="*/ 980193 w 4379260"/>
                <a:gd name="connsiteY4030" fmla="*/ 1473467 h 6858000"/>
                <a:gd name="connsiteX4031" fmla="*/ 977472 w 4379260"/>
                <a:gd name="connsiteY4031" fmla="*/ 1457686 h 6858000"/>
                <a:gd name="connsiteX4032" fmla="*/ 977472 w 4379260"/>
                <a:gd name="connsiteY4032" fmla="*/ 1453333 h 6858000"/>
                <a:gd name="connsiteX4033" fmla="*/ 983458 w 4379260"/>
                <a:gd name="connsiteY4033" fmla="*/ 1436464 h 6858000"/>
                <a:gd name="connsiteX4034" fmla="*/ 981826 w 4379260"/>
                <a:gd name="connsiteY4034" fmla="*/ 1433200 h 6858000"/>
                <a:gd name="connsiteX4035" fmla="*/ 980737 w 4379260"/>
                <a:gd name="connsiteY4035" fmla="*/ 1431023 h 6858000"/>
                <a:gd name="connsiteX4036" fmla="*/ 979105 w 4379260"/>
                <a:gd name="connsiteY4036" fmla="*/ 1428302 h 6858000"/>
                <a:gd name="connsiteX4037" fmla="*/ 977472 w 4379260"/>
                <a:gd name="connsiteY4037" fmla="*/ 1421228 h 6858000"/>
                <a:gd name="connsiteX4038" fmla="*/ 979105 w 4379260"/>
                <a:gd name="connsiteY4038" fmla="*/ 1415787 h 6858000"/>
                <a:gd name="connsiteX4039" fmla="*/ 980193 w 4379260"/>
                <a:gd name="connsiteY4039" fmla="*/ 1413066 h 6858000"/>
                <a:gd name="connsiteX4040" fmla="*/ 981826 w 4379260"/>
                <a:gd name="connsiteY4040" fmla="*/ 1415242 h 6858000"/>
                <a:gd name="connsiteX4041" fmla="*/ 983458 w 4379260"/>
                <a:gd name="connsiteY4041" fmla="*/ 1418507 h 6858000"/>
                <a:gd name="connsiteX4042" fmla="*/ 983458 w 4379260"/>
                <a:gd name="connsiteY4042" fmla="*/ 1417963 h 6858000"/>
                <a:gd name="connsiteX4043" fmla="*/ 981826 w 4379260"/>
                <a:gd name="connsiteY4043" fmla="*/ 1411433 h 6858000"/>
                <a:gd name="connsiteX4044" fmla="*/ 980193 w 4379260"/>
                <a:gd name="connsiteY4044" fmla="*/ 1409257 h 6858000"/>
                <a:gd name="connsiteX4045" fmla="*/ 978561 w 4379260"/>
                <a:gd name="connsiteY4045" fmla="*/ 1406536 h 6858000"/>
                <a:gd name="connsiteX4046" fmla="*/ 974207 w 4379260"/>
                <a:gd name="connsiteY4046" fmla="*/ 1390211 h 6858000"/>
                <a:gd name="connsiteX4047" fmla="*/ 972031 w 4379260"/>
                <a:gd name="connsiteY4047" fmla="*/ 1402183 h 6858000"/>
                <a:gd name="connsiteX4048" fmla="*/ 972575 w 4379260"/>
                <a:gd name="connsiteY4048" fmla="*/ 1412522 h 6858000"/>
                <a:gd name="connsiteX4049" fmla="*/ 973663 w 4379260"/>
                <a:gd name="connsiteY4049" fmla="*/ 1418507 h 6858000"/>
                <a:gd name="connsiteX4050" fmla="*/ 974207 w 4379260"/>
                <a:gd name="connsiteY4050" fmla="*/ 1424493 h 6858000"/>
                <a:gd name="connsiteX4051" fmla="*/ 974207 w 4379260"/>
                <a:gd name="connsiteY4051" fmla="*/ 1427758 h 6858000"/>
                <a:gd name="connsiteX4052" fmla="*/ 973119 w 4379260"/>
                <a:gd name="connsiteY4052" fmla="*/ 1434832 h 6858000"/>
                <a:gd name="connsiteX4053" fmla="*/ 969854 w 4379260"/>
                <a:gd name="connsiteY4053" fmla="*/ 1417963 h 6858000"/>
                <a:gd name="connsiteX4054" fmla="*/ 969854 w 4379260"/>
                <a:gd name="connsiteY4054" fmla="*/ 1410345 h 6858000"/>
                <a:gd name="connsiteX4055" fmla="*/ 967678 w 4379260"/>
                <a:gd name="connsiteY4055" fmla="*/ 1401094 h 6858000"/>
                <a:gd name="connsiteX4056" fmla="*/ 967133 w 4379260"/>
                <a:gd name="connsiteY4056" fmla="*/ 1414154 h 6858000"/>
                <a:gd name="connsiteX4057" fmla="*/ 984002 w 4379260"/>
                <a:gd name="connsiteY4057" fmla="*/ 1495777 h 6858000"/>
                <a:gd name="connsiteX4058" fmla="*/ 997900 w 4379260"/>
                <a:gd name="connsiteY4058" fmla="*/ 1517396 h 6858000"/>
                <a:gd name="connsiteX4059" fmla="*/ 997606 w 4379260"/>
                <a:gd name="connsiteY4059" fmla="*/ 1517543 h 6858000"/>
                <a:gd name="connsiteX4060" fmla="*/ 1001959 w 4379260"/>
                <a:gd name="connsiteY4060" fmla="*/ 1524073 h 6858000"/>
                <a:gd name="connsiteX4061" fmla="*/ 1003048 w 4379260"/>
                <a:gd name="connsiteY4061" fmla="*/ 1526794 h 6858000"/>
                <a:gd name="connsiteX4062" fmla="*/ 1005768 w 4379260"/>
                <a:gd name="connsiteY4062" fmla="*/ 1530059 h 6858000"/>
                <a:gd name="connsiteX4063" fmla="*/ 1005861 w 4379260"/>
                <a:gd name="connsiteY4063" fmla="*/ 1529780 h 6858000"/>
                <a:gd name="connsiteX4064" fmla="*/ 1037873 w 4379260"/>
                <a:gd name="connsiteY4064" fmla="*/ 1579577 h 6858000"/>
                <a:gd name="connsiteX4065" fmla="*/ 1052021 w 4379260"/>
                <a:gd name="connsiteY4065" fmla="*/ 1586106 h 6858000"/>
                <a:gd name="connsiteX4066" fmla="*/ 1052021 w 4379260"/>
                <a:gd name="connsiteY4066" fmla="*/ 1586651 h 6858000"/>
                <a:gd name="connsiteX4067" fmla="*/ 1060184 w 4379260"/>
                <a:gd name="connsiteY4067" fmla="*/ 1595901 h 6858000"/>
                <a:gd name="connsiteX4068" fmla="*/ 1067802 w 4379260"/>
                <a:gd name="connsiteY4068" fmla="*/ 1600799 h 6858000"/>
                <a:gd name="connsiteX4069" fmla="*/ 1073243 w 4379260"/>
                <a:gd name="connsiteY4069" fmla="*/ 1606240 h 6858000"/>
                <a:gd name="connsiteX4070" fmla="*/ 1118952 w 4379260"/>
                <a:gd name="connsiteY4070" fmla="*/ 1613858 h 6858000"/>
                <a:gd name="connsiteX4071" fmla="*/ 1127114 w 4379260"/>
                <a:gd name="connsiteY4071" fmla="*/ 1613858 h 6858000"/>
                <a:gd name="connsiteX4072" fmla="*/ 1180441 w 4379260"/>
                <a:gd name="connsiteY4072" fmla="*/ 1602431 h 6858000"/>
                <a:gd name="connsiteX4073" fmla="*/ 1274036 w 4379260"/>
                <a:gd name="connsiteY4073" fmla="*/ 1543118 h 6858000"/>
                <a:gd name="connsiteX4074" fmla="*/ 1287639 w 4379260"/>
                <a:gd name="connsiteY4074" fmla="*/ 1534956 h 6858000"/>
                <a:gd name="connsiteX4075" fmla="*/ 1290904 w 4379260"/>
                <a:gd name="connsiteY4075" fmla="*/ 1529515 h 6858000"/>
                <a:gd name="connsiteX4076" fmla="*/ 1294713 w 4379260"/>
                <a:gd name="connsiteY4076" fmla="*/ 1523529 h 6858000"/>
                <a:gd name="connsiteX4077" fmla="*/ 1295258 w 4379260"/>
                <a:gd name="connsiteY4077" fmla="*/ 1523529 h 6858000"/>
                <a:gd name="connsiteX4078" fmla="*/ 1306685 w 4379260"/>
                <a:gd name="connsiteY4078" fmla="*/ 1516455 h 6858000"/>
                <a:gd name="connsiteX4079" fmla="*/ 1309406 w 4379260"/>
                <a:gd name="connsiteY4079" fmla="*/ 1512646 h 6858000"/>
                <a:gd name="connsiteX4080" fmla="*/ 1313215 w 4379260"/>
                <a:gd name="connsiteY4080" fmla="*/ 1507748 h 6858000"/>
                <a:gd name="connsiteX4081" fmla="*/ 1321377 w 4379260"/>
                <a:gd name="connsiteY4081" fmla="*/ 1498498 h 6858000"/>
                <a:gd name="connsiteX4082" fmla="*/ 1332260 w 4379260"/>
                <a:gd name="connsiteY4082" fmla="*/ 1487615 h 6858000"/>
                <a:gd name="connsiteX4083" fmla="*/ 1343687 w 4379260"/>
                <a:gd name="connsiteY4083" fmla="*/ 1477276 h 6858000"/>
                <a:gd name="connsiteX4084" fmla="*/ 1360556 w 4379260"/>
                <a:gd name="connsiteY4084" fmla="*/ 1450068 h 6858000"/>
                <a:gd name="connsiteX4085" fmla="*/ 1391573 w 4379260"/>
                <a:gd name="connsiteY4085" fmla="*/ 1416331 h 6858000"/>
                <a:gd name="connsiteX4086" fmla="*/ 1419869 w 4379260"/>
                <a:gd name="connsiteY4086" fmla="*/ 1371166 h 6858000"/>
                <a:gd name="connsiteX4087" fmla="*/ 1426398 w 4379260"/>
                <a:gd name="connsiteY4087" fmla="*/ 1360283 h 6858000"/>
                <a:gd name="connsiteX4088" fmla="*/ 1426943 w 4379260"/>
                <a:gd name="connsiteY4088" fmla="*/ 1359739 h 6858000"/>
                <a:gd name="connsiteX4089" fmla="*/ 1435105 w 4379260"/>
                <a:gd name="connsiteY4089" fmla="*/ 1347223 h 6858000"/>
                <a:gd name="connsiteX4090" fmla="*/ 1436737 w 4379260"/>
                <a:gd name="connsiteY4090" fmla="*/ 1343414 h 6858000"/>
                <a:gd name="connsiteX4091" fmla="*/ 1448709 w 4379260"/>
                <a:gd name="connsiteY4091" fmla="*/ 1325457 h 6858000"/>
                <a:gd name="connsiteX4092" fmla="*/ 1451017 w 4379260"/>
                <a:gd name="connsiteY4092" fmla="*/ 1322414 h 6858000"/>
                <a:gd name="connsiteX4093" fmla="*/ 1457954 w 4379260"/>
                <a:gd name="connsiteY4093" fmla="*/ 1335252 h 6858000"/>
                <a:gd name="connsiteX4094" fmla="*/ 1470061 w 4379260"/>
                <a:gd name="connsiteY4094" fmla="*/ 1348856 h 6858000"/>
                <a:gd name="connsiteX4095" fmla="*/ 1487474 w 4379260"/>
                <a:gd name="connsiteY4095" fmla="*/ 1359739 h 6858000"/>
                <a:gd name="connsiteX4096" fmla="*/ 1508152 w 4379260"/>
                <a:gd name="connsiteY4096" fmla="*/ 1364092 h 6858000"/>
                <a:gd name="connsiteX4097" fmla="*/ 1509784 w 4379260"/>
                <a:gd name="connsiteY4097" fmla="*/ 1364092 h 6858000"/>
                <a:gd name="connsiteX4098" fmla="*/ 1541345 w 4379260"/>
                <a:gd name="connsiteY4098" fmla="*/ 1355386 h 6858000"/>
                <a:gd name="connsiteX4099" fmla="*/ 1542433 w 4379260"/>
                <a:gd name="connsiteY4099" fmla="*/ 1354841 h 6858000"/>
                <a:gd name="connsiteX4100" fmla="*/ 1594128 w 4379260"/>
                <a:gd name="connsiteY4100" fmla="*/ 1321104 h 6858000"/>
                <a:gd name="connsiteX4101" fmla="*/ 1624056 w 4379260"/>
                <a:gd name="connsiteY4101" fmla="*/ 1267777 h 6858000"/>
                <a:gd name="connsiteX4102" fmla="*/ 1631674 w 4379260"/>
                <a:gd name="connsiteY4102" fmla="*/ 1238937 h 6858000"/>
                <a:gd name="connsiteX4103" fmla="*/ 1633307 w 4379260"/>
                <a:gd name="connsiteY4103" fmla="*/ 1224245 h 6858000"/>
                <a:gd name="connsiteX4104" fmla="*/ 1634395 w 4379260"/>
                <a:gd name="connsiteY4104" fmla="*/ 1209009 h 6858000"/>
                <a:gd name="connsiteX4105" fmla="*/ 1634395 w 4379260"/>
                <a:gd name="connsiteY4105" fmla="*/ 1204111 h 6858000"/>
                <a:gd name="connsiteX4106" fmla="*/ 1633307 w 4379260"/>
                <a:gd name="connsiteY4106" fmla="*/ 1191052 h 6858000"/>
                <a:gd name="connsiteX4107" fmla="*/ 1627865 w 4379260"/>
                <a:gd name="connsiteY4107" fmla="*/ 1170918 h 6858000"/>
                <a:gd name="connsiteX4108" fmla="*/ 1602290 w 4379260"/>
                <a:gd name="connsiteY4108" fmla="*/ 1139901 h 6858000"/>
                <a:gd name="connsiteX4109" fmla="*/ 1600658 w 4379260"/>
                <a:gd name="connsiteY4109" fmla="*/ 1139357 h 6858000"/>
                <a:gd name="connsiteX4110" fmla="*/ 1560390 w 4379260"/>
                <a:gd name="connsiteY4110" fmla="*/ 1127930 h 6858000"/>
                <a:gd name="connsiteX4111" fmla="*/ 1562567 w 4379260"/>
                <a:gd name="connsiteY4111" fmla="*/ 1119767 h 6858000"/>
                <a:gd name="connsiteX4112" fmla="*/ 1562567 w 4379260"/>
                <a:gd name="connsiteY4112" fmla="*/ 1118135 h 6858000"/>
                <a:gd name="connsiteX4113" fmla="*/ 1561479 w 4379260"/>
                <a:gd name="connsiteY4113" fmla="*/ 1114326 h 6858000"/>
                <a:gd name="connsiteX4114" fmla="*/ 1554405 w 4379260"/>
                <a:gd name="connsiteY4114" fmla="*/ 1103443 h 6858000"/>
                <a:gd name="connsiteX4115" fmla="*/ 1551140 w 4379260"/>
                <a:gd name="connsiteY4115" fmla="*/ 1091471 h 6858000"/>
                <a:gd name="connsiteX4116" fmla="*/ 1548963 w 4379260"/>
                <a:gd name="connsiteY4116" fmla="*/ 1084942 h 6858000"/>
                <a:gd name="connsiteX4117" fmla="*/ 1547331 w 4379260"/>
                <a:gd name="connsiteY4117" fmla="*/ 1082221 h 6858000"/>
                <a:gd name="connsiteX4118" fmla="*/ 1540257 w 4379260"/>
                <a:gd name="connsiteY4118" fmla="*/ 1075147 h 6858000"/>
                <a:gd name="connsiteX4119" fmla="*/ 1537536 w 4379260"/>
                <a:gd name="connsiteY4119" fmla="*/ 1074603 h 6858000"/>
                <a:gd name="connsiteX4120" fmla="*/ 1529918 w 4379260"/>
                <a:gd name="connsiteY4120" fmla="*/ 1078956 h 6858000"/>
                <a:gd name="connsiteX4121" fmla="*/ 1527197 w 4379260"/>
                <a:gd name="connsiteY4121" fmla="*/ 1082221 h 6858000"/>
                <a:gd name="connsiteX4122" fmla="*/ 1525565 w 4379260"/>
                <a:gd name="connsiteY4122" fmla="*/ 1084942 h 6858000"/>
                <a:gd name="connsiteX4123" fmla="*/ 1522844 w 4379260"/>
                <a:gd name="connsiteY4123" fmla="*/ 1089839 h 6858000"/>
                <a:gd name="connsiteX4124" fmla="*/ 1517402 w 4379260"/>
                <a:gd name="connsiteY4124" fmla="*/ 1099090 h 6858000"/>
                <a:gd name="connsiteX4125" fmla="*/ 1504887 w 4379260"/>
                <a:gd name="connsiteY4125" fmla="*/ 1114326 h 6858000"/>
                <a:gd name="connsiteX4126" fmla="*/ 1503254 w 4379260"/>
                <a:gd name="connsiteY4126" fmla="*/ 1117591 h 6858000"/>
                <a:gd name="connsiteX4127" fmla="*/ 1502710 w 4379260"/>
                <a:gd name="connsiteY4127" fmla="*/ 1121400 h 6858000"/>
                <a:gd name="connsiteX4128" fmla="*/ 1502166 w 4379260"/>
                <a:gd name="connsiteY4128" fmla="*/ 1124121 h 6858000"/>
                <a:gd name="connsiteX4129" fmla="*/ 1485841 w 4379260"/>
                <a:gd name="connsiteY4129" fmla="*/ 1149152 h 6858000"/>
                <a:gd name="connsiteX4130" fmla="*/ 1485297 w 4379260"/>
                <a:gd name="connsiteY4130" fmla="*/ 1149696 h 6858000"/>
                <a:gd name="connsiteX4131" fmla="*/ 1484209 w 4379260"/>
                <a:gd name="connsiteY4131" fmla="*/ 1152417 h 6858000"/>
                <a:gd name="connsiteX4132" fmla="*/ 1472238 w 4379260"/>
                <a:gd name="connsiteY4132" fmla="*/ 1174183 h 6858000"/>
                <a:gd name="connsiteX4133" fmla="*/ 1459178 w 4379260"/>
                <a:gd name="connsiteY4133" fmla="*/ 1204247 h 6858000"/>
                <a:gd name="connsiteX4134" fmla="*/ 1453534 w 4379260"/>
                <a:gd name="connsiteY4134" fmla="*/ 1225108 h 6858000"/>
                <a:gd name="connsiteX4135" fmla="*/ 1439186 w 4379260"/>
                <a:gd name="connsiteY4135" fmla="*/ 1251452 h 6858000"/>
                <a:gd name="connsiteX4136" fmla="*/ 1373071 w 4379260"/>
                <a:gd name="connsiteY4136" fmla="*/ 1355930 h 6858000"/>
                <a:gd name="connsiteX4137" fmla="*/ 1371983 w 4379260"/>
                <a:gd name="connsiteY4137" fmla="*/ 1359195 h 6858000"/>
                <a:gd name="connsiteX4138" fmla="*/ 1370351 w 4379260"/>
                <a:gd name="connsiteY4138" fmla="*/ 1361915 h 6858000"/>
                <a:gd name="connsiteX4139" fmla="*/ 1367630 w 4379260"/>
                <a:gd name="connsiteY4139" fmla="*/ 1370622 h 6858000"/>
                <a:gd name="connsiteX4140" fmla="*/ 1351850 w 4379260"/>
                <a:gd name="connsiteY4140" fmla="*/ 1389667 h 6858000"/>
                <a:gd name="connsiteX4141" fmla="*/ 1344231 w 4379260"/>
                <a:gd name="connsiteY4141" fmla="*/ 1400006 h 6858000"/>
                <a:gd name="connsiteX4142" fmla="*/ 1337157 w 4379260"/>
                <a:gd name="connsiteY4142" fmla="*/ 1410345 h 6858000"/>
                <a:gd name="connsiteX4143" fmla="*/ 1308317 w 4379260"/>
                <a:gd name="connsiteY4143" fmla="*/ 1443538 h 6858000"/>
                <a:gd name="connsiteX4144" fmla="*/ 1305052 w 4379260"/>
                <a:gd name="connsiteY4144" fmla="*/ 1454421 h 6858000"/>
                <a:gd name="connsiteX4145" fmla="*/ 1305052 w 4379260"/>
                <a:gd name="connsiteY4145" fmla="*/ 1454966 h 6858000"/>
                <a:gd name="connsiteX4146" fmla="*/ 1301243 w 4379260"/>
                <a:gd name="connsiteY4146" fmla="*/ 1457142 h 6858000"/>
                <a:gd name="connsiteX4147" fmla="*/ 1297978 w 4379260"/>
                <a:gd name="connsiteY4147" fmla="*/ 1460407 h 6858000"/>
                <a:gd name="connsiteX4148" fmla="*/ 1290904 w 4379260"/>
                <a:gd name="connsiteY4148" fmla="*/ 1465849 h 6858000"/>
                <a:gd name="connsiteX4149" fmla="*/ 1190236 w 4379260"/>
                <a:gd name="connsiteY4149" fmla="*/ 1554001 h 6858000"/>
                <a:gd name="connsiteX4150" fmla="*/ 1145616 w 4379260"/>
                <a:gd name="connsiteY4150" fmla="*/ 1569238 h 6858000"/>
                <a:gd name="connsiteX4151" fmla="*/ 1108069 w 4379260"/>
                <a:gd name="connsiteY4151" fmla="*/ 1573047 h 6858000"/>
                <a:gd name="connsiteX4152" fmla="*/ 1066713 w 4379260"/>
                <a:gd name="connsiteY4152" fmla="*/ 1549104 h 6858000"/>
                <a:gd name="connsiteX4153" fmla="*/ 1033520 w 4379260"/>
                <a:gd name="connsiteY4153" fmla="*/ 1502851 h 6858000"/>
                <a:gd name="connsiteX4154" fmla="*/ 1026446 w 4379260"/>
                <a:gd name="connsiteY4154" fmla="*/ 1489791 h 6858000"/>
                <a:gd name="connsiteX4155" fmla="*/ 1023181 w 4379260"/>
                <a:gd name="connsiteY4155" fmla="*/ 1483262 h 6858000"/>
                <a:gd name="connsiteX4156" fmla="*/ 1019372 w 4379260"/>
                <a:gd name="connsiteY4156" fmla="*/ 1476732 h 6858000"/>
                <a:gd name="connsiteX4157" fmla="*/ 1005224 w 4379260"/>
                <a:gd name="connsiteY4157" fmla="*/ 1386402 h 6858000"/>
                <a:gd name="connsiteX4158" fmla="*/ 1004680 w 4379260"/>
                <a:gd name="connsiteY4158" fmla="*/ 1365725 h 6858000"/>
                <a:gd name="connsiteX4159" fmla="*/ 1013386 w 4379260"/>
                <a:gd name="connsiteY4159" fmla="*/ 1288999 h 6858000"/>
                <a:gd name="connsiteX4160" fmla="*/ 1013386 w 4379260"/>
                <a:gd name="connsiteY4160" fmla="*/ 1286278 h 6858000"/>
                <a:gd name="connsiteX4161" fmla="*/ 1020460 w 4379260"/>
                <a:gd name="connsiteY4161" fmla="*/ 1226966 h 6858000"/>
                <a:gd name="connsiteX4162" fmla="*/ 1026990 w 4379260"/>
                <a:gd name="connsiteY4162" fmla="*/ 1194316 h 6858000"/>
                <a:gd name="connsiteX4163" fmla="*/ 1032432 w 4379260"/>
                <a:gd name="connsiteY4163" fmla="*/ 1172550 h 6858000"/>
                <a:gd name="connsiteX4164" fmla="*/ 1036785 w 4379260"/>
                <a:gd name="connsiteY4164" fmla="*/ 1149696 h 6858000"/>
                <a:gd name="connsiteX4165" fmla="*/ 1040050 w 4379260"/>
                <a:gd name="connsiteY4165" fmla="*/ 1138269 h 6858000"/>
                <a:gd name="connsiteX4166" fmla="*/ 1043315 w 4379260"/>
                <a:gd name="connsiteY4166" fmla="*/ 1126841 h 6858000"/>
                <a:gd name="connsiteX4167" fmla="*/ 1043315 w 4379260"/>
                <a:gd name="connsiteY4167" fmla="*/ 1126297 h 6858000"/>
                <a:gd name="connsiteX4168" fmla="*/ 1045491 w 4379260"/>
                <a:gd name="connsiteY4168" fmla="*/ 1118135 h 6858000"/>
                <a:gd name="connsiteX4169" fmla="*/ 1055286 w 4379260"/>
                <a:gd name="connsiteY4169" fmla="*/ 1087118 h 6858000"/>
                <a:gd name="connsiteX4170" fmla="*/ 1066713 w 4379260"/>
                <a:gd name="connsiteY4170" fmla="*/ 1056646 h 6858000"/>
                <a:gd name="connsiteX4171" fmla="*/ 1066713 w 4379260"/>
                <a:gd name="connsiteY4171" fmla="*/ 1055013 h 6858000"/>
                <a:gd name="connsiteX4172" fmla="*/ 1067258 w 4379260"/>
                <a:gd name="connsiteY4172" fmla="*/ 1054469 h 6858000"/>
                <a:gd name="connsiteX4173" fmla="*/ 1069434 w 4379260"/>
                <a:gd name="connsiteY4173" fmla="*/ 1050116 h 6858000"/>
                <a:gd name="connsiteX4174" fmla="*/ 1109702 w 4379260"/>
                <a:gd name="connsiteY4174" fmla="*/ 945639 h 6858000"/>
                <a:gd name="connsiteX4175" fmla="*/ 1161396 w 4379260"/>
                <a:gd name="connsiteY4175" fmla="*/ 844970 h 6858000"/>
                <a:gd name="connsiteX4176" fmla="*/ 1225062 w 4379260"/>
                <a:gd name="connsiteY4176" fmla="*/ 753553 h 6858000"/>
                <a:gd name="connsiteX4177" fmla="*/ 1243019 w 4379260"/>
                <a:gd name="connsiteY4177" fmla="*/ 733419 h 6858000"/>
                <a:gd name="connsiteX4178" fmla="*/ 1260976 w 4379260"/>
                <a:gd name="connsiteY4178" fmla="*/ 713829 h 6858000"/>
                <a:gd name="connsiteX4179" fmla="*/ 1298523 w 4379260"/>
                <a:gd name="connsiteY4179" fmla="*/ 678460 h 6858000"/>
                <a:gd name="connsiteX4180" fmla="*/ 1300155 w 4379260"/>
                <a:gd name="connsiteY4180" fmla="*/ 679548 h 6858000"/>
                <a:gd name="connsiteX4181" fmla="*/ 1300699 w 4379260"/>
                <a:gd name="connsiteY4181" fmla="*/ 680092 h 6858000"/>
                <a:gd name="connsiteX4182" fmla="*/ 1301243 w 4379260"/>
                <a:gd name="connsiteY4182" fmla="*/ 680636 h 6858000"/>
                <a:gd name="connsiteX4183" fmla="*/ 1302876 w 4379260"/>
                <a:gd name="connsiteY4183" fmla="*/ 677371 h 6858000"/>
                <a:gd name="connsiteX4184" fmla="*/ 1303964 w 4379260"/>
                <a:gd name="connsiteY4184" fmla="*/ 673562 h 6858000"/>
                <a:gd name="connsiteX4185" fmla="*/ 1311038 w 4379260"/>
                <a:gd name="connsiteY4185" fmla="*/ 664856 h 6858000"/>
                <a:gd name="connsiteX4186" fmla="*/ 1323009 w 4379260"/>
                <a:gd name="connsiteY4186" fmla="*/ 660503 h 6858000"/>
                <a:gd name="connsiteX4187" fmla="*/ 1328451 w 4379260"/>
                <a:gd name="connsiteY4187" fmla="*/ 657782 h 6858000"/>
                <a:gd name="connsiteX4188" fmla="*/ 1332804 w 4379260"/>
                <a:gd name="connsiteY4188" fmla="*/ 655061 h 6858000"/>
                <a:gd name="connsiteX4189" fmla="*/ 1352938 w 4379260"/>
                <a:gd name="connsiteY4189" fmla="*/ 647987 h 6858000"/>
                <a:gd name="connsiteX4190" fmla="*/ 1375792 w 4379260"/>
                <a:gd name="connsiteY4190" fmla="*/ 639825 h 6858000"/>
                <a:gd name="connsiteX4191" fmla="*/ 1387219 w 4379260"/>
                <a:gd name="connsiteY4191" fmla="*/ 638736 h 6858000"/>
                <a:gd name="connsiteX4192" fmla="*/ 1398647 w 4379260"/>
                <a:gd name="connsiteY4192" fmla="*/ 639825 h 6858000"/>
                <a:gd name="connsiteX4193" fmla="*/ 1435649 w 4379260"/>
                <a:gd name="connsiteY4193" fmla="*/ 662679 h 6858000"/>
                <a:gd name="connsiteX4194" fmla="*/ 1446532 w 4379260"/>
                <a:gd name="connsiteY4194" fmla="*/ 684445 h 6858000"/>
                <a:gd name="connsiteX4195" fmla="*/ 1448709 w 4379260"/>
                <a:gd name="connsiteY4195" fmla="*/ 690975 h 6858000"/>
                <a:gd name="connsiteX4196" fmla="*/ 1450885 w 4379260"/>
                <a:gd name="connsiteY4196" fmla="*/ 697505 h 6858000"/>
                <a:gd name="connsiteX4197" fmla="*/ 1453062 w 4379260"/>
                <a:gd name="connsiteY4197" fmla="*/ 704579 h 6858000"/>
                <a:gd name="connsiteX4198" fmla="*/ 1454694 w 4379260"/>
                <a:gd name="connsiteY4198" fmla="*/ 711653 h 6858000"/>
                <a:gd name="connsiteX4199" fmla="*/ 1462857 w 4379260"/>
                <a:gd name="connsiteY4199" fmla="*/ 770965 h 6858000"/>
                <a:gd name="connsiteX4200" fmla="*/ 1456871 w 4379260"/>
                <a:gd name="connsiteY4200" fmla="*/ 803071 h 6858000"/>
                <a:gd name="connsiteX4201" fmla="*/ 1457415 w 4379260"/>
                <a:gd name="connsiteY4201" fmla="*/ 810689 h 6858000"/>
                <a:gd name="connsiteX4202" fmla="*/ 1465033 w 4379260"/>
                <a:gd name="connsiteY4202" fmla="*/ 838440 h 6858000"/>
                <a:gd name="connsiteX4203" fmla="*/ 1476460 w 4379260"/>
                <a:gd name="connsiteY4203" fmla="*/ 837896 h 6858000"/>
                <a:gd name="connsiteX4204" fmla="*/ 1481358 w 4379260"/>
                <a:gd name="connsiteY4204" fmla="*/ 838440 h 6858000"/>
                <a:gd name="connsiteX4205" fmla="*/ 1485711 w 4379260"/>
                <a:gd name="connsiteY4205" fmla="*/ 838440 h 6858000"/>
                <a:gd name="connsiteX4206" fmla="*/ 1507477 w 4379260"/>
                <a:gd name="connsiteY4206" fmla="*/ 823204 h 6858000"/>
                <a:gd name="connsiteX4207" fmla="*/ 1509654 w 4379260"/>
                <a:gd name="connsiteY4207" fmla="*/ 809600 h 6858000"/>
                <a:gd name="connsiteX4208" fmla="*/ 1511286 w 4379260"/>
                <a:gd name="connsiteY4208" fmla="*/ 804159 h 6858000"/>
                <a:gd name="connsiteX4209" fmla="*/ 1512919 w 4379260"/>
                <a:gd name="connsiteY4209" fmla="*/ 798717 h 6858000"/>
                <a:gd name="connsiteX4210" fmla="*/ 1517816 w 4379260"/>
                <a:gd name="connsiteY4210" fmla="*/ 776407 h 6858000"/>
                <a:gd name="connsiteX4211" fmla="*/ 1511830 w 4379260"/>
                <a:gd name="connsiteY4211" fmla="*/ 715462 h 6858000"/>
                <a:gd name="connsiteX4212" fmla="*/ 1496594 w 4379260"/>
                <a:gd name="connsiteY4212" fmla="*/ 658870 h 6858000"/>
                <a:gd name="connsiteX4213" fmla="*/ 1493873 w 4379260"/>
                <a:gd name="connsiteY4213" fmla="*/ 651796 h 6858000"/>
                <a:gd name="connsiteX4214" fmla="*/ 1490064 w 4379260"/>
                <a:gd name="connsiteY4214" fmla="*/ 644722 h 6858000"/>
                <a:gd name="connsiteX4215" fmla="*/ 1488432 w 4379260"/>
                <a:gd name="connsiteY4215" fmla="*/ 640913 h 6858000"/>
                <a:gd name="connsiteX4216" fmla="*/ 1486255 w 4379260"/>
                <a:gd name="connsiteY4216" fmla="*/ 637648 h 6858000"/>
                <a:gd name="connsiteX4217" fmla="*/ 1481358 w 4379260"/>
                <a:gd name="connsiteY4217" fmla="*/ 630030 h 6858000"/>
                <a:gd name="connsiteX4218" fmla="*/ 1456871 w 4379260"/>
                <a:gd name="connsiteY4218" fmla="*/ 606087 h 6858000"/>
                <a:gd name="connsiteX4219" fmla="*/ 1394838 w 4379260"/>
                <a:gd name="connsiteY4219" fmla="*/ 585954 h 6858000"/>
                <a:gd name="connsiteX4220" fmla="*/ 1393205 w 4379260"/>
                <a:gd name="connsiteY4220" fmla="*/ 585954 h 6858000"/>
                <a:gd name="connsiteX4221" fmla="*/ 1383954 w 4379260"/>
                <a:gd name="connsiteY4221" fmla="*/ 585409 h 6858000"/>
                <a:gd name="connsiteX4222" fmla="*/ 2282886 w 4379260"/>
                <a:gd name="connsiteY4222" fmla="*/ 497257 h 6858000"/>
                <a:gd name="connsiteX4223" fmla="*/ 2273635 w 4379260"/>
                <a:gd name="connsiteY4223" fmla="*/ 502698 h 6858000"/>
                <a:gd name="connsiteX4224" fmla="*/ 2268738 w 4379260"/>
                <a:gd name="connsiteY4224" fmla="*/ 510860 h 6858000"/>
                <a:gd name="connsiteX4225" fmla="*/ 2267649 w 4379260"/>
                <a:gd name="connsiteY4225" fmla="*/ 514125 h 6858000"/>
                <a:gd name="connsiteX4226" fmla="*/ 2266561 w 4379260"/>
                <a:gd name="connsiteY4226" fmla="*/ 516846 h 6858000"/>
                <a:gd name="connsiteX4227" fmla="*/ 2267649 w 4379260"/>
                <a:gd name="connsiteY4227" fmla="*/ 514670 h 6858000"/>
                <a:gd name="connsiteX4228" fmla="*/ 2268738 w 4379260"/>
                <a:gd name="connsiteY4228" fmla="*/ 515758 h 6858000"/>
                <a:gd name="connsiteX4229" fmla="*/ 2268738 w 4379260"/>
                <a:gd name="connsiteY4229" fmla="*/ 517934 h 6858000"/>
                <a:gd name="connsiteX4230" fmla="*/ 2267649 w 4379260"/>
                <a:gd name="connsiteY4230" fmla="*/ 519567 h 6858000"/>
                <a:gd name="connsiteX4231" fmla="*/ 2266017 w 4379260"/>
                <a:gd name="connsiteY4231" fmla="*/ 519567 h 6858000"/>
                <a:gd name="connsiteX4232" fmla="*/ 2260031 w 4379260"/>
                <a:gd name="connsiteY4232" fmla="*/ 534803 h 6858000"/>
                <a:gd name="connsiteX4233" fmla="*/ 2252957 w 4379260"/>
                <a:gd name="connsiteY4233" fmla="*/ 546775 h 6858000"/>
                <a:gd name="connsiteX4234" fmla="*/ 2246972 w 4379260"/>
                <a:gd name="connsiteY4234" fmla="*/ 558202 h 6858000"/>
                <a:gd name="connsiteX4235" fmla="*/ 2218676 w 4379260"/>
                <a:gd name="connsiteY4235" fmla="*/ 622412 h 6858000"/>
                <a:gd name="connsiteX4236" fmla="*/ 2202895 w 4379260"/>
                <a:gd name="connsiteY4236" fmla="*/ 654517 h 6858000"/>
                <a:gd name="connsiteX4237" fmla="*/ 2189836 w 4379260"/>
                <a:gd name="connsiteY4237" fmla="*/ 689343 h 6858000"/>
                <a:gd name="connsiteX4238" fmla="*/ 2188203 w 4379260"/>
                <a:gd name="connsiteY4238" fmla="*/ 690431 h 6858000"/>
                <a:gd name="connsiteX4239" fmla="*/ 2186571 w 4379260"/>
                <a:gd name="connsiteY4239" fmla="*/ 691519 h 6858000"/>
                <a:gd name="connsiteX4240" fmla="*/ 2182762 w 4379260"/>
                <a:gd name="connsiteY4240" fmla="*/ 693696 h 6858000"/>
                <a:gd name="connsiteX4241" fmla="*/ 2155554 w 4379260"/>
                <a:gd name="connsiteY4241" fmla="*/ 759538 h 6858000"/>
                <a:gd name="connsiteX4242" fmla="*/ 2140862 w 4379260"/>
                <a:gd name="connsiteY4242" fmla="*/ 792732 h 6858000"/>
                <a:gd name="connsiteX4243" fmla="*/ 2126714 w 4379260"/>
                <a:gd name="connsiteY4243" fmla="*/ 825381 h 6858000"/>
                <a:gd name="connsiteX4244" fmla="*/ 2120728 w 4379260"/>
                <a:gd name="connsiteY4244" fmla="*/ 825925 h 6858000"/>
                <a:gd name="connsiteX4245" fmla="*/ 2114198 w 4379260"/>
                <a:gd name="connsiteY4245" fmla="*/ 827557 h 6858000"/>
                <a:gd name="connsiteX4246" fmla="*/ 2109845 w 4379260"/>
                <a:gd name="connsiteY4246" fmla="*/ 828102 h 6858000"/>
                <a:gd name="connsiteX4247" fmla="*/ 2101139 w 4379260"/>
                <a:gd name="connsiteY4247" fmla="*/ 825925 h 6858000"/>
                <a:gd name="connsiteX4248" fmla="*/ 2092976 w 4379260"/>
                <a:gd name="connsiteY4248" fmla="*/ 830278 h 6858000"/>
                <a:gd name="connsiteX4249" fmla="*/ 2088079 w 4379260"/>
                <a:gd name="connsiteY4249" fmla="*/ 829734 h 6858000"/>
                <a:gd name="connsiteX4250" fmla="*/ 2084270 w 4379260"/>
                <a:gd name="connsiteY4250" fmla="*/ 829190 h 6858000"/>
                <a:gd name="connsiteX4251" fmla="*/ 2074475 w 4379260"/>
                <a:gd name="connsiteY4251" fmla="*/ 831911 h 6858000"/>
                <a:gd name="connsiteX4252" fmla="*/ 2069034 w 4379260"/>
                <a:gd name="connsiteY4252" fmla="*/ 832455 h 6858000"/>
                <a:gd name="connsiteX4253" fmla="*/ 2063592 w 4379260"/>
                <a:gd name="connsiteY4253" fmla="*/ 832999 h 6858000"/>
                <a:gd name="connsiteX4254" fmla="*/ 2051621 w 4379260"/>
                <a:gd name="connsiteY4254" fmla="*/ 834087 h 6858000"/>
                <a:gd name="connsiteX4255" fmla="*/ 2040738 w 4379260"/>
                <a:gd name="connsiteY4255" fmla="*/ 838440 h 6858000"/>
                <a:gd name="connsiteX4256" fmla="*/ 2030943 w 4379260"/>
                <a:gd name="connsiteY4256" fmla="*/ 838440 h 6858000"/>
                <a:gd name="connsiteX4257" fmla="*/ 2021148 w 4379260"/>
                <a:gd name="connsiteY4257" fmla="*/ 843338 h 6858000"/>
                <a:gd name="connsiteX4258" fmla="*/ 2016795 w 4379260"/>
                <a:gd name="connsiteY4258" fmla="*/ 838440 h 6858000"/>
                <a:gd name="connsiteX4259" fmla="*/ 2017339 w 4379260"/>
                <a:gd name="connsiteY4259" fmla="*/ 841161 h 6858000"/>
                <a:gd name="connsiteX4260" fmla="*/ 2016795 w 4379260"/>
                <a:gd name="connsiteY4260" fmla="*/ 842794 h 6858000"/>
                <a:gd name="connsiteX4261" fmla="*/ 2011353 w 4379260"/>
                <a:gd name="connsiteY4261" fmla="*/ 843338 h 6858000"/>
                <a:gd name="connsiteX4262" fmla="*/ 2006456 w 4379260"/>
                <a:gd name="connsiteY4262" fmla="*/ 844970 h 6858000"/>
                <a:gd name="connsiteX4263" fmla="*/ 2000470 w 4379260"/>
                <a:gd name="connsiteY4263" fmla="*/ 845514 h 6858000"/>
                <a:gd name="connsiteX4264" fmla="*/ 1995573 w 4379260"/>
                <a:gd name="connsiteY4264" fmla="*/ 844970 h 6858000"/>
                <a:gd name="connsiteX4265" fmla="*/ 1987411 w 4379260"/>
                <a:gd name="connsiteY4265" fmla="*/ 849868 h 6858000"/>
                <a:gd name="connsiteX4266" fmla="*/ 1983057 w 4379260"/>
                <a:gd name="connsiteY4266" fmla="*/ 850956 h 6858000"/>
                <a:gd name="connsiteX4267" fmla="*/ 1978160 w 4379260"/>
                <a:gd name="connsiteY4267" fmla="*/ 850956 h 6858000"/>
                <a:gd name="connsiteX4268" fmla="*/ 1960747 w 4379260"/>
                <a:gd name="connsiteY4268" fmla="*/ 860207 h 6858000"/>
                <a:gd name="connsiteX4269" fmla="*/ 1954217 w 4379260"/>
                <a:gd name="connsiteY4269" fmla="*/ 858030 h 6858000"/>
                <a:gd name="connsiteX4270" fmla="*/ 1949864 w 4379260"/>
                <a:gd name="connsiteY4270" fmla="*/ 859118 h 6858000"/>
                <a:gd name="connsiteX4271" fmla="*/ 1941702 w 4379260"/>
                <a:gd name="connsiteY4271" fmla="*/ 864560 h 6858000"/>
                <a:gd name="connsiteX4272" fmla="*/ 1919936 w 4379260"/>
                <a:gd name="connsiteY4272" fmla="*/ 870001 h 6858000"/>
                <a:gd name="connsiteX4273" fmla="*/ 1910141 w 4379260"/>
                <a:gd name="connsiteY4273" fmla="*/ 874355 h 6858000"/>
                <a:gd name="connsiteX4274" fmla="*/ 1898714 w 4379260"/>
                <a:gd name="connsiteY4274" fmla="*/ 877619 h 6858000"/>
                <a:gd name="connsiteX4275" fmla="*/ 1898714 w 4379260"/>
                <a:gd name="connsiteY4275" fmla="*/ 878164 h 6858000"/>
                <a:gd name="connsiteX4276" fmla="*/ 1897625 w 4379260"/>
                <a:gd name="connsiteY4276" fmla="*/ 879796 h 6858000"/>
                <a:gd name="connsiteX4277" fmla="*/ 1896537 w 4379260"/>
                <a:gd name="connsiteY4277" fmla="*/ 880884 h 6858000"/>
                <a:gd name="connsiteX4278" fmla="*/ 1895993 w 4379260"/>
                <a:gd name="connsiteY4278" fmla="*/ 882517 h 6858000"/>
                <a:gd name="connsiteX4279" fmla="*/ 1876948 w 4379260"/>
                <a:gd name="connsiteY4279" fmla="*/ 898297 h 6858000"/>
                <a:gd name="connsiteX4280" fmla="*/ 1879124 w 4379260"/>
                <a:gd name="connsiteY4280" fmla="*/ 905915 h 6858000"/>
                <a:gd name="connsiteX4281" fmla="*/ 1881845 w 4379260"/>
                <a:gd name="connsiteY4281" fmla="*/ 914078 h 6858000"/>
                <a:gd name="connsiteX4282" fmla="*/ 1886742 w 4379260"/>
                <a:gd name="connsiteY4282" fmla="*/ 929314 h 6858000"/>
                <a:gd name="connsiteX4283" fmla="*/ 1890552 w 4379260"/>
                <a:gd name="connsiteY4283" fmla="*/ 935300 h 6858000"/>
                <a:gd name="connsiteX4284" fmla="*/ 1896537 w 4379260"/>
                <a:gd name="connsiteY4284" fmla="*/ 942374 h 6858000"/>
                <a:gd name="connsiteX4285" fmla="*/ 1899258 w 4379260"/>
                <a:gd name="connsiteY4285" fmla="*/ 944006 h 6858000"/>
                <a:gd name="connsiteX4286" fmla="*/ 1900890 w 4379260"/>
                <a:gd name="connsiteY4286" fmla="*/ 942918 h 6858000"/>
                <a:gd name="connsiteX4287" fmla="*/ 1905788 w 4379260"/>
                <a:gd name="connsiteY4287" fmla="*/ 937476 h 6858000"/>
                <a:gd name="connsiteX4288" fmla="*/ 1911229 w 4379260"/>
                <a:gd name="connsiteY4288" fmla="*/ 932579 h 6858000"/>
                <a:gd name="connsiteX4289" fmla="*/ 1923201 w 4379260"/>
                <a:gd name="connsiteY4289" fmla="*/ 927681 h 6858000"/>
                <a:gd name="connsiteX4290" fmla="*/ 1925377 w 4379260"/>
                <a:gd name="connsiteY4290" fmla="*/ 922784 h 6858000"/>
                <a:gd name="connsiteX4291" fmla="*/ 1963468 w 4379260"/>
                <a:gd name="connsiteY4291" fmla="*/ 908092 h 6858000"/>
                <a:gd name="connsiteX4292" fmla="*/ 1983057 w 4379260"/>
                <a:gd name="connsiteY4292" fmla="*/ 900474 h 6858000"/>
                <a:gd name="connsiteX4293" fmla="*/ 2002103 w 4379260"/>
                <a:gd name="connsiteY4293" fmla="*/ 892856 h 6858000"/>
                <a:gd name="connsiteX4294" fmla="*/ 2005912 w 4379260"/>
                <a:gd name="connsiteY4294" fmla="*/ 893400 h 6858000"/>
                <a:gd name="connsiteX4295" fmla="*/ 2017883 w 4379260"/>
                <a:gd name="connsiteY4295" fmla="*/ 890135 h 6858000"/>
                <a:gd name="connsiteX4296" fmla="*/ 2031487 w 4379260"/>
                <a:gd name="connsiteY4296" fmla="*/ 886870 h 6858000"/>
                <a:gd name="connsiteX4297" fmla="*/ 2034208 w 4379260"/>
                <a:gd name="connsiteY4297" fmla="*/ 886870 h 6858000"/>
                <a:gd name="connsiteX4298" fmla="*/ 2051076 w 4379260"/>
                <a:gd name="connsiteY4298" fmla="*/ 882517 h 6858000"/>
                <a:gd name="connsiteX4299" fmla="*/ 2068490 w 4379260"/>
                <a:gd name="connsiteY4299" fmla="*/ 879796 h 6858000"/>
                <a:gd name="connsiteX4300" fmla="*/ 2102227 w 4379260"/>
                <a:gd name="connsiteY4300" fmla="*/ 872178 h 6858000"/>
                <a:gd name="connsiteX4301" fmla="*/ 2108213 w 4379260"/>
                <a:gd name="connsiteY4301" fmla="*/ 872178 h 6858000"/>
                <a:gd name="connsiteX4302" fmla="*/ 2102227 w 4379260"/>
                <a:gd name="connsiteY4302" fmla="*/ 889047 h 6858000"/>
                <a:gd name="connsiteX4303" fmla="*/ 2101139 w 4379260"/>
                <a:gd name="connsiteY4303" fmla="*/ 889047 h 6858000"/>
                <a:gd name="connsiteX4304" fmla="*/ 2099506 w 4379260"/>
                <a:gd name="connsiteY4304" fmla="*/ 899386 h 6858000"/>
                <a:gd name="connsiteX4305" fmla="*/ 2100050 w 4379260"/>
                <a:gd name="connsiteY4305" fmla="*/ 899386 h 6858000"/>
                <a:gd name="connsiteX4306" fmla="*/ 2096785 w 4379260"/>
                <a:gd name="connsiteY4306" fmla="*/ 906460 h 6858000"/>
                <a:gd name="connsiteX4307" fmla="*/ 2093520 w 4379260"/>
                <a:gd name="connsiteY4307" fmla="*/ 912989 h 6858000"/>
                <a:gd name="connsiteX4308" fmla="*/ 2093520 w 4379260"/>
                <a:gd name="connsiteY4308" fmla="*/ 913534 h 6858000"/>
                <a:gd name="connsiteX4309" fmla="*/ 2092976 w 4379260"/>
                <a:gd name="connsiteY4309" fmla="*/ 914078 h 6858000"/>
                <a:gd name="connsiteX4310" fmla="*/ 2092976 w 4379260"/>
                <a:gd name="connsiteY4310" fmla="*/ 916254 h 6858000"/>
                <a:gd name="connsiteX4311" fmla="*/ 2090256 w 4379260"/>
                <a:gd name="connsiteY4311" fmla="*/ 923328 h 6858000"/>
                <a:gd name="connsiteX4312" fmla="*/ 2090256 w 4379260"/>
                <a:gd name="connsiteY4312" fmla="*/ 923872 h 6858000"/>
                <a:gd name="connsiteX4313" fmla="*/ 2024957 w 4379260"/>
                <a:gd name="connsiteY4313" fmla="*/ 1147655 h 6858000"/>
                <a:gd name="connsiteX4314" fmla="*/ 2022134 w 4379260"/>
                <a:gd name="connsiteY4314" fmla="*/ 1161458 h 6858000"/>
                <a:gd name="connsiteX4315" fmla="*/ 2019500 w 4379260"/>
                <a:gd name="connsiteY4315" fmla="*/ 1164830 h 6858000"/>
                <a:gd name="connsiteX4316" fmla="*/ 2017255 w 4379260"/>
                <a:gd name="connsiteY4316" fmla="*/ 1169285 h 6858000"/>
                <a:gd name="connsiteX4317" fmla="*/ 2016167 w 4379260"/>
                <a:gd name="connsiteY4317" fmla="*/ 1170374 h 6858000"/>
                <a:gd name="connsiteX4318" fmla="*/ 2011814 w 4379260"/>
                <a:gd name="connsiteY4318" fmla="*/ 1173639 h 6858000"/>
                <a:gd name="connsiteX4319" fmla="*/ 2010726 w 4379260"/>
                <a:gd name="connsiteY4319" fmla="*/ 1177992 h 6858000"/>
                <a:gd name="connsiteX4320" fmla="*/ 2010726 w 4379260"/>
                <a:gd name="connsiteY4320" fmla="*/ 1180168 h 6858000"/>
                <a:gd name="connsiteX4321" fmla="*/ 2009637 w 4379260"/>
                <a:gd name="connsiteY4321" fmla="*/ 1181801 h 6858000"/>
                <a:gd name="connsiteX4322" fmla="*/ 2001475 w 4379260"/>
                <a:gd name="connsiteY4322" fmla="*/ 1189963 h 6858000"/>
                <a:gd name="connsiteX4323" fmla="*/ 2000387 w 4379260"/>
                <a:gd name="connsiteY4323" fmla="*/ 1192684 h 6858000"/>
                <a:gd name="connsiteX4324" fmla="*/ 1999298 w 4379260"/>
                <a:gd name="connsiteY4324" fmla="*/ 1194861 h 6858000"/>
                <a:gd name="connsiteX4325" fmla="*/ 1994945 w 4379260"/>
                <a:gd name="connsiteY4325" fmla="*/ 1198126 h 6858000"/>
                <a:gd name="connsiteX4326" fmla="*/ 1993857 w 4379260"/>
                <a:gd name="connsiteY4326" fmla="*/ 1199758 h 6858000"/>
                <a:gd name="connsiteX4327" fmla="*/ 1991136 w 4379260"/>
                <a:gd name="connsiteY4327" fmla="*/ 1205744 h 6858000"/>
                <a:gd name="connsiteX4328" fmla="*/ 1988960 w 4379260"/>
                <a:gd name="connsiteY4328" fmla="*/ 1208464 h 6858000"/>
                <a:gd name="connsiteX4329" fmla="*/ 1987327 w 4379260"/>
                <a:gd name="connsiteY4329" fmla="*/ 1211185 h 6858000"/>
                <a:gd name="connsiteX4330" fmla="*/ 1984062 w 4379260"/>
                <a:gd name="connsiteY4330" fmla="*/ 1209553 h 6858000"/>
                <a:gd name="connsiteX4331" fmla="*/ 1984606 w 4379260"/>
                <a:gd name="connsiteY4331" fmla="*/ 1210641 h 6858000"/>
                <a:gd name="connsiteX4332" fmla="*/ 1984606 w 4379260"/>
                <a:gd name="connsiteY4332" fmla="*/ 1211729 h 6858000"/>
                <a:gd name="connsiteX4333" fmla="*/ 1985150 w 4379260"/>
                <a:gd name="connsiteY4333" fmla="*/ 1213362 h 6858000"/>
                <a:gd name="connsiteX4334" fmla="*/ 1984062 w 4379260"/>
                <a:gd name="connsiteY4334" fmla="*/ 1214450 h 6858000"/>
                <a:gd name="connsiteX4335" fmla="*/ 1980253 w 4379260"/>
                <a:gd name="connsiteY4335" fmla="*/ 1218803 h 6858000"/>
                <a:gd name="connsiteX4336" fmla="*/ 1979165 w 4379260"/>
                <a:gd name="connsiteY4336" fmla="*/ 1221524 h 6858000"/>
                <a:gd name="connsiteX4337" fmla="*/ 1978076 w 4379260"/>
                <a:gd name="connsiteY4337" fmla="*/ 1223701 h 6858000"/>
                <a:gd name="connsiteX4338" fmla="*/ 1977532 w 4379260"/>
                <a:gd name="connsiteY4338" fmla="*/ 1224245 h 6858000"/>
                <a:gd name="connsiteX4339" fmla="*/ 1967193 w 4379260"/>
                <a:gd name="connsiteY4339" fmla="*/ 1235128 h 6858000"/>
                <a:gd name="connsiteX4340" fmla="*/ 1963384 w 4379260"/>
                <a:gd name="connsiteY4340" fmla="*/ 1241114 h 6858000"/>
                <a:gd name="connsiteX4341" fmla="*/ 1958487 w 4379260"/>
                <a:gd name="connsiteY4341" fmla="*/ 1245467 h 6858000"/>
                <a:gd name="connsiteX4342" fmla="*/ 1957943 w 4379260"/>
                <a:gd name="connsiteY4342" fmla="*/ 1246011 h 6858000"/>
                <a:gd name="connsiteX4343" fmla="*/ 1957399 w 4379260"/>
                <a:gd name="connsiteY4343" fmla="*/ 1248732 h 6858000"/>
                <a:gd name="connsiteX4344" fmla="*/ 1956310 w 4379260"/>
                <a:gd name="connsiteY4344" fmla="*/ 1250908 h 6858000"/>
                <a:gd name="connsiteX4345" fmla="*/ 1951413 w 4379260"/>
                <a:gd name="connsiteY4345" fmla="*/ 1254173 h 6858000"/>
                <a:gd name="connsiteX4346" fmla="*/ 1949780 w 4379260"/>
                <a:gd name="connsiteY4346" fmla="*/ 1255262 h 6858000"/>
                <a:gd name="connsiteX4347" fmla="*/ 1947604 w 4379260"/>
                <a:gd name="connsiteY4347" fmla="*/ 1260159 h 6858000"/>
                <a:gd name="connsiteX4348" fmla="*/ 1943795 w 4379260"/>
                <a:gd name="connsiteY4348" fmla="*/ 1263968 h 6858000"/>
                <a:gd name="connsiteX4349" fmla="*/ 1938353 w 4379260"/>
                <a:gd name="connsiteY4349" fmla="*/ 1272674 h 6858000"/>
                <a:gd name="connsiteX4350" fmla="*/ 1936721 w 4379260"/>
                <a:gd name="connsiteY4350" fmla="*/ 1272130 h 6858000"/>
                <a:gd name="connsiteX4351" fmla="*/ 1936176 w 4379260"/>
                <a:gd name="connsiteY4351" fmla="*/ 1271586 h 6858000"/>
                <a:gd name="connsiteX4352" fmla="*/ 1935088 w 4379260"/>
                <a:gd name="connsiteY4352" fmla="*/ 1272130 h 6858000"/>
                <a:gd name="connsiteX4353" fmla="*/ 1928014 w 4379260"/>
                <a:gd name="connsiteY4353" fmla="*/ 1282469 h 6858000"/>
                <a:gd name="connsiteX4354" fmla="*/ 1923661 w 4379260"/>
                <a:gd name="connsiteY4354" fmla="*/ 1287367 h 6858000"/>
                <a:gd name="connsiteX4355" fmla="*/ 1920396 w 4379260"/>
                <a:gd name="connsiteY4355" fmla="*/ 1292808 h 6858000"/>
                <a:gd name="connsiteX4356" fmla="*/ 1919308 w 4379260"/>
                <a:gd name="connsiteY4356" fmla="*/ 1293896 h 6858000"/>
                <a:gd name="connsiteX4357" fmla="*/ 1916043 w 4379260"/>
                <a:gd name="connsiteY4357" fmla="*/ 1294985 h 6858000"/>
                <a:gd name="connsiteX4358" fmla="*/ 1913866 w 4379260"/>
                <a:gd name="connsiteY4358" fmla="*/ 1297705 h 6858000"/>
                <a:gd name="connsiteX4359" fmla="*/ 1907336 w 4379260"/>
                <a:gd name="connsiteY4359" fmla="*/ 1300970 h 6858000"/>
                <a:gd name="connsiteX4360" fmla="*/ 1907881 w 4379260"/>
                <a:gd name="connsiteY4360" fmla="*/ 1302603 h 6858000"/>
                <a:gd name="connsiteX4361" fmla="*/ 1907881 w 4379260"/>
                <a:gd name="connsiteY4361" fmla="*/ 1303147 h 6858000"/>
                <a:gd name="connsiteX4362" fmla="*/ 1908425 w 4379260"/>
                <a:gd name="connsiteY4362" fmla="*/ 1304779 h 6858000"/>
                <a:gd name="connsiteX4363" fmla="*/ 1899718 w 4379260"/>
                <a:gd name="connsiteY4363" fmla="*/ 1311853 h 6858000"/>
                <a:gd name="connsiteX4364" fmla="*/ 1895909 w 4379260"/>
                <a:gd name="connsiteY4364" fmla="*/ 1315662 h 6858000"/>
                <a:gd name="connsiteX4365" fmla="*/ 1891012 w 4379260"/>
                <a:gd name="connsiteY4365" fmla="*/ 1318383 h 6858000"/>
                <a:gd name="connsiteX4366" fmla="*/ 1890468 w 4379260"/>
                <a:gd name="connsiteY4366" fmla="*/ 1319472 h 6858000"/>
                <a:gd name="connsiteX4367" fmla="*/ 1888291 w 4379260"/>
                <a:gd name="connsiteY4367" fmla="*/ 1323281 h 6858000"/>
                <a:gd name="connsiteX4368" fmla="*/ 1884482 w 4379260"/>
                <a:gd name="connsiteY4368" fmla="*/ 1326001 h 6858000"/>
                <a:gd name="connsiteX4369" fmla="*/ 1880129 w 4379260"/>
                <a:gd name="connsiteY4369" fmla="*/ 1333075 h 6858000"/>
                <a:gd name="connsiteX4370" fmla="*/ 1879585 w 4379260"/>
                <a:gd name="connsiteY4370" fmla="*/ 1333075 h 6858000"/>
                <a:gd name="connsiteX4371" fmla="*/ 1879041 w 4379260"/>
                <a:gd name="connsiteY4371" fmla="*/ 1332531 h 6858000"/>
                <a:gd name="connsiteX4372" fmla="*/ 1879041 w 4379260"/>
                <a:gd name="connsiteY4372" fmla="*/ 1331987 h 6858000"/>
                <a:gd name="connsiteX4373" fmla="*/ 1878496 w 4379260"/>
                <a:gd name="connsiteY4373" fmla="*/ 1331987 h 6858000"/>
                <a:gd name="connsiteX4374" fmla="*/ 1875232 w 4379260"/>
                <a:gd name="connsiteY4374" fmla="*/ 1333620 h 6858000"/>
                <a:gd name="connsiteX4375" fmla="*/ 1872511 w 4379260"/>
                <a:gd name="connsiteY4375" fmla="*/ 1335252 h 6858000"/>
                <a:gd name="connsiteX4376" fmla="*/ 1866525 w 4379260"/>
                <a:gd name="connsiteY4376" fmla="*/ 1336884 h 6858000"/>
                <a:gd name="connsiteX4377" fmla="*/ 1866525 w 4379260"/>
                <a:gd name="connsiteY4377" fmla="*/ 1335796 h 6858000"/>
                <a:gd name="connsiteX4378" fmla="*/ 1864348 w 4379260"/>
                <a:gd name="connsiteY4378" fmla="*/ 1335796 h 6858000"/>
                <a:gd name="connsiteX4379" fmla="*/ 1865437 w 4379260"/>
                <a:gd name="connsiteY4379" fmla="*/ 1336884 h 6858000"/>
                <a:gd name="connsiteX4380" fmla="*/ 1864893 w 4379260"/>
                <a:gd name="connsiteY4380" fmla="*/ 1337429 h 6858000"/>
                <a:gd name="connsiteX4381" fmla="*/ 1864893 w 4379260"/>
                <a:gd name="connsiteY4381" fmla="*/ 1337973 h 6858000"/>
                <a:gd name="connsiteX4382" fmla="*/ 1864348 w 4379260"/>
                <a:gd name="connsiteY4382" fmla="*/ 1338517 h 6858000"/>
                <a:gd name="connsiteX4383" fmla="*/ 1863260 w 4379260"/>
                <a:gd name="connsiteY4383" fmla="*/ 1337429 h 6858000"/>
                <a:gd name="connsiteX4384" fmla="*/ 1864893 w 4379260"/>
                <a:gd name="connsiteY4384" fmla="*/ 1334164 h 6858000"/>
                <a:gd name="connsiteX4385" fmla="*/ 1866525 w 4379260"/>
                <a:gd name="connsiteY4385" fmla="*/ 1331443 h 6858000"/>
                <a:gd name="connsiteX4386" fmla="*/ 1867613 w 4379260"/>
                <a:gd name="connsiteY4386" fmla="*/ 1329810 h 6858000"/>
                <a:gd name="connsiteX4387" fmla="*/ 1869246 w 4379260"/>
                <a:gd name="connsiteY4387" fmla="*/ 1328178 h 6858000"/>
                <a:gd name="connsiteX4388" fmla="*/ 1868702 w 4379260"/>
                <a:gd name="connsiteY4388" fmla="*/ 1328178 h 6858000"/>
                <a:gd name="connsiteX4389" fmla="*/ 1868702 w 4379260"/>
                <a:gd name="connsiteY4389" fmla="*/ 1327634 h 6858000"/>
                <a:gd name="connsiteX4390" fmla="*/ 1870878 w 4379260"/>
                <a:gd name="connsiteY4390" fmla="*/ 1327634 h 6858000"/>
                <a:gd name="connsiteX4391" fmla="*/ 1870878 w 4379260"/>
                <a:gd name="connsiteY4391" fmla="*/ 1326001 h 6858000"/>
                <a:gd name="connsiteX4392" fmla="*/ 1869790 w 4379260"/>
                <a:gd name="connsiteY4392" fmla="*/ 1320560 h 6858000"/>
                <a:gd name="connsiteX4393" fmla="*/ 1869790 w 4379260"/>
                <a:gd name="connsiteY4393" fmla="*/ 1320016 h 6858000"/>
                <a:gd name="connsiteX4394" fmla="*/ 1870334 w 4379260"/>
                <a:gd name="connsiteY4394" fmla="*/ 1318383 h 6858000"/>
                <a:gd name="connsiteX4395" fmla="*/ 1870878 w 4379260"/>
                <a:gd name="connsiteY4395" fmla="*/ 1316751 h 6858000"/>
                <a:gd name="connsiteX4396" fmla="*/ 1870878 w 4379260"/>
                <a:gd name="connsiteY4396" fmla="*/ 1315118 h 6858000"/>
                <a:gd name="connsiteX4397" fmla="*/ 1872511 w 4379260"/>
                <a:gd name="connsiteY4397" fmla="*/ 1313486 h 6858000"/>
                <a:gd name="connsiteX4398" fmla="*/ 1871967 w 4379260"/>
                <a:gd name="connsiteY4398" fmla="*/ 1304779 h 6858000"/>
                <a:gd name="connsiteX4399" fmla="*/ 1873599 w 4379260"/>
                <a:gd name="connsiteY4399" fmla="*/ 1286278 h 6858000"/>
                <a:gd name="connsiteX4400" fmla="*/ 1874687 w 4379260"/>
                <a:gd name="connsiteY4400" fmla="*/ 1279748 h 6858000"/>
                <a:gd name="connsiteX4401" fmla="*/ 1875232 w 4379260"/>
                <a:gd name="connsiteY4401" fmla="*/ 1272674 h 6858000"/>
                <a:gd name="connsiteX4402" fmla="*/ 1875776 w 4379260"/>
                <a:gd name="connsiteY4402" fmla="*/ 1262336 h 6858000"/>
                <a:gd name="connsiteX4403" fmla="*/ 1875776 w 4379260"/>
                <a:gd name="connsiteY4403" fmla="*/ 1257982 h 6858000"/>
                <a:gd name="connsiteX4404" fmla="*/ 1876320 w 4379260"/>
                <a:gd name="connsiteY4404" fmla="*/ 1255262 h 6858000"/>
                <a:gd name="connsiteX4405" fmla="*/ 1880129 w 4379260"/>
                <a:gd name="connsiteY4405" fmla="*/ 1244923 h 6858000"/>
                <a:gd name="connsiteX4406" fmla="*/ 1880673 w 4379260"/>
                <a:gd name="connsiteY4406" fmla="*/ 1239481 h 6858000"/>
                <a:gd name="connsiteX4407" fmla="*/ 1879585 w 4379260"/>
                <a:gd name="connsiteY4407" fmla="*/ 1232951 h 6858000"/>
                <a:gd name="connsiteX4408" fmla="*/ 1879585 w 4379260"/>
                <a:gd name="connsiteY4408" fmla="*/ 1231319 h 6858000"/>
                <a:gd name="connsiteX4409" fmla="*/ 1880129 w 4379260"/>
                <a:gd name="connsiteY4409" fmla="*/ 1228054 h 6858000"/>
                <a:gd name="connsiteX4410" fmla="*/ 1887747 w 4379260"/>
                <a:gd name="connsiteY4410" fmla="*/ 1204655 h 6858000"/>
                <a:gd name="connsiteX4411" fmla="*/ 1888291 w 4379260"/>
                <a:gd name="connsiteY4411" fmla="*/ 1198670 h 6858000"/>
                <a:gd name="connsiteX4412" fmla="*/ 1888835 w 4379260"/>
                <a:gd name="connsiteY4412" fmla="*/ 1193228 h 6858000"/>
                <a:gd name="connsiteX4413" fmla="*/ 1893188 w 4379260"/>
                <a:gd name="connsiteY4413" fmla="*/ 1181801 h 6858000"/>
                <a:gd name="connsiteX4414" fmla="*/ 1893733 w 4379260"/>
                <a:gd name="connsiteY4414" fmla="*/ 1179624 h 6858000"/>
                <a:gd name="connsiteX4415" fmla="*/ 1893733 w 4379260"/>
                <a:gd name="connsiteY4415" fmla="*/ 1177992 h 6858000"/>
                <a:gd name="connsiteX4416" fmla="*/ 1893188 w 4379260"/>
                <a:gd name="connsiteY4416" fmla="*/ 1174183 h 6858000"/>
                <a:gd name="connsiteX4417" fmla="*/ 1894821 w 4379260"/>
                <a:gd name="connsiteY4417" fmla="*/ 1164388 h 6858000"/>
                <a:gd name="connsiteX4418" fmla="*/ 1896453 w 4379260"/>
                <a:gd name="connsiteY4418" fmla="*/ 1156770 h 6858000"/>
                <a:gd name="connsiteX4419" fmla="*/ 1896998 w 4379260"/>
                <a:gd name="connsiteY4419" fmla="*/ 1149696 h 6858000"/>
                <a:gd name="connsiteX4420" fmla="*/ 1899174 w 4379260"/>
                <a:gd name="connsiteY4420" fmla="*/ 1148608 h 6858000"/>
                <a:gd name="connsiteX4421" fmla="*/ 1901351 w 4379260"/>
                <a:gd name="connsiteY4421" fmla="*/ 1149152 h 6858000"/>
                <a:gd name="connsiteX4422" fmla="*/ 1900807 w 4379260"/>
                <a:gd name="connsiteY4422" fmla="*/ 1147519 h 6858000"/>
                <a:gd name="connsiteX4423" fmla="*/ 1899718 w 4379260"/>
                <a:gd name="connsiteY4423" fmla="*/ 1145887 h 6858000"/>
                <a:gd name="connsiteX4424" fmla="*/ 1898086 w 4379260"/>
                <a:gd name="connsiteY4424" fmla="*/ 1141534 h 6858000"/>
                <a:gd name="connsiteX4425" fmla="*/ 1898630 w 4379260"/>
                <a:gd name="connsiteY4425" fmla="*/ 1139357 h 6858000"/>
                <a:gd name="connsiteX4426" fmla="*/ 1900262 w 4379260"/>
                <a:gd name="connsiteY4426" fmla="*/ 1136092 h 6858000"/>
                <a:gd name="connsiteX4427" fmla="*/ 1900807 w 4379260"/>
                <a:gd name="connsiteY4427" fmla="*/ 1131195 h 6858000"/>
                <a:gd name="connsiteX4428" fmla="*/ 1900807 w 4379260"/>
                <a:gd name="connsiteY4428" fmla="*/ 1120856 h 6858000"/>
                <a:gd name="connsiteX4429" fmla="*/ 1900262 w 4379260"/>
                <a:gd name="connsiteY4429" fmla="*/ 1115958 h 6858000"/>
                <a:gd name="connsiteX4430" fmla="*/ 1899174 w 4379260"/>
                <a:gd name="connsiteY4430" fmla="*/ 1111605 h 6858000"/>
                <a:gd name="connsiteX4431" fmla="*/ 1896998 w 4379260"/>
                <a:gd name="connsiteY4431" fmla="*/ 1103987 h 6858000"/>
                <a:gd name="connsiteX4432" fmla="*/ 1896453 w 4379260"/>
                <a:gd name="connsiteY4432" fmla="*/ 1101810 h 6858000"/>
                <a:gd name="connsiteX4433" fmla="*/ 1888835 w 4379260"/>
                <a:gd name="connsiteY4433" fmla="*/ 1083853 h 6858000"/>
                <a:gd name="connsiteX4434" fmla="*/ 1872511 w 4379260"/>
                <a:gd name="connsiteY4434" fmla="*/ 1072970 h 6858000"/>
                <a:gd name="connsiteX4435" fmla="*/ 1861628 w 4379260"/>
                <a:gd name="connsiteY4435" fmla="*/ 1071338 h 6858000"/>
                <a:gd name="connsiteX4436" fmla="*/ 1836597 w 4379260"/>
                <a:gd name="connsiteY4436" fmla="*/ 1077868 h 6858000"/>
                <a:gd name="connsiteX4437" fmla="*/ 1826258 w 4379260"/>
                <a:gd name="connsiteY4437" fmla="*/ 1083309 h 6858000"/>
                <a:gd name="connsiteX4438" fmla="*/ 1823537 w 4379260"/>
                <a:gd name="connsiteY4438" fmla="*/ 1085486 h 6858000"/>
                <a:gd name="connsiteX4439" fmla="*/ 1819184 w 4379260"/>
                <a:gd name="connsiteY4439" fmla="*/ 1092016 h 6858000"/>
                <a:gd name="connsiteX4440" fmla="*/ 1814286 w 4379260"/>
                <a:gd name="connsiteY4440" fmla="*/ 1099090 h 6858000"/>
                <a:gd name="connsiteX4441" fmla="*/ 1809933 w 4379260"/>
                <a:gd name="connsiteY4441" fmla="*/ 1103987 h 6858000"/>
                <a:gd name="connsiteX4442" fmla="*/ 1805580 w 4379260"/>
                <a:gd name="connsiteY4442" fmla="*/ 1106708 h 6858000"/>
                <a:gd name="connsiteX4443" fmla="*/ 1802315 w 4379260"/>
                <a:gd name="connsiteY4443" fmla="*/ 1109973 h 6858000"/>
                <a:gd name="connsiteX4444" fmla="*/ 1796874 w 4379260"/>
                <a:gd name="connsiteY4444" fmla="*/ 1119767 h 6858000"/>
                <a:gd name="connsiteX4445" fmla="*/ 1789800 w 4379260"/>
                <a:gd name="connsiteY4445" fmla="*/ 1129018 h 6858000"/>
                <a:gd name="connsiteX4446" fmla="*/ 1778372 w 4379260"/>
                <a:gd name="connsiteY4446" fmla="*/ 1147519 h 6858000"/>
                <a:gd name="connsiteX4447" fmla="*/ 1777284 w 4379260"/>
                <a:gd name="connsiteY4447" fmla="*/ 1148063 h 6858000"/>
                <a:gd name="connsiteX4448" fmla="*/ 1775107 w 4379260"/>
                <a:gd name="connsiteY4448" fmla="*/ 1148063 h 6858000"/>
                <a:gd name="connsiteX4449" fmla="*/ 1773475 w 4379260"/>
                <a:gd name="connsiteY4449" fmla="*/ 1149152 h 6858000"/>
                <a:gd name="connsiteX4450" fmla="*/ 1767489 w 4379260"/>
                <a:gd name="connsiteY4450" fmla="*/ 1161123 h 6858000"/>
                <a:gd name="connsiteX4451" fmla="*/ 1760415 w 4379260"/>
                <a:gd name="connsiteY4451" fmla="*/ 1173094 h 6858000"/>
                <a:gd name="connsiteX4452" fmla="*/ 1747900 w 4379260"/>
                <a:gd name="connsiteY4452" fmla="*/ 1197581 h 6858000"/>
                <a:gd name="connsiteX4453" fmla="*/ 1745723 w 4379260"/>
                <a:gd name="connsiteY4453" fmla="*/ 1199758 h 6858000"/>
                <a:gd name="connsiteX4454" fmla="*/ 1737017 w 4379260"/>
                <a:gd name="connsiteY4454" fmla="*/ 1211185 h 6858000"/>
                <a:gd name="connsiteX4455" fmla="*/ 1733752 w 4379260"/>
                <a:gd name="connsiteY4455" fmla="*/ 1217715 h 6858000"/>
                <a:gd name="connsiteX4456" fmla="*/ 1728310 w 4379260"/>
                <a:gd name="connsiteY4456" fmla="*/ 1223157 h 6858000"/>
                <a:gd name="connsiteX4457" fmla="*/ 1728854 w 4379260"/>
                <a:gd name="connsiteY4457" fmla="*/ 1224789 h 6858000"/>
                <a:gd name="connsiteX4458" fmla="*/ 1728854 w 4379260"/>
                <a:gd name="connsiteY4458" fmla="*/ 1226421 h 6858000"/>
                <a:gd name="connsiteX4459" fmla="*/ 1729943 w 4379260"/>
                <a:gd name="connsiteY4459" fmla="*/ 1228598 h 6858000"/>
                <a:gd name="connsiteX4460" fmla="*/ 1726678 w 4379260"/>
                <a:gd name="connsiteY4460" fmla="*/ 1231863 h 6858000"/>
                <a:gd name="connsiteX4461" fmla="*/ 1726678 w 4379260"/>
                <a:gd name="connsiteY4461" fmla="*/ 1230231 h 6858000"/>
                <a:gd name="connsiteX4462" fmla="*/ 1726134 w 4379260"/>
                <a:gd name="connsiteY4462" fmla="*/ 1225877 h 6858000"/>
                <a:gd name="connsiteX4463" fmla="*/ 1726134 w 4379260"/>
                <a:gd name="connsiteY4463" fmla="*/ 1225333 h 6858000"/>
                <a:gd name="connsiteX4464" fmla="*/ 1727222 w 4379260"/>
                <a:gd name="connsiteY4464" fmla="*/ 1223157 h 6858000"/>
                <a:gd name="connsiteX4465" fmla="*/ 1728854 w 4379260"/>
                <a:gd name="connsiteY4465" fmla="*/ 1220436 h 6858000"/>
                <a:gd name="connsiteX4466" fmla="*/ 1729943 w 4379260"/>
                <a:gd name="connsiteY4466" fmla="*/ 1217171 h 6858000"/>
                <a:gd name="connsiteX4467" fmla="*/ 1728854 w 4379260"/>
                <a:gd name="connsiteY4467" fmla="*/ 1214450 h 6858000"/>
                <a:gd name="connsiteX4468" fmla="*/ 1728854 w 4379260"/>
                <a:gd name="connsiteY4468" fmla="*/ 1213906 h 6858000"/>
                <a:gd name="connsiteX4469" fmla="*/ 1731031 w 4379260"/>
                <a:gd name="connsiteY4469" fmla="*/ 1212273 h 6858000"/>
                <a:gd name="connsiteX4470" fmla="*/ 1732119 w 4379260"/>
                <a:gd name="connsiteY4470" fmla="*/ 1211729 h 6858000"/>
                <a:gd name="connsiteX4471" fmla="*/ 1733208 w 4379260"/>
                <a:gd name="connsiteY4471" fmla="*/ 1211185 h 6858000"/>
                <a:gd name="connsiteX4472" fmla="*/ 1728854 w 4379260"/>
                <a:gd name="connsiteY4472" fmla="*/ 1210097 h 6858000"/>
                <a:gd name="connsiteX4473" fmla="*/ 1729943 w 4379260"/>
                <a:gd name="connsiteY4473" fmla="*/ 1206832 h 6858000"/>
                <a:gd name="connsiteX4474" fmla="*/ 1730487 w 4379260"/>
                <a:gd name="connsiteY4474" fmla="*/ 1203567 h 6858000"/>
                <a:gd name="connsiteX4475" fmla="*/ 1733208 w 4379260"/>
                <a:gd name="connsiteY4475" fmla="*/ 1197581 h 6858000"/>
                <a:gd name="connsiteX4476" fmla="*/ 1733752 w 4379260"/>
                <a:gd name="connsiteY4476" fmla="*/ 1197037 h 6858000"/>
                <a:gd name="connsiteX4477" fmla="*/ 1733208 w 4379260"/>
                <a:gd name="connsiteY4477" fmla="*/ 1195949 h 6858000"/>
                <a:gd name="connsiteX4478" fmla="*/ 1732119 w 4379260"/>
                <a:gd name="connsiteY4478" fmla="*/ 1191596 h 6858000"/>
                <a:gd name="connsiteX4479" fmla="*/ 1732119 w 4379260"/>
                <a:gd name="connsiteY4479" fmla="*/ 1190507 h 6858000"/>
                <a:gd name="connsiteX4480" fmla="*/ 1732664 w 4379260"/>
                <a:gd name="connsiteY4480" fmla="*/ 1187787 h 6858000"/>
                <a:gd name="connsiteX4481" fmla="*/ 1733752 w 4379260"/>
                <a:gd name="connsiteY4481" fmla="*/ 1185066 h 6858000"/>
                <a:gd name="connsiteX4482" fmla="*/ 1734840 w 4379260"/>
                <a:gd name="connsiteY4482" fmla="*/ 1179624 h 6858000"/>
                <a:gd name="connsiteX4483" fmla="*/ 1732664 w 4379260"/>
                <a:gd name="connsiteY4483" fmla="*/ 1173094 h 6858000"/>
                <a:gd name="connsiteX4484" fmla="*/ 1732119 w 4379260"/>
                <a:gd name="connsiteY4484" fmla="*/ 1172006 h 6858000"/>
                <a:gd name="connsiteX4485" fmla="*/ 1733208 w 4379260"/>
                <a:gd name="connsiteY4485" fmla="*/ 1170918 h 6858000"/>
                <a:gd name="connsiteX4486" fmla="*/ 1736472 w 4379260"/>
                <a:gd name="connsiteY4486" fmla="*/ 1165476 h 6858000"/>
                <a:gd name="connsiteX4487" fmla="*/ 1734840 w 4379260"/>
                <a:gd name="connsiteY4487" fmla="*/ 1160035 h 6858000"/>
                <a:gd name="connsiteX4488" fmla="*/ 1734840 w 4379260"/>
                <a:gd name="connsiteY4488" fmla="*/ 1158947 h 6858000"/>
                <a:gd name="connsiteX4489" fmla="*/ 1737017 w 4379260"/>
                <a:gd name="connsiteY4489" fmla="*/ 1146975 h 6858000"/>
                <a:gd name="connsiteX4490" fmla="*/ 1737017 w 4379260"/>
                <a:gd name="connsiteY4490" fmla="*/ 1137180 h 6858000"/>
                <a:gd name="connsiteX4491" fmla="*/ 1738649 w 4379260"/>
                <a:gd name="connsiteY4491" fmla="*/ 1129562 h 6858000"/>
                <a:gd name="connsiteX4492" fmla="*/ 1737017 w 4379260"/>
                <a:gd name="connsiteY4492" fmla="*/ 1128474 h 6858000"/>
                <a:gd name="connsiteX4493" fmla="*/ 1737017 w 4379260"/>
                <a:gd name="connsiteY4493" fmla="*/ 1127930 h 6858000"/>
                <a:gd name="connsiteX4494" fmla="*/ 1736472 w 4379260"/>
                <a:gd name="connsiteY4494" fmla="*/ 1126841 h 6858000"/>
                <a:gd name="connsiteX4495" fmla="*/ 1735384 w 4379260"/>
                <a:gd name="connsiteY4495" fmla="*/ 1125753 h 6858000"/>
                <a:gd name="connsiteX4496" fmla="*/ 1735928 w 4379260"/>
                <a:gd name="connsiteY4496" fmla="*/ 1122488 h 6858000"/>
                <a:gd name="connsiteX4497" fmla="*/ 1729399 w 4379260"/>
                <a:gd name="connsiteY4497" fmla="*/ 1112149 h 6858000"/>
                <a:gd name="connsiteX4498" fmla="*/ 1724501 w 4379260"/>
                <a:gd name="connsiteY4498" fmla="*/ 1111061 h 6858000"/>
                <a:gd name="connsiteX4499" fmla="*/ 1718516 w 4379260"/>
                <a:gd name="connsiteY4499" fmla="*/ 1111605 h 6858000"/>
                <a:gd name="connsiteX4500" fmla="*/ 1711442 w 4379260"/>
                <a:gd name="connsiteY4500" fmla="*/ 1111605 h 6858000"/>
                <a:gd name="connsiteX4501" fmla="*/ 1698926 w 4379260"/>
                <a:gd name="connsiteY4501" fmla="*/ 1112693 h 6858000"/>
                <a:gd name="connsiteX4502" fmla="*/ 1692396 w 4379260"/>
                <a:gd name="connsiteY4502" fmla="*/ 1113238 h 6858000"/>
                <a:gd name="connsiteX4503" fmla="*/ 1689131 w 4379260"/>
                <a:gd name="connsiteY4503" fmla="*/ 1113782 h 6858000"/>
                <a:gd name="connsiteX4504" fmla="*/ 1680425 w 4379260"/>
                <a:gd name="connsiteY4504" fmla="*/ 1116503 h 6858000"/>
                <a:gd name="connsiteX4505" fmla="*/ 1677704 w 4379260"/>
                <a:gd name="connsiteY4505" fmla="*/ 1118679 h 6858000"/>
                <a:gd name="connsiteX4506" fmla="*/ 1677704 w 4379260"/>
                <a:gd name="connsiteY4506" fmla="*/ 1119223 h 6858000"/>
                <a:gd name="connsiteX4507" fmla="*/ 1683146 w 4379260"/>
                <a:gd name="connsiteY4507" fmla="*/ 1126297 h 6858000"/>
                <a:gd name="connsiteX4508" fmla="*/ 1684234 w 4379260"/>
                <a:gd name="connsiteY4508" fmla="*/ 1131195 h 6858000"/>
                <a:gd name="connsiteX4509" fmla="*/ 1683690 w 4379260"/>
                <a:gd name="connsiteY4509" fmla="*/ 1133915 h 6858000"/>
                <a:gd name="connsiteX4510" fmla="*/ 1683690 w 4379260"/>
                <a:gd name="connsiteY4510" fmla="*/ 1134460 h 6858000"/>
                <a:gd name="connsiteX4511" fmla="*/ 1684234 w 4379260"/>
                <a:gd name="connsiteY4511" fmla="*/ 1135548 h 6858000"/>
                <a:gd name="connsiteX4512" fmla="*/ 1685866 w 4379260"/>
                <a:gd name="connsiteY4512" fmla="*/ 1136636 h 6858000"/>
                <a:gd name="connsiteX4513" fmla="*/ 1686955 w 4379260"/>
                <a:gd name="connsiteY4513" fmla="*/ 1137724 h 6858000"/>
                <a:gd name="connsiteX4514" fmla="*/ 1686411 w 4379260"/>
                <a:gd name="connsiteY4514" fmla="*/ 1149696 h 6858000"/>
                <a:gd name="connsiteX4515" fmla="*/ 1686411 w 4379260"/>
                <a:gd name="connsiteY4515" fmla="*/ 1156226 h 6858000"/>
                <a:gd name="connsiteX4516" fmla="*/ 1685866 w 4379260"/>
                <a:gd name="connsiteY4516" fmla="*/ 1162756 h 6858000"/>
                <a:gd name="connsiteX4517" fmla="*/ 1685866 w 4379260"/>
                <a:gd name="connsiteY4517" fmla="*/ 1175271 h 6858000"/>
                <a:gd name="connsiteX4518" fmla="*/ 1686411 w 4379260"/>
                <a:gd name="connsiteY4518" fmla="*/ 1188331 h 6858000"/>
                <a:gd name="connsiteX4519" fmla="*/ 1686411 w 4379260"/>
                <a:gd name="connsiteY4519" fmla="*/ 1188875 h 6858000"/>
                <a:gd name="connsiteX4520" fmla="*/ 1683690 w 4379260"/>
                <a:gd name="connsiteY4520" fmla="*/ 1197037 h 6858000"/>
                <a:gd name="connsiteX4521" fmla="*/ 1683690 w 4379260"/>
                <a:gd name="connsiteY4521" fmla="*/ 1198670 h 6858000"/>
                <a:gd name="connsiteX4522" fmla="*/ 1684234 w 4379260"/>
                <a:gd name="connsiteY4522" fmla="*/ 1203567 h 6858000"/>
                <a:gd name="connsiteX4523" fmla="*/ 1682057 w 4379260"/>
                <a:gd name="connsiteY4523" fmla="*/ 1208464 h 6858000"/>
                <a:gd name="connsiteX4524" fmla="*/ 1682057 w 4379260"/>
                <a:gd name="connsiteY4524" fmla="*/ 1212273 h 6858000"/>
                <a:gd name="connsiteX4525" fmla="*/ 1681513 w 4379260"/>
                <a:gd name="connsiteY4525" fmla="*/ 1220436 h 6858000"/>
                <a:gd name="connsiteX4526" fmla="*/ 1678792 w 4379260"/>
                <a:gd name="connsiteY4526" fmla="*/ 1231319 h 6858000"/>
                <a:gd name="connsiteX4527" fmla="*/ 1676616 w 4379260"/>
                <a:gd name="connsiteY4527" fmla="*/ 1246555 h 6858000"/>
                <a:gd name="connsiteX4528" fmla="*/ 1677160 w 4379260"/>
                <a:gd name="connsiteY4528" fmla="*/ 1253085 h 6858000"/>
                <a:gd name="connsiteX4529" fmla="*/ 1663012 w 4379260"/>
                <a:gd name="connsiteY4529" fmla="*/ 1298250 h 6858000"/>
                <a:gd name="connsiteX4530" fmla="*/ 1657570 w 4379260"/>
                <a:gd name="connsiteY4530" fmla="*/ 1321104 h 6858000"/>
                <a:gd name="connsiteX4531" fmla="*/ 1649408 w 4379260"/>
                <a:gd name="connsiteY4531" fmla="*/ 1344503 h 6858000"/>
                <a:gd name="connsiteX4532" fmla="*/ 1649408 w 4379260"/>
                <a:gd name="connsiteY4532" fmla="*/ 1345047 h 6858000"/>
                <a:gd name="connsiteX4533" fmla="*/ 1650496 w 4379260"/>
                <a:gd name="connsiteY4533" fmla="*/ 1352121 h 6858000"/>
                <a:gd name="connsiteX4534" fmla="*/ 1649408 w 4379260"/>
                <a:gd name="connsiteY4534" fmla="*/ 1361371 h 6858000"/>
                <a:gd name="connsiteX4535" fmla="*/ 1648320 w 4379260"/>
                <a:gd name="connsiteY4535" fmla="*/ 1370078 h 6858000"/>
                <a:gd name="connsiteX4536" fmla="*/ 1649408 w 4379260"/>
                <a:gd name="connsiteY4536" fmla="*/ 1378784 h 6858000"/>
                <a:gd name="connsiteX4537" fmla="*/ 1647776 w 4379260"/>
                <a:gd name="connsiteY4537" fmla="*/ 1380417 h 6858000"/>
                <a:gd name="connsiteX4538" fmla="*/ 1647232 w 4379260"/>
                <a:gd name="connsiteY4538" fmla="*/ 1382049 h 6858000"/>
                <a:gd name="connsiteX4539" fmla="*/ 1646143 w 4379260"/>
                <a:gd name="connsiteY4539" fmla="*/ 1383137 h 6858000"/>
                <a:gd name="connsiteX4540" fmla="*/ 1646143 w 4379260"/>
                <a:gd name="connsiteY4540" fmla="*/ 1384226 h 6858000"/>
                <a:gd name="connsiteX4541" fmla="*/ 1647232 w 4379260"/>
                <a:gd name="connsiteY4541" fmla="*/ 1388035 h 6858000"/>
                <a:gd name="connsiteX4542" fmla="*/ 1646143 w 4379260"/>
                <a:gd name="connsiteY4542" fmla="*/ 1391300 h 6858000"/>
                <a:gd name="connsiteX4543" fmla="*/ 1657026 w 4379260"/>
                <a:gd name="connsiteY4543" fmla="*/ 1396197 h 6858000"/>
                <a:gd name="connsiteX4544" fmla="*/ 1677160 w 4379260"/>
                <a:gd name="connsiteY4544" fmla="*/ 1401094 h 6858000"/>
                <a:gd name="connsiteX4545" fmla="*/ 1680425 w 4379260"/>
                <a:gd name="connsiteY4545" fmla="*/ 1401094 h 6858000"/>
                <a:gd name="connsiteX4546" fmla="*/ 1682601 w 4379260"/>
                <a:gd name="connsiteY4546" fmla="*/ 1402183 h 6858000"/>
                <a:gd name="connsiteX4547" fmla="*/ 1688587 w 4379260"/>
                <a:gd name="connsiteY4547" fmla="*/ 1405448 h 6858000"/>
                <a:gd name="connsiteX4548" fmla="*/ 1695117 w 4379260"/>
                <a:gd name="connsiteY4548" fmla="*/ 1407080 h 6858000"/>
                <a:gd name="connsiteX4549" fmla="*/ 1701103 w 4379260"/>
                <a:gd name="connsiteY4549" fmla="*/ 1403815 h 6858000"/>
                <a:gd name="connsiteX4550" fmla="*/ 1702735 w 4379260"/>
                <a:gd name="connsiteY4550" fmla="*/ 1396741 h 6858000"/>
                <a:gd name="connsiteX4551" fmla="*/ 1706544 w 4379260"/>
                <a:gd name="connsiteY4551" fmla="*/ 1390756 h 6858000"/>
                <a:gd name="connsiteX4552" fmla="*/ 1706544 w 4379260"/>
                <a:gd name="connsiteY4552" fmla="*/ 1389667 h 6858000"/>
                <a:gd name="connsiteX4553" fmla="*/ 1707088 w 4379260"/>
                <a:gd name="connsiteY4553" fmla="*/ 1388579 h 6858000"/>
                <a:gd name="connsiteX4554" fmla="*/ 1707632 w 4379260"/>
                <a:gd name="connsiteY4554" fmla="*/ 1385858 h 6858000"/>
                <a:gd name="connsiteX4555" fmla="*/ 1708177 w 4379260"/>
                <a:gd name="connsiteY4555" fmla="*/ 1382593 h 6858000"/>
                <a:gd name="connsiteX4556" fmla="*/ 1708721 w 4379260"/>
                <a:gd name="connsiteY4556" fmla="*/ 1379328 h 6858000"/>
                <a:gd name="connsiteX4557" fmla="*/ 1708177 w 4379260"/>
                <a:gd name="connsiteY4557" fmla="*/ 1378240 h 6858000"/>
                <a:gd name="connsiteX4558" fmla="*/ 1716883 w 4379260"/>
                <a:gd name="connsiteY4558" fmla="*/ 1361371 h 6858000"/>
                <a:gd name="connsiteX4559" fmla="*/ 1723413 w 4379260"/>
                <a:gd name="connsiteY4559" fmla="*/ 1345047 h 6858000"/>
                <a:gd name="connsiteX4560" fmla="*/ 1739737 w 4379260"/>
                <a:gd name="connsiteY4560" fmla="*/ 1314030 h 6858000"/>
                <a:gd name="connsiteX4561" fmla="*/ 1740826 w 4379260"/>
                <a:gd name="connsiteY4561" fmla="*/ 1312942 h 6858000"/>
                <a:gd name="connsiteX4562" fmla="*/ 1786535 w 4379260"/>
                <a:gd name="connsiteY4562" fmla="*/ 1217715 h 6858000"/>
                <a:gd name="connsiteX4563" fmla="*/ 1814831 w 4379260"/>
                <a:gd name="connsiteY4563" fmla="*/ 1173094 h 6858000"/>
                <a:gd name="connsiteX4564" fmla="*/ 1828978 w 4379260"/>
                <a:gd name="connsiteY4564" fmla="*/ 1151872 h 6858000"/>
                <a:gd name="connsiteX4565" fmla="*/ 1842582 w 4379260"/>
                <a:gd name="connsiteY4565" fmla="*/ 1130650 h 6858000"/>
                <a:gd name="connsiteX4566" fmla="*/ 1843671 w 4379260"/>
                <a:gd name="connsiteY4566" fmla="*/ 1130106 h 6858000"/>
                <a:gd name="connsiteX4567" fmla="*/ 1845847 w 4379260"/>
                <a:gd name="connsiteY4567" fmla="*/ 1127930 h 6858000"/>
                <a:gd name="connsiteX4568" fmla="*/ 1846392 w 4379260"/>
                <a:gd name="connsiteY4568" fmla="*/ 1127386 h 6858000"/>
                <a:gd name="connsiteX4569" fmla="*/ 1848568 w 4379260"/>
                <a:gd name="connsiteY4569" fmla="*/ 1127386 h 6858000"/>
                <a:gd name="connsiteX4570" fmla="*/ 1850200 w 4379260"/>
                <a:gd name="connsiteY4570" fmla="*/ 1126841 h 6858000"/>
                <a:gd name="connsiteX4571" fmla="*/ 1851289 w 4379260"/>
                <a:gd name="connsiteY4571" fmla="*/ 1126297 h 6858000"/>
                <a:gd name="connsiteX4572" fmla="*/ 1852377 w 4379260"/>
                <a:gd name="connsiteY4572" fmla="*/ 1126841 h 6858000"/>
                <a:gd name="connsiteX4573" fmla="*/ 1853465 w 4379260"/>
                <a:gd name="connsiteY4573" fmla="*/ 1128474 h 6858000"/>
                <a:gd name="connsiteX4574" fmla="*/ 1852921 w 4379260"/>
                <a:gd name="connsiteY4574" fmla="*/ 1130106 h 6858000"/>
                <a:gd name="connsiteX4575" fmla="*/ 1852921 w 4379260"/>
                <a:gd name="connsiteY4575" fmla="*/ 1130650 h 6858000"/>
                <a:gd name="connsiteX4576" fmla="*/ 1851833 w 4379260"/>
                <a:gd name="connsiteY4576" fmla="*/ 1133371 h 6858000"/>
                <a:gd name="connsiteX4577" fmla="*/ 1851833 w 4379260"/>
                <a:gd name="connsiteY4577" fmla="*/ 1134460 h 6858000"/>
                <a:gd name="connsiteX4578" fmla="*/ 1852377 w 4379260"/>
                <a:gd name="connsiteY4578" fmla="*/ 1139901 h 6858000"/>
                <a:gd name="connsiteX4579" fmla="*/ 1851833 w 4379260"/>
                <a:gd name="connsiteY4579" fmla="*/ 1145887 h 6858000"/>
                <a:gd name="connsiteX4580" fmla="*/ 1850200 w 4379260"/>
                <a:gd name="connsiteY4580" fmla="*/ 1151328 h 6858000"/>
                <a:gd name="connsiteX4581" fmla="*/ 1848568 w 4379260"/>
                <a:gd name="connsiteY4581" fmla="*/ 1156226 h 6858000"/>
                <a:gd name="connsiteX4582" fmla="*/ 1845303 w 4379260"/>
                <a:gd name="connsiteY4582" fmla="*/ 1175271 h 6858000"/>
                <a:gd name="connsiteX4583" fmla="*/ 1845303 w 4379260"/>
                <a:gd name="connsiteY4583" fmla="*/ 1179080 h 6858000"/>
                <a:gd name="connsiteX4584" fmla="*/ 1844759 w 4379260"/>
                <a:gd name="connsiteY4584" fmla="*/ 1181257 h 6858000"/>
                <a:gd name="connsiteX4585" fmla="*/ 1820816 w 4379260"/>
                <a:gd name="connsiteY4585" fmla="*/ 1303691 h 6858000"/>
                <a:gd name="connsiteX4586" fmla="*/ 1820272 w 4379260"/>
                <a:gd name="connsiteY4586" fmla="*/ 1306412 h 6858000"/>
                <a:gd name="connsiteX4587" fmla="*/ 1818095 w 4379260"/>
                <a:gd name="connsiteY4587" fmla="*/ 1310221 h 6858000"/>
                <a:gd name="connsiteX4588" fmla="*/ 1817551 w 4379260"/>
                <a:gd name="connsiteY4588" fmla="*/ 1312398 h 6858000"/>
                <a:gd name="connsiteX4589" fmla="*/ 1817551 w 4379260"/>
                <a:gd name="connsiteY4589" fmla="*/ 1314030 h 6858000"/>
                <a:gd name="connsiteX4590" fmla="*/ 1818640 w 4379260"/>
                <a:gd name="connsiteY4590" fmla="*/ 1325457 h 6858000"/>
                <a:gd name="connsiteX4591" fmla="*/ 1819184 w 4379260"/>
                <a:gd name="connsiteY4591" fmla="*/ 1332531 h 6858000"/>
                <a:gd name="connsiteX4592" fmla="*/ 1820272 w 4379260"/>
                <a:gd name="connsiteY4592" fmla="*/ 1340694 h 6858000"/>
                <a:gd name="connsiteX4593" fmla="*/ 1821360 w 4379260"/>
                <a:gd name="connsiteY4593" fmla="*/ 1345047 h 6858000"/>
                <a:gd name="connsiteX4594" fmla="*/ 1821904 w 4379260"/>
                <a:gd name="connsiteY4594" fmla="*/ 1346135 h 6858000"/>
                <a:gd name="connsiteX4595" fmla="*/ 1821904 w 4379260"/>
                <a:gd name="connsiteY4595" fmla="*/ 1346679 h 6858000"/>
                <a:gd name="connsiteX4596" fmla="*/ 1822449 w 4379260"/>
                <a:gd name="connsiteY4596" fmla="*/ 1347223 h 6858000"/>
                <a:gd name="connsiteX4597" fmla="*/ 1822449 w 4379260"/>
                <a:gd name="connsiteY4597" fmla="*/ 1349400 h 6858000"/>
                <a:gd name="connsiteX4598" fmla="*/ 1827346 w 4379260"/>
                <a:gd name="connsiteY4598" fmla="*/ 1359739 h 6858000"/>
                <a:gd name="connsiteX4599" fmla="*/ 1843671 w 4379260"/>
                <a:gd name="connsiteY4599" fmla="*/ 1376608 h 6858000"/>
                <a:gd name="connsiteX4600" fmla="*/ 1853465 w 4379260"/>
                <a:gd name="connsiteY4600" fmla="*/ 1379873 h 6858000"/>
                <a:gd name="connsiteX4601" fmla="*/ 1860539 w 4379260"/>
                <a:gd name="connsiteY4601" fmla="*/ 1378240 h 6858000"/>
                <a:gd name="connsiteX4602" fmla="*/ 1862716 w 4379260"/>
                <a:gd name="connsiteY4602" fmla="*/ 1378784 h 6858000"/>
                <a:gd name="connsiteX4603" fmla="*/ 1864348 w 4379260"/>
                <a:gd name="connsiteY4603" fmla="*/ 1378784 h 6858000"/>
                <a:gd name="connsiteX4604" fmla="*/ 1866525 w 4379260"/>
                <a:gd name="connsiteY4604" fmla="*/ 1377696 h 6858000"/>
                <a:gd name="connsiteX4605" fmla="*/ 1868702 w 4379260"/>
                <a:gd name="connsiteY4605" fmla="*/ 1377152 h 6858000"/>
                <a:gd name="connsiteX4606" fmla="*/ 1870878 w 4379260"/>
                <a:gd name="connsiteY4606" fmla="*/ 1375519 h 6858000"/>
                <a:gd name="connsiteX4607" fmla="*/ 1893733 w 4379260"/>
                <a:gd name="connsiteY4607" fmla="*/ 1367901 h 6858000"/>
                <a:gd name="connsiteX4608" fmla="*/ 1902983 w 4379260"/>
                <a:gd name="connsiteY4608" fmla="*/ 1361371 h 6858000"/>
                <a:gd name="connsiteX4609" fmla="*/ 1911690 w 4379260"/>
                <a:gd name="connsiteY4609" fmla="*/ 1357562 h 6858000"/>
                <a:gd name="connsiteX4610" fmla="*/ 1912234 w 4379260"/>
                <a:gd name="connsiteY4610" fmla="*/ 1357018 h 6858000"/>
                <a:gd name="connsiteX4611" fmla="*/ 1930191 w 4379260"/>
                <a:gd name="connsiteY4611" fmla="*/ 1337429 h 6858000"/>
                <a:gd name="connsiteX4612" fmla="*/ 1949236 w 4379260"/>
                <a:gd name="connsiteY4612" fmla="*/ 1318383 h 6858000"/>
                <a:gd name="connsiteX4613" fmla="*/ 1981885 w 4379260"/>
                <a:gd name="connsiteY4613" fmla="*/ 1277572 h 6858000"/>
                <a:gd name="connsiteX4614" fmla="*/ 1982430 w 4379260"/>
                <a:gd name="connsiteY4614" fmla="*/ 1277028 h 6858000"/>
                <a:gd name="connsiteX4615" fmla="*/ 1999842 w 4379260"/>
                <a:gd name="connsiteY4615" fmla="*/ 1259615 h 6858000"/>
                <a:gd name="connsiteX4616" fmla="*/ 2006030 w 4379260"/>
                <a:gd name="connsiteY4616" fmla="*/ 1251660 h 6858000"/>
                <a:gd name="connsiteX4617" fmla="*/ 2000980 w 4379260"/>
                <a:gd name="connsiteY4617" fmla="*/ 1293531 h 6858000"/>
                <a:gd name="connsiteX4618" fmla="*/ 1997750 w 4379260"/>
                <a:gd name="connsiteY4618" fmla="*/ 1337973 h 6858000"/>
                <a:gd name="connsiteX4619" fmla="*/ 2004280 w 4379260"/>
                <a:gd name="connsiteY4619" fmla="*/ 1320560 h 6858000"/>
                <a:gd name="connsiteX4620" fmla="*/ 2003735 w 4379260"/>
                <a:gd name="connsiteY4620" fmla="*/ 1314574 h 6858000"/>
                <a:gd name="connsiteX4621" fmla="*/ 2003735 w 4379260"/>
                <a:gd name="connsiteY4621" fmla="*/ 1309133 h 6858000"/>
                <a:gd name="connsiteX4622" fmla="*/ 2003191 w 4379260"/>
                <a:gd name="connsiteY4622" fmla="*/ 1298250 h 6858000"/>
                <a:gd name="connsiteX4623" fmla="*/ 2008088 w 4379260"/>
                <a:gd name="connsiteY4623" fmla="*/ 1266689 h 6858000"/>
                <a:gd name="connsiteX4624" fmla="*/ 2010963 w 4379260"/>
                <a:gd name="connsiteY4624" fmla="*/ 1245851 h 6858000"/>
                <a:gd name="connsiteX4625" fmla="*/ 2015623 w 4379260"/>
                <a:gd name="connsiteY4625" fmla="*/ 1240569 h 6858000"/>
                <a:gd name="connsiteX4626" fmla="*/ 2016167 w 4379260"/>
                <a:gd name="connsiteY4626" fmla="*/ 1240025 h 6858000"/>
                <a:gd name="connsiteX4627" fmla="*/ 2018888 w 4379260"/>
                <a:gd name="connsiteY4627" fmla="*/ 1234584 h 6858000"/>
                <a:gd name="connsiteX4628" fmla="*/ 2021927 w 4379260"/>
                <a:gd name="connsiteY4628" fmla="*/ 1231924 h 6858000"/>
                <a:gd name="connsiteX4629" fmla="*/ 2021692 w 4379260"/>
                <a:gd name="connsiteY4629" fmla="*/ 1234040 h 6858000"/>
                <a:gd name="connsiteX4630" fmla="*/ 2009721 w 4379260"/>
                <a:gd name="connsiteY4630" fmla="*/ 1270498 h 6858000"/>
                <a:gd name="connsiteX4631" fmla="*/ 2010809 w 4379260"/>
                <a:gd name="connsiteY4631" fmla="*/ 1272674 h 6858000"/>
                <a:gd name="connsiteX4632" fmla="*/ 2012986 w 4379260"/>
                <a:gd name="connsiteY4632" fmla="*/ 1271586 h 6858000"/>
                <a:gd name="connsiteX4633" fmla="*/ 2015162 w 4379260"/>
                <a:gd name="connsiteY4633" fmla="*/ 1270498 h 6858000"/>
                <a:gd name="connsiteX4634" fmla="*/ 2015162 w 4379260"/>
                <a:gd name="connsiteY4634" fmla="*/ 1271586 h 6858000"/>
                <a:gd name="connsiteX4635" fmla="*/ 2014074 w 4379260"/>
                <a:gd name="connsiteY4635" fmla="*/ 1275939 h 6858000"/>
                <a:gd name="connsiteX4636" fmla="*/ 2013530 w 4379260"/>
                <a:gd name="connsiteY4636" fmla="*/ 1281381 h 6858000"/>
                <a:gd name="connsiteX4637" fmla="*/ 2010265 w 4379260"/>
                <a:gd name="connsiteY4637" fmla="*/ 1289543 h 6858000"/>
                <a:gd name="connsiteX4638" fmla="*/ 2010265 w 4379260"/>
                <a:gd name="connsiteY4638" fmla="*/ 1287367 h 6858000"/>
                <a:gd name="connsiteX4639" fmla="*/ 2007544 w 4379260"/>
                <a:gd name="connsiteY4639" fmla="*/ 1283558 h 6858000"/>
                <a:gd name="connsiteX4640" fmla="*/ 2007000 w 4379260"/>
                <a:gd name="connsiteY4640" fmla="*/ 1288455 h 6858000"/>
                <a:gd name="connsiteX4641" fmla="*/ 2009177 w 4379260"/>
                <a:gd name="connsiteY4641" fmla="*/ 1297705 h 6858000"/>
                <a:gd name="connsiteX4642" fmla="*/ 2009177 w 4379260"/>
                <a:gd name="connsiteY4642" fmla="*/ 1293896 h 6858000"/>
                <a:gd name="connsiteX4643" fmla="*/ 2010265 w 4379260"/>
                <a:gd name="connsiteY4643" fmla="*/ 1292264 h 6858000"/>
                <a:gd name="connsiteX4644" fmla="*/ 2010809 w 4379260"/>
                <a:gd name="connsiteY4644" fmla="*/ 1292264 h 6858000"/>
                <a:gd name="connsiteX4645" fmla="*/ 2011353 w 4379260"/>
                <a:gd name="connsiteY4645" fmla="*/ 1299882 h 6858000"/>
                <a:gd name="connsiteX4646" fmla="*/ 2011353 w 4379260"/>
                <a:gd name="connsiteY4646" fmla="*/ 1303691 h 6858000"/>
                <a:gd name="connsiteX4647" fmla="*/ 2008088 w 4379260"/>
                <a:gd name="connsiteY4647" fmla="*/ 1312942 h 6858000"/>
                <a:gd name="connsiteX4648" fmla="*/ 2008088 w 4379260"/>
                <a:gd name="connsiteY4648" fmla="*/ 1309677 h 6858000"/>
                <a:gd name="connsiteX4649" fmla="*/ 2008633 w 4379260"/>
                <a:gd name="connsiteY4649" fmla="*/ 1306956 h 6858000"/>
                <a:gd name="connsiteX4650" fmla="*/ 2009177 w 4379260"/>
                <a:gd name="connsiteY4650" fmla="*/ 1305324 h 6858000"/>
                <a:gd name="connsiteX4651" fmla="*/ 2007000 w 4379260"/>
                <a:gd name="connsiteY4651" fmla="*/ 1303691 h 6858000"/>
                <a:gd name="connsiteX4652" fmla="*/ 2007000 w 4379260"/>
                <a:gd name="connsiteY4652" fmla="*/ 1313486 h 6858000"/>
                <a:gd name="connsiteX4653" fmla="*/ 2006456 w 4379260"/>
                <a:gd name="connsiteY4653" fmla="*/ 1317839 h 6858000"/>
                <a:gd name="connsiteX4654" fmla="*/ 2009721 w 4379260"/>
                <a:gd name="connsiteY4654" fmla="*/ 1319472 h 6858000"/>
                <a:gd name="connsiteX4655" fmla="*/ 2009177 w 4379260"/>
                <a:gd name="connsiteY4655" fmla="*/ 1321104 h 6858000"/>
                <a:gd name="connsiteX4656" fmla="*/ 2008633 w 4379260"/>
                <a:gd name="connsiteY4656" fmla="*/ 1321104 h 6858000"/>
                <a:gd name="connsiteX4657" fmla="*/ 2007544 w 4379260"/>
                <a:gd name="connsiteY4657" fmla="*/ 1320016 h 6858000"/>
                <a:gd name="connsiteX4658" fmla="*/ 2005912 w 4379260"/>
                <a:gd name="connsiteY4658" fmla="*/ 1320016 h 6858000"/>
                <a:gd name="connsiteX4659" fmla="*/ 2005368 w 4379260"/>
                <a:gd name="connsiteY4659" fmla="*/ 1322192 h 6858000"/>
                <a:gd name="connsiteX4660" fmla="*/ 2007000 w 4379260"/>
                <a:gd name="connsiteY4660" fmla="*/ 1327090 h 6858000"/>
                <a:gd name="connsiteX4661" fmla="*/ 2008633 w 4379260"/>
                <a:gd name="connsiteY4661" fmla="*/ 1329266 h 6858000"/>
                <a:gd name="connsiteX4662" fmla="*/ 2010265 w 4379260"/>
                <a:gd name="connsiteY4662" fmla="*/ 1332531 h 6858000"/>
                <a:gd name="connsiteX4663" fmla="*/ 2008088 w 4379260"/>
                <a:gd name="connsiteY4663" fmla="*/ 1335796 h 6858000"/>
                <a:gd name="connsiteX4664" fmla="*/ 2008633 w 4379260"/>
                <a:gd name="connsiteY4664" fmla="*/ 1338517 h 6858000"/>
                <a:gd name="connsiteX4665" fmla="*/ 2009177 w 4379260"/>
                <a:gd name="connsiteY4665" fmla="*/ 1340694 h 6858000"/>
                <a:gd name="connsiteX4666" fmla="*/ 2008633 w 4379260"/>
                <a:gd name="connsiteY4666" fmla="*/ 1342870 h 6858000"/>
                <a:gd name="connsiteX4667" fmla="*/ 2004824 w 4379260"/>
                <a:gd name="connsiteY4667" fmla="*/ 1346135 h 6858000"/>
                <a:gd name="connsiteX4668" fmla="*/ 2008089 w 4379260"/>
                <a:gd name="connsiteY4668" fmla="*/ 1351032 h 6858000"/>
                <a:gd name="connsiteX4669" fmla="*/ 2007544 w 4379260"/>
                <a:gd name="connsiteY4669" fmla="*/ 1351032 h 6858000"/>
                <a:gd name="connsiteX4670" fmla="*/ 2005912 w 4379260"/>
                <a:gd name="connsiteY4670" fmla="*/ 1351577 h 6858000"/>
                <a:gd name="connsiteX4671" fmla="*/ 2005368 w 4379260"/>
                <a:gd name="connsiteY4671" fmla="*/ 1352665 h 6858000"/>
                <a:gd name="connsiteX4672" fmla="*/ 2005368 w 4379260"/>
                <a:gd name="connsiteY4672" fmla="*/ 1353753 h 6858000"/>
                <a:gd name="connsiteX4673" fmla="*/ 2003191 w 4379260"/>
                <a:gd name="connsiteY4673" fmla="*/ 1355930 h 6858000"/>
                <a:gd name="connsiteX4674" fmla="*/ 2002103 w 4379260"/>
                <a:gd name="connsiteY4674" fmla="*/ 1355386 h 6858000"/>
                <a:gd name="connsiteX4675" fmla="*/ 1997750 w 4379260"/>
                <a:gd name="connsiteY4675" fmla="*/ 1345047 h 6858000"/>
                <a:gd name="connsiteX4676" fmla="*/ 1997750 w 4379260"/>
                <a:gd name="connsiteY4676" fmla="*/ 1360283 h 6858000"/>
                <a:gd name="connsiteX4677" fmla="*/ 2002103 w 4379260"/>
                <a:gd name="connsiteY4677" fmla="*/ 1421228 h 6858000"/>
                <a:gd name="connsiteX4678" fmla="*/ 2028766 w 4379260"/>
                <a:gd name="connsiteY4678" fmla="*/ 1481085 h 6858000"/>
                <a:gd name="connsiteX4679" fmla="*/ 2028766 w 4379260"/>
                <a:gd name="connsiteY4679" fmla="*/ 1482717 h 6858000"/>
                <a:gd name="connsiteX4680" fmla="*/ 2033664 w 4379260"/>
                <a:gd name="connsiteY4680" fmla="*/ 1490880 h 6858000"/>
                <a:gd name="connsiteX4681" fmla="*/ 2035840 w 4379260"/>
                <a:gd name="connsiteY4681" fmla="*/ 1493056 h 6858000"/>
                <a:gd name="connsiteX4682" fmla="*/ 2038017 w 4379260"/>
                <a:gd name="connsiteY4682" fmla="*/ 1495233 h 6858000"/>
                <a:gd name="connsiteX4683" fmla="*/ 2041282 w 4379260"/>
                <a:gd name="connsiteY4683" fmla="*/ 1501219 h 6858000"/>
                <a:gd name="connsiteX4684" fmla="*/ 2046179 w 4379260"/>
                <a:gd name="connsiteY4684" fmla="*/ 1501219 h 6858000"/>
                <a:gd name="connsiteX4685" fmla="*/ 2051076 w 4379260"/>
                <a:gd name="connsiteY4685" fmla="*/ 1501763 h 6858000"/>
                <a:gd name="connsiteX4686" fmla="*/ 2055974 w 4379260"/>
                <a:gd name="connsiteY4686" fmla="*/ 1502307 h 6858000"/>
                <a:gd name="connsiteX4687" fmla="*/ 2059239 w 4379260"/>
                <a:gd name="connsiteY4687" fmla="*/ 1501763 h 6858000"/>
                <a:gd name="connsiteX4688" fmla="*/ 2059239 w 4379260"/>
                <a:gd name="connsiteY4688" fmla="*/ 1499042 h 6858000"/>
                <a:gd name="connsiteX4689" fmla="*/ 2081005 w 4379260"/>
                <a:gd name="connsiteY4689" fmla="*/ 1491968 h 6858000"/>
                <a:gd name="connsiteX4690" fmla="*/ 2081549 w 4379260"/>
                <a:gd name="connsiteY4690" fmla="*/ 1490880 h 6858000"/>
                <a:gd name="connsiteX4691" fmla="*/ 2081549 w 4379260"/>
                <a:gd name="connsiteY4691" fmla="*/ 1490336 h 6858000"/>
                <a:gd name="connsiteX4692" fmla="*/ 2082093 w 4379260"/>
                <a:gd name="connsiteY4692" fmla="*/ 1489247 h 6858000"/>
                <a:gd name="connsiteX4693" fmla="*/ 2081549 w 4379260"/>
                <a:gd name="connsiteY4693" fmla="*/ 1487615 h 6858000"/>
                <a:gd name="connsiteX4694" fmla="*/ 2088079 w 4379260"/>
                <a:gd name="connsiteY4694" fmla="*/ 1484894 h 6858000"/>
                <a:gd name="connsiteX4695" fmla="*/ 2090256 w 4379260"/>
                <a:gd name="connsiteY4695" fmla="*/ 1483262 h 6858000"/>
                <a:gd name="connsiteX4696" fmla="*/ 2092432 w 4379260"/>
                <a:gd name="connsiteY4696" fmla="*/ 1481085 h 6858000"/>
                <a:gd name="connsiteX4697" fmla="*/ 2102227 w 4379260"/>
                <a:gd name="connsiteY4697" fmla="*/ 1475643 h 6858000"/>
                <a:gd name="connsiteX4698" fmla="*/ 2100594 w 4379260"/>
                <a:gd name="connsiteY4698" fmla="*/ 1471834 h 6858000"/>
                <a:gd name="connsiteX4699" fmla="*/ 2103315 w 4379260"/>
                <a:gd name="connsiteY4699" fmla="*/ 1471290 h 6858000"/>
                <a:gd name="connsiteX4700" fmla="*/ 2104404 w 4379260"/>
                <a:gd name="connsiteY4700" fmla="*/ 1470746 h 6858000"/>
                <a:gd name="connsiteX4701" fmla="*/ 2106036 w 4379260"/>
                <a:gd name="connsiteY4701" fmla="*/ 1470746 h 6858000"/>
                <a:gd name="connsiteX4702" fmla="*/ 2110389 w 4379260"/>
                <a:gd name="connsiteY4702" fmla="*/ 1464216 h 6858000"/>
                <a:gd name="connsiteX4703" fmla="*/ 2115286 w 4379260"/>
                <a:gd name="connsiteY4703" fmla="*/ 1458230 h 6858000"/>
                <a:gd name="connsiteX4704" fmla="*/ 2120184 w 4379260"/>
                <a:gd name="connsiteY4704" fmla="*/ 1451701 h 6858000"/>
                <a:gd name="connsiteX4705" fmla="*/ 2124537 w 4379260"/>
                <a:gd name="connsiteY4705" fmla="*/ 1445171 h 6858000"/>
                <a:gd name="connsiteX4706" fmla="*/ 2128890 w 4379260"/>
                <a:gd name="connsiteY4706" fmla="*/ 1440818 h 6858000"/>
                <a:gd name="connsiteX4707" fmla="*/ 2132699 w 4379260"/>
                <a:gd name="connsiteY4707" fmla="*/ 1436464 h 6858000"/>
                <a:gd name="connsiteX4708" fmla="*/ 2137597 w 4379260"/>
                <a:gd name="connsiteY4708" fmla="*/ 1426125 h 6858000"/>
                <a:gd name="connsiteX4709" fmla="*/ 2146303 w 4379260"/>
                <a:gd name="connsiteY4709" fmla="*/ 1414698 h 6858000"/>
                <a:gd name="connsiteX4710" fmla="*/ 2150112 w 4379260"/>
                <a:gd name="connsiteY4710" fmla="*/ 1408713 h 6858000"/>
                <a:gd name="connsiteX4711" fmla="*/ 2156098 w 4379260"/>
                <a:gd name="connsiteY4711" fmla="*/ 1402727 h 6858000"/>
                <a:gd name="connsiteX4712" fmla="*/ 2156098 w 4379260"/>
                <a:gd name="connsiteY4712" fmla="*/ 1401094 h 6858000"/>
                <a:gd name="connsiteX4713" fmla="*/ 2156642 w 4379260"/>
                <a:gd name="connsiteY4713" fmla="*/ 1399462 h 6858000"/>
                <a:gd name="connsiteX4714" fmla="*/ 2157186 w 4379260"/>
                <a:gd name="connsiteY4714" fmla="*/ 1396741 h 6858000"/>
                <a:gd name="connsiteX4715" fmla="*/ 2157186 w 4379260"/>
                <a:gd name="connsiteY4715" fmla="*/ 1395653 h 6858000"/>
                <a:gd name="connsiteX4716" fmla="*/ 2163716 w 4379260"/>
                <a:gd name="connsiteY4716" fmla="*/ 1386947 h 6858000"/>
                <a:gd name="connsiteX4717" fmla="*/ 2168069 w 4379260"/>
                <a:gd name="connsiteY4717" fmla="*/ 1377152 h 6858000"/>
                <a:gd name="connsiteX4718" fmla="*/ 2179497 w 4379260"/>
                <a:gd name="connsiteY4718" fmla="*/ 1359739 h 6858000"/>
                <a:gd name="connsiteX4719" fmla="*/ 2181129 w 4379260"/>
                <a:gd name="connsiteY4719" fmla="*/ 1354297 h 6858000"/>
                <a:gd name="connsiteX4720" fmla="*/ 2183306 w 4379260"/>
                <a:gd name="connsiteY4720" fmla="*/ 1347223 h 6858000"/>
                <a:gd name="connsiteX4721" fmla="*/ 2186026 w 4379260"/>
                <a:gd name="connsiteY4721" fmla="*/ 1341238 h 6858000"/>
                <a:gd name="connsiteX4722" fmla="*/ 2188747 w 4379260"/>
                <a:gd name="connsiteY4722" fmla="*/ 1337429 h 6858000"/>
                <a:gd name="connsiteX4723" fmla="*/ 2190380 w 4379260"/>
                <a:gd name="connsiteY4723" fmla="*/ 1333075 h 6858000"/>
                <a:gd name="connsiteX4724" fmla="*/ 2193100 w 4379260"/>
                <a:gd name="connsiteY4724" fmla="*/ 1328722 h 6858000"/>
                <a:gd name="connsiteX4725" fmla="*/ 2193644 w 4379260"/>
                <a:gd name="connsiteY4725" fmla="*/ 1327090 h 6858000"/>
                <a:gd name="connsiteX4726" fmla="*/ 2201263 w 4379260"/>
                <a:gd name="connsiteY4726" fmla="*/ 1316207 h 6858000"/>
                <a:gd name="connsiteX4727" fmla="*/ 2201263 w 4379260"/>
                <a:gd name="connsiteY4727" fmla="*/ 1315662 h 6858000"/>
                <a:gd name="connsiteX4728" fmla="*/ 2201807 w 4379260"/>
                <a:gd name="connsiteY4728" fmla="*/ 1316207 h 6858000"/>
                <a:gd name="connsiteX4729" fmla="*/ 2202351 w 4379260"/>
                <a:gd name="connsiteY4729" fmla="*/ 1315118 h 6858000"/>
                <a:gd name="connsiteX4730" fmla="*/ 2210957 w 4379260"/>
                <a:gd name="connsiteY4730" fmla="*/ 1297428 h 6858000"/>
                <a:gd name="connsiteX4731" fmla="*/ 2220903 w 4379260"/>
                <a:gd name="connsiteY4731" fmla="*/ 1315662 h 6858000"/>
                <a:gd name="connsiteX4732" fmla="*/ 2243758 w 4379260"/>
                <a:gd name="connsiteY4732" fmla="*/ 1333620 h 6858000"/>
                <a:gd name="connsiteX4733" fmla="*/ 2285113 w 4379260"/>
                <a:gd name="connsiteY4733" fmla="*/ 1341782 h 6858000"/>
                <a:gd name="connsiteX4734" fmla="*/ 2293276 w 4379260"/>
                <a:gd name="connsiteY4734" fmla="*/ 1341782 h 6858000"/>
                <a:gd name="connsiteX4735" fmla="*/ 2335720 w 4379260"/>
                <a:gd name="connsiteY4735" fmla="*/ 1332531 h 6858000"/>
                <a:gd name="connsiteX4736" fmla="*/ 2372722 w 4379260"/>
                <a:gd name="connsiteY4736" fmla="*/ 1315662 h 6858000"/>
                <a:gd name="connsiteX4737" fmla="*/ 2405371 w 4379260"/>
                <a:gd name="connsiteY4737" fmla="*/ 1295529 h 6858000"/>
                <a:gd name="connsiteX4738" fmla="*/ 2466316 w 4379260"/>
                <a:gd name="connsiteY4738" fmla="*/ 1250364 h 6858000"/>
                <a:gd name="connsiteX4739" fmla="*/ 2467949 w 4379260"/>
                <a:gd name="connsiteY4739" fmla="*/ 1248732 h 6858000"/>
                <a:gd name="connsiteX4740" fmla="*/ 2483185 w 4379260"/>
                <a:gd name="connsiteY4740" fmla="*/ 1229686 h 6858000"/>
                <a:gd name="connsiteX4741" fmla="*/ 2490965 w 4379260"/>
                <a:gd name="connsiteY4741" fmla="*/ 1221128 h 6858000"/>
                <a:gd name="connsiteX4742" fmla="*/ 2488417 w 4379260"/>
                <a:gd name="connsiteY4742" fmla="*/ 1231319 h 6858000"/>
                <a:gd name="connsiteX4743" fmla="*/ 2486241 w 4379260"/>
                <a:gd name="connsiteY4743" fmla="*/ 1246555 h 6858000"/>
                <a:gd name="connsiteX4744" fmla="*/ 2486785 w 4379260"/>
                <a:gd name="connsiteY4744" fmla="*/ 1253085 h 6858000"/>
                <a:gd name="connsiteX4745" fmla="*/ 2472637 w 4379260"/>
                <a:gd name="connsiteY4745" fmla="*/ 1298250 h 6858000"/>
                <a:gd name="connsiteX4746" fmla="*/ 2467196 w 4379260"/>
                <a:gd name="connsiteY4746" fmla="*/ 1321104 h 6858000"/>
                <a:gd name="connsiteX4747" fmla="*/ 2459033 w 4379260"/>
                <a:gd name="connsiteY4747" fmla="*/ 1344503 h 6858000"/>
                <a:gd name="connsiteX4748" fmla="*/ 2459033 w 4379260"/>
                <a:gd name="connsiteY4748" fmla="*/ 1345047 h 6858000"/>
                <a:gd name="connsiteX4749" fmla="*/ 2460122 w 4379260"/>
                <a:gd name="connsiteY4749" fmla="*/ 1352121 h 6858000"/>
                <a:gd name="connsiteX4750" fmla="*/ 2459033 w 4379260"/>
                <a:gd name="connsiteY4750" fmla="*/ 1361371 h 6858000"/>
                <a:gd name="connsiteX4751" fmla="*/ 2457945 w 4379260"/>
                <a:gd name="connsiteY4751" fmla="*/ 1370078 h 6858000"/>
                <a:gd name="connsiteX4752" fmla="*/ 2459033 w 4379260"/>
                <a:gd name="connsiteY4752" fmla="*/ 1378784 h 6858000"/>
                <a:gd name="connsiteX4753" fmla="*/ 2457401 w 4379260"/>
                <a:gd name="connsiteY4753" fmla="*/ 1380417 h 6858000"/>
                <a:gd name="connsiteX4754" fmla="*/ 2456856 w 4379260"/>
                <a:gd name="connsiteY4754" fmla="*/ 1382049 h 6858000"/>
                <a:gd name="connsiteX4755" fmla="*/ 2455768 w 4379260"/>
                <a:gd name="connsiteY4755" fmla="*/ 1383137 h 6858000"/>
                <a:gd name="connsiteX4756" fmla="*/ 2455768 w 4379260"/>
                <a:gd name="connsiteY4756" fmla="*/ 1384226 h 6858000"/>
                <a:gd name="connsiteX4757" fmla="*/ 2456856 w 4379260"/>
                <a:gd name="connsiteY4757" fmla="*/ 1388035 h 6858000"/>
                <a:gd name="connsiteX4758" fmla="*/ 2455768 w 4379260"/>
                <a:gd name="connsiteY4758" fmla="*/ 1391300 h 6858000"/>
                <a:gd name="connsiteX4759" fmla="*/ 2466651 w 4379260"/>
                <a:gd name="connsiteY4759" fmla="*/ 1396197 h 6858000"/>
                <a:gd name="connsiteX4760" fmla="*/ 2486785 w 4379260"/>
                <a:gd name="connsiteY4760" fmla="*/ 1401094 h 6858000"/>
                <a:gd name="connsiteX4761" fmla="*/ 2490050 w 4379260"/>
                <a:gd name="connsiteY4761" fmla="*/ 1401094 h 6858000"/>
                <a:gd name="connsiteX4762" fmla="*/ 2492226 w 4379260"/>
                <a:gd name="connsiteY4762" fmla="*/ 1402183 h 6858000"/>
                <a:gd name="connsiteX4763" fmla="*/ 2498212 w 4379260"/>
                <a:gd name="connsiteY4763" fmla="*/ 1405448 h 6858000"/>
                <a:gd name="connsiteX4764" fmla="*/ 2504742 w 4379260"/>
                <a:gd name="connsiteY4764" fmla="*/ 1407080 h 6858000"/>
                <a:gd name="connsiteX4765" fmla="*/ 2510728 w 4379260"/>
                <a:gd name="connsiteY4765" fmla="*/ 1403815 h 6858000"/>
                <a:gd name="connsiteX4766" fmla="*/ 2512360 w 4379260"/>
                <a:gd name="connsiteY4766" fmla="*/ 1396741 h 6858000"/>
                <a:gd name="connsiteX4767" fmla="*/ 2516169 w 4379260"/>
                <a:gd name="connsiteY4767" fmla="*/ 1390756 h 6858000"/>
                <a:gd name="connsiteX4768" fmla="*/ 2516169 w 4379260"/>
                <a:gd name="connsiteY4768" fmla="*/ 1389667 h 6858000"/>
                <a:gd name="connsiteX4769" fmla="*/ 2516713 w 4379260"/>
                <a:gd name="connsiteY4769" fmla="*/ 1388579 h 6858000"/>
                <a:gd name="connsiteX4770" fmla="*/ 2517258 w 4379260"/>
                <a:gd name="connsiteY4770" fmla="*/ 1385858 h 6858000"/>
                <a:gd name="connsiteX4771" fmla="*/ 2517802 w 4379260"/>
                <a:gd name="connsiteY4771" fmla="*/ 1382593 h 6858000"/>
                <a:gd name="connsiteX4772" fmla="*/ 2518346 w 4379260"/>
                <a:gd name="connsiteY4772" fmla="*/ 1379328 h 6858000"/>
                <a:gd name="connsiteX4773" fmla="*/ 2517802 w 4379260"/>
                <a:gd name="connsiteY4773" fmla="*/ 1378240 h 6858000"/>
                <a:gd name="connsiteX4774" fmla="*/ 2526508 w 4379260"/>
                <a:gd name="connsiteY4774" fmla="*/ 1361371 h 6858000"/>
                <a:gd name="connsiteX4775" fmla="*/ 2533038 w 4379260"/>
                <a:gd name="connsiteY4775" fmla="*/ 1345047 h 6858000"/>
                <a:gd name="connsiteX4776" fmla="*/ 2549362 w 4379260"/>
                <a:gd name="connsiteY4776" fmla="*/ 1314030 h 6858000"/>
                <a:gd name="connsiteX4777" fmla="*/ 2550451 w 4379260"/>
                <a:gd name="connsiteY4777" fmla="*/ 1312942 h 6858000"/>
                <a:gd name="connsiteX4778" fmla="*/ 2596160 w 4379260"/>
                <a:gd name="connsiteY4778" fmla="*/ 1217715 h 6858000"/>
                <a:gd name="connsiteX4779" fmla="*/ 2624456 w 4379260"/>
                <a:gd name="connsiteY4779" fmla="*/ 1173094 h 6858000"/>
                <a:gd name="connsiteX4780" fmla="*/ 2638604 w 4379260"/>
                <a:gd name="connsiteY4780" fmla="*/ 1151872 h 6858000"/>
                <a:gd name="connsiteX4781" fmla="*/ 2652207 w 4379260"/>
                <a:gd name="connsiteY4781" fmla="*/ 1130650 h 6858000"/>
                <a:gd name="connsiteX4782" fmla="*/ 2653296 w 4379260"/>
                <a:gd name="connsiteY4782" fmla="*/ 1130106 h 6858000"/>
                <a:gd name="connsiteX4783" fmla="*/ 2655472 w 4379260"/>
                <a:gd name="connsiteY4783" fmla="*/ 1127930 h 6858000"/>
                <a:gd name="connsiteX4784" fmla="*/ 2656016 w 4379260"/>
                <a:gd name="connsiteY4784" fmla="*/ 1127386 h 6858000"/>
                <a:gd name="connsiteX4785" fmla="*/ 2658193 w 4379260"/>
                <a:gd name="connsiteY4785" fmla="*/ 1127386 h 6858000"/>
                <a:gd name="connsiteX4786" fmla="*/ 2659826 w 4379260"/>
                <a:gd name="connsiteY4786" fmla="*/ 1126841 h 6858000"/>
                <a:gd name="connsiteX4787" fmla="*/ 2660914 w 4379260"/>
                <a:gd name="connsiteY4787" fmla="*/ 1126297 h 6858000"/>
                <a:gd name="connsiteX4788" fmla="*/ 2662002 w 4379260"/>
                <a:gd name="connsiteY4788" fmla="*/ 1126841 h 6858000"/>
                <a:gd name="connsiteX4789" fmla="*/ 2663090 w 4379260"/>
                <a:gd name="connsiteY4789" fmla="*/ 1128474 h 6858000"/>
                <a:gd name="connsiteX4790" fmla="*/ 2662546 w 4379260"/>
                <a:gd name="connsiteY4790" fmla="*/ 1130106 h 6858000"/>
                <a:gd name="connsiteX4791" fmla="*/ 2662546 w 4379260"/>
                <a:gd name="connsiteY4791" fmla="*/ 1130650 h 6858000"/>
                <a:gd name="connsiteX4792" fmla="*/ 2661458 w 4379260"/>
                <a:gd name="connsiteY4792" fmla="*/ 1133371 h 6858000"/>
                <a:gd name="connsiteX4793" fmla="*/ 2661458 w 4379260"/>
                <a:gd name="connsiteY4793" fmla="*/ 1134460 h 6858000"/>
                <a:gd name="connsiteX4794" fmla="*/ 2662002 w 4379260"/>
                <a:gd name="connsiteY4794" fmla="*/ 1139901 h 6858000"/>
                <a:gd name="connsiteX4795" fmla="*/ 2661458 w 4379260"/>
                <a:gd name="connsiteY4795" fmla="*/ 1145887 h 6858000"/>
                <a:gd name="connsiteX4796" fmla="*/ 2659826 w 4379260"/>
                <a:gd name="connsiteY4796" fmla="*/ 1151328 h 6858000"/>
                <a:gd name="connsiteX4797" fmla="*/ 2658193 w 4379260"/>
                <a:gd name="connsiteY4797" fmla="*/ 1156226 h 6858000"/>
                <a:gd name="connsiteX4798" fmla="*/ 2654928 w 4379260"/>
                <a:gd name="connsiteY4798" fmla="*/ 1175271 h 6858000"/>
                <a:gd name="connsiteX4799" fmla="*/ 2654928 w 4379260"/>
                <a:gd name="connsiteY4799" fmla="*/ 1179080 h 6858000"/>
                <a:gd name="connsiteX4800" fmla="*/ 2654384 w 4379260"/>
                <a:gd name="connsiteY4800" fmla="*/ 1181257 h 6858000"/>
                <a:gd name="connsiteX4801" fmla="*/ 2630441 w 4379260"/>
                <a:gd name="connsiteY4801" fmla="*/ 1303691 h 6858000"/>
                <a:gd name="connsiteX4802" fmla="*/ 2629897 w 4379260"/>
                <a:gd name="connsiteY4802" fmla="*/ 1306412 h 6858000"/>
                <a:gd name="connsiteX4803" fmla="*/ 2627720 w 4379260"/>
                <a:gd name="connsiteY4803" fmla="*/ 1310221 h 6858000"/>
                <a:gd name="connsiteX4804" fmla="*/ 2627176 w 4379260"/>
                <a:gd name="connsiteY4804" fmla="*/ 1312398 h 6858000"/>
                <a:gd name="connsiteX4805" fmla="*/ 2627176 w 4379260"/>
                <a:gd name="connsiteY4805" fmla="*/ 1314030 h 6858000"/>
                <a:gd name="connsiteX4806" fmla="*/ 2628265 w 4379260"/>
                <a:gd name="connsiteY4806" fmla="*/ 1325457 h 6858000"/>
                <a:gd name="connsiteX4807" fmla="*/ 2628809 w 4379260"/>
                <a:gd name="connsiteY4807" fmla="*/ 1332531 h 6858000"/>
                <a:gd name="connsiteX4808" fmla="*/ 2629897 w 4379260"/>
                <a:gd name="connsiteY4808" fmla="*/ 1340694 h 6858000"/>
                <a:gd name="connsiteX4809" fmla="*/ 2630986 w 4379260"/>
                <a:gd name="connsiteY4809" fmla="*/ 1345047 h 6858000"/>
                <a:gd name="connsiteX4810" fmla="*/ 2631530 w 4379260"/>
                <a:gd name="connsiteY4810" fmla="*/ 1346135 h 6858000"/>
                <a:gd name="connsiteX4811" fmla="*/ 2631530 w 4379260"/>
                <a:gd name="connsiteY4811" fmla="*/ 1346679 h 6858000"/>
                <a:gd name="connsiteX4812" fmla="*/ 2632074 w 4379260"/>
                <a:gd name="connsiteY4812" fmla="*/ 1347223 h 6858000"/>
                <a:gd name="connsiteX4813" fmla="*/ 2632074 w 4379260"/>
                <a:gd name="connsiteY4813" fmla="*/ 1349400 h 6858000"/>
                <a:gd name="connsiteX4814" fmla="*/ 2636971 w 4379260"/>
                <a:gd name="connsiteY4814" fmla="*/ 1359739 h 6858000"/>
                <a:gd name="connsiteX4815" fmla="*/ 2653296 w 4379260"/>
                <a:gd name="connsiteY4815" fmla="*/ 1376608 h 6858000"/>
                <a:gd name="connsiteX4816" fmla="*/ 2663090 w 4379260"/>
                <a:gd name="connsiteY4816" fmla="*/ 1379873 h 6858000"/>
                <a:gd name="connsiteX4817" fmla="*/ 2670164 w 4379260"/>
                <a:gd name="connsiteY4817" fmla="*/ 1378240 h 6858000"/>
                <a:gd name="connsiteX4818" fmla="*/ 2672341 w 4379260"/>
                <a:gd name="connsiteY4818" fmla="*/ 1378784 h 6858000"/>
                <a:gd name="connsiteX4819" fmla="*/ 2673974 w 4379260"/>
                <a:gd name="connsiteY4819" fmla="*/ 1378784 h 6858000"/>
                <a:gd name="connsiteX4820" fmla="*/ 2676150 w 4379260"/>
                <a:gd name="connsiteY4820" fmla="*/ 1377696 h 6858000"/>
                <a:gd name="connsiteX4821" fmla="*/ 2678327 w 4379260"/>
                <a:gd name="connsiteY4821" fmla="*/ 1377152 h 6858000"/>
                <a:gd name="connsiteX4822" fmla="*/ 2680503 w 4379260"/>
                <a:gd name="connsiteY4822" fmla="*/ 1375519 h 6858000"/>
                <a:gd name="connsiteX4823" fmla="*/ 2703358 w 4379260"/>
                <a:gd name="connsiteY4823" fmla="*/ 1367901 h 6858000"/>
                <a:gd name="connsiteX4824" fmla="*/ 2712608 w 4379260"/>
                <a:gd name="connsiteY4824" fmla="*/ 1361371 h 6858000"/>
                <a:gd name="connsiteX4825" fmla="*/ 2721315 w 4379260"/>
                <a:gd name="connsiteY4825" fmla="*/ 1357562 h 6858000"/>
                <a:gd name="connsiteX4826" fmla="*/ 2721859 w 4379260"/>
                <a:gd name="connsiteY4826" fmla="*/ 1357018 h 6858000"/>
                <a:gd name="connsiteX4827" fmla="*/ 2739816 w 4379260"/>
                <a:gd name="connsiteY4827" fmla="*/ 1337429 h 6858000"/>
                <a:gd name="connsiteX4828" fmla="*/ 2758861 w 4379260"/>
                <a:gd name="connsiteY4828" fmla="*/ 1318383 h 6858000"/>
                <a:gd name="connsiteX4829" fmla="*/ 2791510 w 4379260"/>
                <a:gd name="connsiteY4829" fmla="*/ 1277572 h 6858000"/>
                <a:gd name="connsiteX4830" fmla="*/ 2792054 w 4379260"/>
                <a:gd name="connsiteY4830" fmla="*/ 1277028 h 6858000"/>
                <a:gd name="connsiteX4831" fmla="*/ 2809467 w 4379260"/>
                <a:gd name="connsiteY4831" fmla="*/ 1259615 h 6858000"/>
                <a:gd name="connsiteX4832" fmla="*/ 2815655 w 4379260"/>
                <a:gd name="connsiteY4832" fmla="*/ 1251660 h 6858000"/>
                <a:gd name="connsiteX4833" fmla="*/ 2810606 w 4379260"/>
                <a:gd name="connsiteY4833" fmla="*/ 1293531 h 6858000"/>
                <a:gd name="connsiteX4834" fmla="*/ 2807374 w 4379260"/>
                <a:gd name="connsiteY4834" fmla="*/ 1337973 h 6858000"/>
                <a:gd name="connsiteX4835" fmla="*/ 2813904 w 4379260"/>
                <a:gd name="connsiteY4835" fmla="*/ 1320560 h 6858000"/>
                <a:gd name="connsiteX4836" fmla="*/ 2813360 w 4379260"/>
                <a:gd name="connsiteY4836" fmla="*/ 1314574 h 6858000"/>
                <a:gd name="connsiteX4837" fmla="*/ 2813360 w 4379260"/>
                <a:gd name="connsiteY4837" fmla="*/ 1309133 h 6858000"/>
                <a:gd name="connsiteX4838" fmla="*/ 2812816 w 4379260"/>
                <a:gd name="connsiteY4838" fmla="*/ 1298250 h 6858000"/>
                <a:gd name="connsiteX4839" fmla="*/ 2817713 w 4379260"/>
                <a:gd name="connsiteY4839" fmla="*/ 1266689 h 6858000"/>
                <a:gd name="connsiteX4840" fmla="*/ 2820588 w 4379260"/>
                <a:gd name="connsiteY4840" fmla="*/ 1245851 h 6858000"/>
                <a:gd name="connsiteX4841" fmla="*/ 2825248 w 4379260"/>
                <a:gd name="connsiteY4841" fmla="*/ 1240569 h 6858000"/>
                <a:gd name="connsiteX4842" fmla="*/ 2825792 w 4379260"/>
                <a:gd name="connsiteY4842" fmla="*/ 1240025 h 6858000"/>
                <a:gd name="connsiteX4843" fmla="*/ 2828513 w 4379260"/>
                <a:gd name="connsiteY4843" fmla="*/ 1234584 h 6858000"/>
                <a:gd name="connsiteX4844" fmla="*/ 2831552 w 4379260"/>
                <a:gd name="connsiteY4844" fmla="*/ 1231924 h 6858000"/>
                <a:gd name="connsiteX4845" fmla="*/ 2831317 w 4379260"/>
                <a:gd name="connsiteY4845" fmla="*/ 1234040 h 6858000"/>
                <a:gd name="connsiteX4846" fmla="*/ 2819346 w 4379260"/>
                <a:gd name="connsiteY4846" fmla="*/ 1270498 h 6858000"/>
                <a:gd name="connsiteX4847" fmla="*/ 2820434 w 4379260"/>
                <a:gd name="connsiteY4847" fmla="*/ 1272674 h 6858000"/>
                <a:gd name="connsiteX4848" fmla="*/ 2822611 w 4379260"/>
                <a:gd name="connsiteY4848" fmla="*/ 1271586 h 6858000"/>
                <a:gd name="connsiteX4849" fmla="*/ 2824787 w 4379260"/>
                <a:gd name="connsiteY4849" fmla="*/ 1270498 h 6858000"/>
                <a:gd name="connsiteX4850" fmla="*/ 2824787 w 4379260"/>
                <a:gd name="connsiteY4850" fmla="*/ 1271586 h 6858000"/>
                <a:gd name="connsiteX4851" fmla="*/ 2823699 w 4379260"/>
                <a:gd name="connsiteY4851" fmla="*/ 1275939 h 6858000"/>
                <a:gd name="connsiteX4852" fmla="*/ 2823155 w 4379260"/>
                <a:gd name="connsiteY4852" fmla="*/ 1281381 h 6858000"/>
                <a:gd name="connsiteX4853" fmla="*/ 2819890 w 4379260"/>
                <a:gd name="connsiteY4853" fmla="*/ 1289543 h 6858000"/>
                <a:gd name="connsiteX4854" fmla="*/ 2819890 w 4379260"/>
                <a:gd name="connsiteY4854" fmla="*/ 1287367 h 6858000"/>
                <a:gd name="connsiteX4855" fmla="*/ 2817169 w 4379260"/>
                <a:gd name="connsiteY4855" fmla="*/ 1283558 h 6858000"/>
                <a:gd name="connsiteX4856" fmla="*/ 2816625 w 4379260"/>
                <a:gd name="connsiteY4856" fmla="*/ 1288455 h 6858000"/>
                <a:gd name="connsiteX4857" fmla="*/ 2818802 w 4379260"/>
                <a:gd name="connsiteY4857" fmla="*/ 1297705 h 6858000"/>
                <a:gd name="connsiteX4858" fmla="*/ 2818802 w 4379260"/>
                <a:gd name="connsiteY4858" fmla="*/ 1293896 h 6858000"/>
                <a:gd name="connsiteX4859" fmla="*/ 2819890 w 4379260"/>
                <a:gd name="connsiteY4859" fmla="*/ 1292264 h 6858000"/>
                <a:gd name="connsiteX4860" fmla="*/ 2820434 w 4379260"/>
                <a:gd name="connsiteY4860" fmla="*/ 1292264 h 6858000"/>
                <a:gd name="connsiteX4861" fmla="*/ 2820978 w 4379260"/>
                <a:gd name="connsiteY4861" fmla="*/ 1299882 h 6858000"/>
                <a:gd name="connsiteX4862" fmla="*/ 2820978 w 4379260"/>
                <a:gd name="connsiteY4862" fmla="*/ 1303691 h 6858000"/>
                <a:gd name="connsiteX4863" fmla="*/ 2817713 w 4379260"/>
                <a:gd name="connsiteY4863" fmla="*/ 1312942 h 6858000"/>
                <a:gd name="connsiteX4864" fmla="*/ 2817713 w 4379260"/>
                <a:gd name="connsiteY4864" fmla="*/ 1309677 h 6858000"/>
                <a:gd name="connsiteX4865" fmla="*/ 2818258 w 4379260"/>
                <a:gd name="connsiteY4865" fmla="*/ 1306956 h 6858000"/>
                <a:gd name="connsiteX4866" fmla="*/ 2818802 w 4379260"/>
                <a:gd name="connsiteY4866" fmla="*/ 1305324 h 6858000"/>
                <a:gd name="connsiteX4867" fmla="*/ 2816625 w 4379260"/>
                <a:gd name="connsiteY4867" fmla="*/ 1303691 h 6858000"/>
                <a:gd name="connsiteX4868" fmla="*/ 2816625 w 4379260"/>
                <a:gd name="connsiteY4868" fmla="*/ 1313486 h 6858000"/>
                <a:gd name="connsiteX4869" fmla="*/ 2816081 w 4379260"/>
                <a:gd name="connsiteY4869" fmla="*/ 1317839 h 6858000"/>
                <a:gd name="connsiteX4870" fmla="*/ 2819346 w 4379260"/>
                <a:gd name="connsiteY4870" fmla="*/ 1319472 h 6858000"/>
                <a:gd name="connsiteX4871" fmla="*/ 2818802 w 4379260"/>
                <a:gd name="connsiteY4871" fmla="*/ 1321104 h 6858000"/>
                <a:gd name="connsiteX4872" fmla="*/ 2818258 w 4379260"/>
                <a:gd name="connsiteY4872" fmla="*/ 1321104 h 6858000"/>
                <a:gd name="connsiteX4873" fmla="*/ 2817169 w 4379260"/>
                <a:gd name="connsiteY4873" fmla="*/ 1320016 h 6858000"/>
                <a:gd name="connsiteX4874" fmla="*/ 2815537 w 4379260"/>
                <a:gd name="connsiteY4874" fmla="*/ 1320016 h 6858000"/>
                <a:gd name="connsiteX4875" fmla="*/ 2814993 w 4379260"/>
                <a:gd name="connsiteY4875" fmla="*/ 1322192 h 6858000"/>
                <a:gd name="connsiteX4876" fmla="*/ 2816625 w 4379260"/>
                <a:gd name="connsiteY4876" fmla="*/ 1327090 h 6858000"/>
                <a:gd name="connsiteX4877" fmla="*/ 2818258 w 4379260"/>
                <a:gd name="connsiteY4877" fmla="*/ 1329266 h 6858000"/>
                <a:gd name="connsiteX4878" fmla="*/ 2819890 w 4379260"/>
                <a:gd name="connsiteY4878" fmla="*/ 1332531 h 6858000"/>
                <a:gd name="connsiteX4879" fmla="*/ 2817713 w 4379260"/>
                <a:gd name="connsiteY4879" fmla="*/ 1335796 h 6858000"/>
                <a:gd name="connsiteX4880" fmla="*/ 2818258 w 4379260"/>
                <a:gd name="connsiteY4880" fmla="*/ 1338517 h 6858000"/>
                <a:gd name="connsiteX4881" fmla="*/ 2818802 w 4379260"/>
                <a:gd name="connsiteY4881" fmla="*/ 1340694 h 6858000"/>
                <a:gd name="connsiteX4882" fmla="*/ 2818258 w 4379260"/>
                <a:gd name="connsiteY4882" fmla="*/ 1342870 h 6858000"/>
                <a:gd name="connsiteX4883" fmla="*/ 2814448 w 4379260"/>
                <a:gd name="connsiteY4883" fmla="*/ 1346135 h 6858000"/>
                <a:gd name="connsiteX4884" fmla="*/ 2817713 w 4379260"/>
                <a:gd name="connsiteY4884" fmla="*/ 1351032 h 6858000"/>
                <a:gd name="connsiteX4885" fmla="*/ 2817169 w 4379260"/>
                <a:gd name="connsiteY4885" fmla="*/ 1351032 h 6858000"/>
                <a:gd name="connsiteX4886" fmla="*/ 2815537 w 4379260"/>
                <a:gd name="connsiteY4886" fmla="*/ 1351577 h 6858000"/>
                <a:gd name="connsiteX4887" fmla="*/ 2814993 w 4379260"/>
                <a:gd name="connsiteY4887" fmla="*/ 1352665 h 6858000"/>
                <a:gd name="connsiteX4888" fmla="*/ 2814993 w 4379260"/>
                <a:gd name="connsiteY4888" fmla="*/ 1353753 h 6858000"/>
                <a:gd name="connsiteX4889" fmla="*/ 2812816 w 4379260"/>
                <a:gd name="connsiteY4889" fmla="*/ 1355930 h 6858000"/>
                <a:gd name="connsiteX4890" fmla="*/ 2811728 w 4379260"/>
                <a:gd name="connsiteY4890" fmla="*/ 1355386 h 6858000"/>
                <a:gd name="connsiteX4891" fmla="*/ 2807374 w 4379260"/>
                <a:gd name="connsiteY4891" fmla="*/ 1345047 h 6858000"/>
                <a:gd name="connsiteX4892" fmla="*/ 2807374 w 4379260"/>
                <a:gd name="connsiteY4892" fmla="*/ 1360283 h 6858000"/>
                <a:gd name="connsiteX4893" fmla="*/ 2811728 w 4379260"/>
                <a:gd name="connsiteY4893" fmla="*/ 1421228 h 6858000"/>
                <a:gd name="connsiteX4894" fmla="*/ 2838391 w 4379260"/>
                <a:gd name="connsiteY4894" fmla="*/ 1481085 h 6858000"/>
                <a:gd name="connsiteX4895" fmla="*/ 2838391 w 4379260"/>
                <a:gd name="connsiteY4895" fmla="*/ 1482717 h 6858000"/>
                <a:gd name="connsiteX4896" fmla="*/ 2843289 w 4379260"/>
                <a:gd name="connsiteY4896" fmla="*/ 1490880 h 6858000"/>
                <a:gd name="connsiteX4897" fmla="*/ 2845465 w 4379260"/>
                <a:gd name="connsiteY4897" fmla="*/ 1493056 h 6858000"/>
                <a:gd name="connsiteX4898" fmla="*/ 2847642 w 4379260"/>
                <a:gd name="connsiteY4898" fmla="*/ 1495233 h 6858000"/>
                <a:gd name="connsiteX4899" fmla="*/ 2850907 w 4379260"/>
                <a:gd name="connsiteY4899" fmla="*/ 1501219 h 6858000"/>
                <a:gd name="connsiteX4900" fmla="*/ 2855804 w 4379260"/>
                <a:gd name="connsiteY4900" fmla="*/ 1501219 h 6858000"/>
                <a:gd name="connsiteX4901" fmla="*/ 2860702 w 4379260"/>
                <a:gd name="connsiteY4901" fmla="*/ 1501763 h 6858000"/>
                <a:gd name="connsiteX4902" fmla="*/ 2865599 w 4379260"/>
                <a:gd name="connsiteY4902" fmla="*/ 1502307 h 6858000"/>
                <a:gd name="connsiteX4903" fmla="*/ 2868864 w 4379260"/>
                <a:gd name="connsiteY4903" fmla="*/ 1501763 h 6858000"/>
                <a:gd name="connsiteX4904" fmla="*/ 2868864 w 4379260"/>
                <a:gd name="connsiteY4904" fmla="*/ 1499042 h 6858000"/>
                <a:gd name="connsiteX4905" fmla="*/ 2890630 w 4379260"/>
                <a:gd name="connsiteY4905" fmla="*/ 1491968 h 6858000"/>
                <a:gd name="connsiteX4906" fmla="*/ 2891174 w 4379260"/>
                <a:gd name="connsiteY4906" fmla="*/ 1490880 h 6858000"/>
                <a:gd name="connsiteX4907" fmla="*/ 2891174 w 4379260"/>
                <a:gd name="connsiteY4907" fmla="*/ 1490336 h 6858000"/>
                <a:gd name="connsiteX4908" fmla="*/ 2891718 w 4379260"/>
                <a:gd name="connsiteY4908" fmla="*/ 1489247 h 6858000"/>
                <a:gd name="connsiteX4909" fmla="*/ 2891174 w 4379260"/>
                <a:gd name="connsiteY4909" fmla="*/ 1487615 h 6858000"/>
                <a:gd name="connsiteX4910" fmla="*/ 2897704 w 4379260"/>
                <a:gd name="connsiteY4910" fmla="*/ 1484894 h 6858000"/>
                <a:gd name="connsiteX4911" fmla="*/ 2899880 w 4379260"/>
                <a:gd name="connsiteY4911" fmla="*/ 1483262 h 6858000"/>
                <a:gd name="connsiteX4912" fmla="*/ 2902057 w 4379260"/>
                <a:gd name="connsiteY4912" fmla="*/ 1481085 h 6858000"/>
                <a:gd name="connsiteX4913" fmla="*/ 2911852 w 4379260"/>
                <a:gd name="connsiteY4913" fmla="*/ 1475643 h 6858000"/>
                <a:gd name="connsiteX4914" fmla="*/ 2910219 w 4379260"/>
                <a:gd name="connsiteY4914" fmla="*/ 1471834 h 6858000"/>
                <a:gd name="connsiteX4915" fmla="*/ 2912940 w 4379260"/>
                <a:gd name="connsiteY4915" fmla="*/ 1471290 h 6858000"/>
                <a:gd name="connsiteX4916" fmla="*/ 2914028 w 4379260"/>
                <a:gd name="connsiteY4916" fmla="*/ 1470746 h 6858000"/>
                <a:gd name="connsiteX4917" fmla="*/ 2915661 w 4379260"/>
                <a:gd name="connsiteY4917" fmla="*/ 1470746 h 6858000"/>
                <a:gd name="connsiteX4918" fmla="*/ 2920014 w 4379260"/>
                <a:gd name="connsiteY4918" fmla="*/ 1464216 h 6858000"/>
                <a:gd name="connsiteX4919" fmla="*/ 2924912 w 4379260"/>
                <a:gd name="connsiteY4919" fmla="*/ 1458230 h 6858000"/>
                <a:gd name="connsiteX4920" fmla="*/ 2929809 w 4379260"/>
                <a:gd name="connsiteY4920" fmla="*/ 1451701 h 6858000"/>
                <a:gd name="connsiteX4921" fmla="*/ 2934162 w 4379260"/>
                <a:gd name="connsiteY4921" fmla="*/ 1445171 h 6858000"/>
                <a:gd name="connsiteX4922" fmla="*/ 2938515 w 4379260"/>
                <a:gd name="connsiteY4922" fmla="*/ 1440818 h 6858000"/>
                <a:gd name="connsiteX4923" fmla="*/ 2942324 w 4379260"/>
                <a:gd name="connsiteY4923" fmla="*/ 1436464 h 6858000"/>
                <a:gd name="connsiteX4924" fmla="*/ 2947222 w 4379260"/>
                <a:gd name="connsiteY4924" fmla="*/ 1426125 h 6858000"/>
                <a:gd name="connsiteX4925" fmla="*/ 2955928 w 4379260"/>
                <a:gd name="connsiteY4925" fmla="*/ 1414698 h 6858000"/>
                <a:gd name="connsiteX4926" fmla="*/ 2959737 w 4379260"/>
                <a:gd name="connsiteY4926" fmla="*/ 1408713 h 6858000"/>
                <a:gd name="connsiteX4927" fmla="*/ 2965723 w 4379260"/>
                <a:gd name="connsiteY4927" fmla="*/ 1402727 h 6858000"/>
                <a:gd name="connsiteX4928" fmla="*/ 2965723 w 4379260"/>
                <a:gd name="connsiteY4928" fmla="*/ 1401094 h 6858000"/>
                <a:gd name="connsiteX4929" fmla="*/ 2966267 w 4379260"/>
                <a:gd name="connsiteY4929" fmla="*/ 1399462 h 6858000"/>
                <a:gd name="connsiteX4930" fmla="*/ 2966811 w 4379260"/>
                <a:gd name="connsiteY4930" fmla="*/ 1396741 h 6858000"/>
                <a:gd name="connsiteX4931" fmla="*/ 2966811 w 4379260"/>
                <a:gd name="connsiteY4931" fmla="*/ 1395653 h 6858000"/>
                <a:gd name="connsiteX4932" fmla="*/ 2973341 w 4379260"/>
                <a:gd name="connsiteY4932" fmla="*/ 1386947 h 6858000"/>
                <a:gd name="connsiteX4933" fmla="*/ 2977694 w 4379260"/>
                <a:gd name="connsiteY4933" fmla="*/ 1377152 h 6858000"/>
                <a:gd name="connsiteX4934" fmla="*/ 2989122 w 4379260"/>
                <a:gd name="connsiteY4934" fmla="*/ 1359739 h 6858000"/>
                <a:gd name="connsiteX4935" fmla="*/ 2990754 w 4379260"/>
                <a:gd name="connsiteY4935" fmla="*/ 1354297 h 6858000"/>
                <a:gd name="connsiteX4936" fmla="*/ 2992931 w 4379260"/>
                <a:gd name="connsiteY4936" fmla="*/ 1347223 h 6858000"/>
                <a:gd name="connsiteX4937" fmla="*/ 2995652 w 4379260"/>
                <a:gd name="connsiteY4937" fmla="*/ 1341238 h 6858000"/>
                <a:gd name="connsiteX4938" fmla="*/ 2998372 w 4379260"/>
                <a:gd name="connsiteY4938" fmla="*/ 1337429 h 6858000"/>
                <a:gd name="connsiteX4939" fmla="*/ 3000005 w 4379260"/>
                <a:gd name="connsiteY4939" fmla="*/ 1333075 h 6858000"/>
                <a:gd name="connsiteX4940" fmla="*/ 3002726 w 4379260"/>
                <a:gd name="connsiteY4940" fmla="*/ 1328722 h 6858000"/>
                <a:gd name="connsiteX4941" fmla="*/ 3003270 w 4379260"/>
                <a:gd name="connsiteY4941" fmla="*/ 1327090 h 6858000"/>
                <a:gd name="connsiteX4942" fmla="*/ 3010888 w 4379260"/>
                <a:gd name="connsiteY4942" fmla="*/ 1316207 h 6858000"/>
                <a:gd name="connsiteX4943" fmla="*/ 3010888 w 4379260"/>
                <a:gd name="connsiteY4943" fmla="*/ 1315662 h 6858000"/>
                <a:gd name="connsiteX4944" fmla="*/ 3011432 w 4379260"/>
                <a:gd name="connsiteY4944" fmla="*/ 1316207 h 6858000"/>
                <a:gd name="connsiteX4945" fmla="*/ 3011976 w 4379260"/>
                <a:gd name="connsiteY4945" fmla="*/ 1315118 h 6858000"/>
                <a:gd name="connsiteX4946" fmla="*/ 3021771 w 4379260"/>
                <a:gd name="connsiteY4946" fmla="*/ 1294985 h 6858000"/>
                <a:gd name="connsiteX4947" fmla="*/ 3031566 w 4379260"/>
                <a:gd name="connsiteY4947" fmla="*/ 1274307 h 6858000"/>
                <a:gd name="connsiteX4948" fmla="*/ 3052788 w 4379260"/>
                <a:gd name="connsiteY4948" fmla="*/ 1235672 h 6858000"/>
                <a:gd name="connsiteX4949" fmla="*/ 3053876 w 4379260"/>
                <a:gd name="connsiteY4949" fmla="*/ 1236760 h 6858000"/>
                <a:gd name="connsiteX4950" fmla="*/ 3055508 w 4379260"/>
                <a:gd name="connsiteY4950" fmla="*/ 1237849 h 6858000"/>
                <a:gd name="connsiteX4951" fmla="*/ 3053332 w 4379260"/>
                <a:gd name="connsiteY4951" fmla="*/ 1234584 h 6858000"/>
                <a:gd name="connsiteX4952" fmla="*/ 3052788 w 4379260"/>
                <a:gd name="connsiteY4952" fmla="*/ 1230775 h 6858000"/>
                <a:gd name="connsiteX4953" fmla="*/ 3053876 w 4379260"/>
                <a:gd name="connsiteY4953" fmla="*/ 1230775 h 6858000"/>
                <a:gd name="connsiteX4954" fmla="*/ 3058229 w 4379260"/>
                <a:gd name="connsiteY4954" fmla="*/ 1228598 h 6858000"/>
                <a:gd name="connsiteX4955" fmla="*/ 3059317 w 4379260"/>
                <a:gd name="connsiteY4955" fmla="*/ 1226421 h 6858000"/>
                <a:gd name="connsiteX4956" fmla="*/ 3062038 w 4379260"/>
                <a:gd name="connsiteY4956" fmla="*/ 1225333 h 6858000"/>
                <a:gd name="connsiteX4957" fmla="*/ 3065991 w 4379260"/>
                <a:gd name="connsiteY4957" fmla="*/ 1213969 h 6858000"/>
                <a:gd name="connsiteX4958" fmla="*/ 3069163 w 4379260"/>
                <a:gd name="connsiteY4958" fmla="*/ 1218803 h 6858000"/>
                <a:gd name="connsiteX4959" fmla="*/ 3075149 w 4379260"/>
                <a:gd name="connsiteY4959" fmla="*/ 1226421 h 6858000"/>
                <a:gd name="connsiteX4960" fmla="*/ 3080590 w 4379260"/>
                <a:gd name="connsiteY4960" fmla="*/ 1234040 h 6858000"/>
                <a:gd name="connsiteX4961" fmla="*/ 3088753 w 4379260"/>
                <a:gd name="connsiteY4961" fmla="*/ 1250364 h 6858000"/>
                <a:gd name="connsiteX4962" fmla="*/ 3089297 w 4379260"/>
                <a:gd name="connsiteY4962" fmla="*/ 1252541 h 6858000"/>
                <a:gd name="connsiteX4963" fmla="*/ 3099636 w 4379260"/>
                <a:gd name="connsiteY4963" fmla="*/ 1270498 h 6858000"/>
                <a:gd name="connsiteX4964" fmla="*/ 3094194 w 4379260"/>
                <a:gd name="connsiteY4964" fmla="*/ 1274851 h 6858000"/>
                <a:gd name="connsiteX4965" fmla="*/ 3080046 w 4379260"/>
                <a:gd name="connsiteY4965" fmla="*/ 1287911 h 6858000"/>
                <a:gd name="connsiteX4966" fmla="*/ 3078958 w 4379260"/>
                <a:gd name="connsiteY4966" fmla="*/ 1287367 h 6858000"/>
                <a:gd name="connsiteX4967" fmla="*/ 3076781 w 4379260"/>
                <a:gd name="connsiteY4967" fmla="*/ 1287911 h 6858000"/>
                <a:gd name="connsiteX4968" fmla="*/ 3074605 w 4379260"/>
                <a:gd name="connsiteY4968" fmla="*/ 1288455 h 6858000"/>
                <a:gd name="connsiteX4969" fmla="*/ 3072428 w 4379260"/>
                <a:gd name="connsiteY4969" fmla="*/ 1288455 h 6858000"/>
                <a:gd name="connsiteX4970" fmla="*/ 3063722 w 4379260"/>
                <a:gd name="connsiteY4970" fmla="*/ 1297705 h 6858000"/>
                <a:gd name="connsiteX4971" fmla="*/ 3054471 w 4379260"/>
                <a:gd name="connsiteY4971" fmla="*/ 1305324 h 6858000"/>
                <a:gd name="connsiteX4972" fmla="*/ 3038146 w 4379260"/>
                <a:gd name="connsiteY4972" fmla="*/ 1322736 h 6858000"/>
                <a:gd name="connsiteX4973" fmla="*/ 3034882 w 4379260"/>
                <a:gd name="connsiteY4973" fmla="*/ 1327090 h 6858000"/>
                <a:gd name="connsiteX4974" fmla="*/ 3018557 w 4379260"/>
                <a:gd name="connsiteY4974" fmla="*/ 1346135 h 6858000"/>
                <a:gd name="connsiteX4975" fmla="*/ 3008218 w 4379260"/>
                <a:gd name="connsiteY4975" fmla="*/ 1370622 h 6858000"/>
                <a:gd name="connsiteX4976" fmla="*/ 3005497 w 4379260"/>
                <a:gd name="connsiteY4976" fmla="*/ 1390211 h 6858000"/>
                <a:gd name="connsiteX4977" fmla="*/ 3006042 w 4379260"/>
                <a:gd name="connsiteY4977" fmla="*/ 1399462 h 6858000"/>
                <a:gd name="connsiteX4978" fmla="*/ 3006586 w 4379260"/>
                <a:gd name="connsiteY4978" fmla="*/ 1403271 h 6858000"/>
                <a:gd name="connsiteX4979" fmla="*/ 3007674 w 4379260"/>
                <a:gd name="connsiteY4979" fmla="*/ 1407080 h 6858000"/>
                <a:gd name="connsiteX4980" fmla="*/ 3010395 w 4379260"/>
                <a:gd name="connsiteY4980" fmla="*/ 1414698 h 6858000"/>
                <a:gd name="connsiteX4981" fmla="*/ 3012027 w 4379260"/>
                <a:gd name="connsiteY4981" fmla="*/ 1418507 h 6858000"/>
                <a:gd name="connsiteX4982" fmla="*/ 3014204 w 4379260"/>
                <a:gd name="connsiteY4982" fmla="*/ 1421772 h 6858000"/>
                <a:gd name="connsiteX4983" fmla="*/ 3016380 w 4379260"/>
                <a:gd name="connsiteY4983" fmla="*/ 1425037 h 6858000"/>
                <a:gd name="connsiteX4984" fmla="*/ 3019101 w 4379260"/>
                <a:gd name="connsiteY4984" fmla="*/ 1428302 h 6858000"/>
                <a:gd name="connsiteX4985" fmla="*/ 3022366 w 4379260"/>
                <a:gd name="connsiteY4985" fmla="*/ 1430479 h 6858000"/>
                <a:gd name="connsiteX4986" fmla="*/ 3023454 w 4379260"/>
                <a:gd name="connsiteY4986" fmla="*/ 1431023 h 6858000"/>
                <a:gd name="connsiteX4987" fmla="*/ 3026175 w 4379260"/>
                <a:gd name="connsiteY4987" fmla="*/ 1431023 h 6858000"/>
                <a:gd name="connsiteX4988" fmla="*/ 3028896 w 4379260"/>
                <a:gd name="connsiteY4988" fmla="*/ 1432111 h 6858000"/>
                <a:gd name="connsiteX4989" fmla="*/ 3038691 w 4379260"/>
                <a:gd name="connsiteY4989" fmla="*/ 1438097 h 6858000"/>
                <a:gd name="connsiteX4990" fmla="*/ 3050118 w 4379260"/>
                <a:gd name="connsiteY4990" fmla="*/ 1441362 h 6858000"/>
                <a:gd name="connsiteX4991" fmla="*/ 3058280 w 4379260"/>
                <a:gd name="connsiteY4991" fmla="*/ 1441906 h 6858000"/>
                <a:gd name="connsiteX4992" fmla="*/ 3073516 w 4379260"/>
                <a:gd name="connsiteY4992" fmla="*/ 1440273 h 6858000"/>
                <a:gd name="connsiteX4993" fmla="*/ 3095827 w 4379260"/>
                <a:gd name="connsiteY4993" fmla="*/ 1432655 h 6858000"/>
                <a:gd name="connsiteX4994" fmla="*/ 3105622 w 4379260"/>
                <a:gd name="connsiteY4994" fmla="*/ 1427214 h 6858000"/>
                <a:gd name="connsiteX4995" fmla="*/ 3114872 w 4379260"/>
                <a:gd name="connsiteY4995" fmla="*/ 1421772 h 6858000"/>
                <a:gd name="connsiteX4996" fmla="*/ 3120314 w 4379260"/>
                <a:gd name="connsiteY4996" fmla="*/ 1415242 h 6858000"/>
                <a:gd name="connsiteX4997" fmla="*/ 3131741 w 4379260"/>
                <a:gd name="connsiteY4997" fmla="*/ 1398374 h 6858000"/>
                <a:gd name="connsiteX4998" fmla="*/ 3138270 w 4379260"/>
                <a:gd name="connsiteY4998" fmla="*/ 1390211 h 6858000"/>
                <a:gd name="connsiteX4999" fmla="*/ 3143168 w 4379260"/>
                <a:gd name="connsiteY4999" fmla="*/ 1383137 h 6858000"/>
                <a:gd name="connsiteX5000" fmla="*/ 3145344 w 4379260"/>
                <a:gd name="connsiteY5000" fmla="*/ 1378784 h 6858000"/>
                <a:gd name="connsiteX5001" fmla="*/ 3149154 w 4379260"/>
                <a:gd name="connsiteY5001" fmla="*/ 1366813 h 6858000"/>
                <a:gd name="connsiteX5002" fmla="*/ 3152418 w 4379260"/>
                <a:gd name="connsiteY5002" fmla="*/ 1354297 h 6858000"/>
                <a:gd name="connsiteX5003" fmla="*/ 3156772 w 4379260"/>
                <a:gd name="connsiteY5003" fmla="*/ 1327090 h 6858000"/>
                <a:gd name="connsiteX5004" fmla="*/ 3157316 w 4379260"/>
                <a:gd name="connsiteY5004" fmla="*/ 1316207 h 6858000"/>
                <a:gd name="connsiteX5005" fmla="*/ 3154051 w 4379260"/>
                <a:gd name="connsiteY5005" fmla="*/ 1288999 h 6858000"/>
                <a:gd name="connsiteX5006" fmla="*/ 3202481 w 4379260"/>
                <a:gd name="connsiteY5006" fmla="*/ 1258526 h 6858000"/>
                <a:gd name="connsiteX5007" fmla="*/ 3204658 w 4379260"/>
                <a:gd name="connsiteY5007" fmla="*/ 1256894 h 6858000"/>
                <a:gd name="connsiteX5008" fmla="*/ 3250910 w 4379260"/>
                <a:gd name="connsiteY5008" fmla="*/ 1221524 h 6858000"/>
                <a:gd name="connsiteX5009" fmla="*/ 3262882 w 4379260"/>
                <a:gd name="connsiteY5009" fmla="*/ 1212818 h 6858000"/>
                <a:gd name="connsiteX5010" fmla="*/ 3275397 w 4379260"/>
                <a:gd name="connsiteY5010" fmla="*/ 1204111 h 6858000"/>
                <a:gd name="connsiteX5011" fmla="*/ 3299340 w 4379260"/>
                <a:gd name="connsiteY5011" fmla="*/ 1184522 h 6858000"/>
                <a:gd name="connsiteX5012" fmla="*/ 3314032 w 4379260"/>
                <a:gd name="connsiteY5012" fmla="*/ 1172550 h 6858000"/>
                <a:gd name="connsiteX5013" fmla="*/ 3314576 w 4379260"/>
                <a:gd name="connsiteY5013" fmla="*/ 1172550 h 6858000"/>
                <a:gd name="connsiteX5014" fmla="*/ 3318385 w 4379260"/>
                <a:gd name="connsiteY5014" fmla="*/ 1166020 h 6858000"/>
                <a:gd name="connsiteX5015" fmla="*/ 3320834 w 4379260"/>
                <a:gd name="connsiteY5015" fmla="*/ 1151328 h 6858000"/>
                <a:gd name="connsiteX5016" fmla="*/ 3317841 w 4379260"/>
                <a:gd name="connsiteY5016" fmla="*/ 1132283 h 6858000"/>
                <a:gd name="connsiteX5017" fmla="*/ 3306414 w 4379260"/>
                <a:gd name="connsiteY5017" fmla="*/ 1124121 h 6858000"/>
                <a:gd name="connsiteX5018" fmla="*/ 3297164 w 4379260"/>
                <a:gd name="connsiteY5018" fmla="*/ 1128474 h 6858000"/>
                <a:gd name="connsiteX5019" fmla="*/ 3296619 w 4379260"/>
                <a:gd name="connsiteY5019" fmla="*/ 1129562 h 6858000"/>
                <a:gd name="connsiteX5020" fmla="*/ 3293898 w 4379260"/>
                <a:gd name="connsiteY5020" fmla="*/ 1129562 h 6858000"/>
                <a:gd name="connsiteX5021" fmla="*/ 3269412 w 4379260"/>
                <a:gd name="connsiteY5021" fmla="*/ 1144798 h 6858000"/>
                <a:gd name="connsiteX5022" fmla="*/ 3266691 w 4379260"/>
                <a:gd name="connsiteY5022" fmla="*/ 1147519 h 6858000"/>
                <a:gd name="connsiteX5023" fmla="*/ 3256352 w 4379260"/>
                <a:gd name="connsiteY5023" fmla="*/ 1156770 h 6858000"/>
                <a:gd name="connsiteX5024" fmla="*/ 3244925 w 4379260"/>
                <a:gd name="connsiteY5024" fmla="*/ 1164932 h 6858000"/>
                <a:gd name="connsiteX5025" fmla="*/ 3244925 w 4379260"/>
                <a:gd name="connsiteY5025" fmla="*/ 1165476 h 6858000"/>
                <a:gd name="connsiteX5026" fmla="*/ 3243836 w 4379260"/>
                <a:gd name="connsiteY5026" fmla="*/ 1166565 h 6858000"/>
                <a:gd name="connsiteX5027" fmla="*/ 3246013 w 4379260"/>
                <a:gd name="connsiteY5027" fmla="*/ 1165476 h 6858000"/>
                <a:gd name="connsiteX5028" fmla="*/ 3248734 w 4379260"/>
                <a:gd name="connsiteY5028" fmla="*/ 1163844 h 6858000"/>
                <a:gd name="connsiteX5029" fmla="*/ 3248734 w 4379260"/>
                <a:gd name="connsiteY5029" fmla="*/ 1164932 h 6858000"/>
                <a:gd name="connsiteX5030" fmla="*/ 3246013 w 4379260"/>
                <a:gd name="connsiteY5030" fmla="*/ 1168741 h 6858000"/>
                <a:gd name="connsiteX5031" fmla="*/ 3243292 w 4379260"/>
                <a:gd name="connsiteY5031" fmla="*/ 1169830 h 6858000"/>
                <a:gd name="connsiteX5032" fmla="*/ 3241660 w 4379260"/>
                <a:gd name="connsiteY5032" fmla="*/ 1170918 h 6858000"/>
                <a:gd name="connsiteX5033" fmla="*/ 3241116 w 4379260"/>
                <a:gd name="connsiteY5033" fmla="*/ 1169285 h 6858000"/>
                <a:gd name="connsiteX5034" fmla="*/ 3234042 w 4379260"/>
                <a:gd name="connsiteY5034" fmla="*/ 1174727 h 6858000"/>
                <a:gd name="connsiteX5035" fmla="*/ 3236762 w 4379260"/>
                <a:gd name="connsiteY5035" fmla="*/ 1174727 h 6858000"/>
                <a:gd name="connsiteX5036" fmla="*/ 3215540 w 4379260"/>
                <a:gd name="connsiteY5036" fmla="*/ 1191052 h 6858000"/>
                <a:gd name="connsiteX5037" fmla="*/ 3210643 w 4379260"/>
                <a:gd name="connsiteY5037" fmla="*/ 1194861 h 6858000"/>
                <a:gd name="connsiteX5038" fmla="*/ 3205202 w 4379260"/>
                <a:gd name="connsiteY5038" fmla="*/ 1198126 h 6858000"/>
                <a:gd name="connsiteX5039" fmla="*/ 3193774 w 4379260"/>
                <a:gd name="connsiteY5039" fmla="*/ 1206832 h 6858000"/>
                <a:gd name="connsiteX5040" fmla="*/ 3193774 w 4379260"/>
                <a:gd name="connsiteY5040" fmla="*/ 1207920 h 6858000"/>
                <a:gd name="connsiteX5041" fmla="*/ 3194318 w 4379260"/>
                <a:gd name="connsiteY5041" fmla="*/ 1207920 h 6858000"/>
                <a:gd name="connsiteX5042" fmla="*/ 3195407 w 4379260"/>
                <a:gd name="connsiteY5042" fmla="*/ 1208464 h 6858000"/>
                <a:gd name="connsiteX5043" fmla="*/ 3194863 w 4379260"/>
                <a:gd name="connsiteY5043" fmla="*/ 1209009 h 6858000"/>
                <a:gd name="connsiteX5044" fmla="*/ 3169832 w 4379260"/>
                <a:gd name="connsiteY5044" fmla="*/ 1223157 h 6858000"/>
                <a:gd name="connsiteX5045" fmla="*/ 3157316 w 4379260"/>
                <a:gd name="connsiteY5045" fmla="*/ 1231319 h 6858000"/>
                <a:gd name="connsiteX5046" fmla="*/ 3144800 w 4379260"/>
                <a:gd name="connsiteY5046" fmla="*/ 1238393 h 6858000"/>
                <a:gd name="connsiteX5047" fmla="*/ 3140992 w 4379260"/>
                <a:gd name="connsiteY5047" fmla="*/ 1240569 h 6858000"/>
                <a:gd name="connsiteX5048" fmla="*/ 3138815 w 4379260"/>
                <a:gd name="connsiteY5048" fmla="*/ 1242746 h 6858000"/>
                <a:gd name="connsiteX5049" fmla="*/ 3130652 w 4379260"/>
                <a:gd name="connsiteY5049" fmla="*/ 1229686 h 6858000"/>
                <a:gd name="connsiteX5050" fmla="*/ 3127932 w 4379260"/>
                <a:gd name="connsiteY5050" fmla="*/ 1222068 h 6858000"/>
                <a:gd name="connsiteX5051" fmla="*/ 3127932 w 4379260"/>
                <a:gd name="connsiteY5051" fmla="*/ 1220436 h 6858000"/>
                <a:gd name="connsiteX5052" fmla="*/ 3127388 w 4379260"/>
                <a:gd name="connsiteY5052" fmla="*/ 1217715 h 6858000"/>
                <a:gd name="connsiteX5053" fmla="*/ 3126844 w 4379260"/>
                <a:gd name="connsiteY5053" fmla="*/ 1214994 h 6858000"/>
                <a:gd name="connsiteX5054" fmla="*/ 3124123 w 4379260"/>
                <a:gd name="connsiteY5054" fmla="*/ 1216627 h 6858000"/>
                <a:gd name="connsiteX5055" fmla="*/ 3121946 w 4379260"/>
                <a:gd name="connsiteY5055" fmla="*/ 1215538 h 6858000"/>
                <a:gd name="connsiteX5056" fmla="*/ 3116504 w 4379260"/>
                <a:gd name="connsiteY5056" fmla="*/ 1205199 h 6858000"/>
                <a:gd name="connsiteX5057" fmla="*/ 3109975 w 4379260"/>
                <a:gd name="connsiteY5057" fmla="*/ 1195949 h 6858000"/>
                <a:gd name="connsiteX5058" fmla="*/ 3101268 w 4379260"/>
                <a:gd name="connsiteY5058" fmla="*/ 1177992 h 6858000"/>
                <a:gd name="connsiteX5059" fmla="*/ 3099092 w 4379260"/>
                <a:gd name="connsiteY5059" fmla="*/ 1173094 h 6858000"/>
                <a:gd name="connsiteX5060" fmla="*/ 3090929 w 4379260"/>
                <a:gd name="connsiteY5060" fmla="*/ 1149152 h 6858000"/>
                <a:gd name="connsiteX5061" fmla="*/ 3090929 w 4379260"/>
                <a:gd name="connsiteY5061" fmla="*/ 1145887 h 6858000"/>
                <a:gd name="connsiteX5062" fmla="*/ 3093650 w 4379260"/>
                <a:gd name="connsiteY5062" fmla="*/ 1133371 h 6858000"/>
                <a:gd name="connsiteX5063" fmla="*/ 3094738 w 4379260"/>
                <a:gd name="connsiteY5063" fmla="*/ 1126841 h 6858000"/>
                <a:gd name="connsiteX5064" fmla="*/ 3096371 w 4379260"/>
                <a:gd name="connsiteY5064" fmla="*/ 1119767 h 6858000"/>
                <a:gd name="connsiteX5065" fmla="*/ 3100180 w 4379260"/>
                <a:gd name="connsiteY5065" fmla="*/ 1115414 h 6858000"/>
                <a:gd name="connsiteX5066" fmla="*/ 3113240 w 4379260"/>
                <a:gd name="connsiteY5066" fmla="*/ 1106164 h 6858000"/>
                <a:gd name="connsiteX5067" fmla="*/ 3123578 w 4379260"/>
                <a:gd name="connsiteY5067" fmla="*/ 1094192 h 6858000"/>
                <a:gd name="connsiteX5068" fmla="*/ 3126844 w 4379260"/>
                <a:gd name="connsiteY5068" fmla="*/ 1092016 h 6858000"/>
                <a:gd name="connsiteX5069" fmla="*/ 3136638 w 4379260"/>
                <a:gd name="connsiteY5069" fmla="*/ 1087662 h 6858000"/>
                <a:gd name="connsiteX5070" fmla="*/ 3145889 w 4379260"/>
                <a:gd name="connsiteY5070" fmla="*/ 1082765 h 6858000"/>
                <a:gd name="connsiteX5071" fmla="*/ 3163846 w 4379260"/>
                <a:gd name="connsiteY5071" fmla="*/ 1075691 h 6858000"/>
                <a:gd name="connsiteX5072" fmla="*/ 3171464 w 4379260"/>
                <a:gd name="connsiteY5072" fmla="*/ 1073514 h 6858000"/>
                <a:gd name="connsiteX5073" fmla="*/ 3173640 w 4379260"/>
                <a:gd name="connsiteY5073" fmla="*/ 1072970 h 6858000"/>
                <a:gd name="connsiteX5074" fmla="*/ 3175273 w 4379260"/>
                <a:gd name="connsiteY5074" fmla="*/ 1073514 h 6858000"/>
                <a:gd name="connsiteX5075" fmla="*/ 3176361 w 4379260"/>
                <a:gd name="connsiteY5075" fmla="*/ 1074603 h 6858000"/>
                <a:gd name="connsiteX5076" fmla="*/ 3176906 w 4379260"/>
                <a:gd name="connsiteY5076" fmla="*/ 1075147 h 6858000"/>
                <a:gd name="connsiteX5077" fmla="*/ 3176361 w 4379260"/>
                <a:gd name="connsiteY5077" fmla="*/ 1076235 h 6858000"/>
                <a:gd name="connsiteX5078" fmla="*/ 3179082 w 4379260"/>
                <a:gd name="connsiteY5078" fmla="*/ 1075691 h 6858000"/>
                <a:gd name="connsiteX5079" fmla="*/ 3179626 w 4379260"/>
                <a:gd name="connsiteY5079" fmla="*/ 1075691 h 6858000"/>
                <a:gd name="connsiteX5080" fmla="*/ 3179626 w 4379260"/>
                <a:gd name="connsiteY5080" fmla="*/ 1076235 h 6858000"/>
                <a:gd name="connsiteX5081" fmla="*/ 3177994 w 4379260"/>
                <a:gd name="connsiteY5081" fmla="*/ 1078956 h 6858000"/>
                <a:gd name="connsiteX5082" fmla="*/ 3177994 w 4379260"/>
                <a:gd name="connsiteY5082" fmla="*/ 1080044 h 6858000"/>
                <a:gd name="connsiteX5083" fmla="*/ 3177450 w 4379260"/>
                <a:gd name="connsiteY5083" fmla="*/ 1082221 h 6858000"/>
                <a:gd name="connsiteX5084" fmla="*/ 3175817 w 4379260"/>
                <a:gd name="connsiteY5084" fmla="*/ 1087118 h 6858000"/>
                <a:gd name="connsiteX5085" fmla="*/ 3173640 w 4379260"/>
                <a:gd name="connsiteY5085" fmla="*/ 1092560 h 6858000"/>
                <a:gd name="connsiteX5086" fmla="*/ 3172008 w 4379260"/>
                <a:gd name="connsiteY5086" fmla="*/ 1098545 h 6858000"/>
                <a:gd name="connsiteX5087" fmla="*/ 3171464 w 4379260"/>
                <a:gd name="connsiteY5087" fmla="*/ 1102355 h 6858000"/>
                <a:gd name="connsiteX5088" fmla="*/ 3172008 w 4379260"/>
                <a:gd name="connsiteY5088" fmla="*/ 1106164 h 6858000"/>
                <a:gd name="connsiteX5089" fmla="*/ 3175817 w 4379260"/>
                <a:gd name="connsiteY5089" fmla="*/ 1112693 h 6858000"/>
                <a:gd name="connsiteX5090" fmla="*/ 3179626 w 4379260"/>
                <a:gd name="connsiteY5090" fmla="*/ 1118679 h 6858000"/>
                <a:gd name="connsiteX5091" fmla="*/ 3186156 w 4379260"/>
                <a:gd name="connsiteY5091" fmla="*/ 1131195 h 6858000"/>
                <a:gd name="connsiteX5092" fmla="*/ 3191054 w 4379260"/>
                <a:gd name="connsiteY5092" fmla="*/ 1136092 h 6858000"/>
                <a:gd name="connsiteX5093" fmla="*/ 3193230 w 4379260"/>
                <a:gd name="connsiteY5093" fmla="*/ 1138269 h 6858000"/>
                <a:gd name="connsiteX5094" fmla="*/ 3200304 w 4379260"/>
                <a:gd name="connsiteY5094" fmla="*/ 1140989 h 6858000"/>
                <a:gd name="connsiteX5095" fmla="*/ 3202481 w 4379260"/>
                <a:gd name="connsiteY5095" fmla="*/ 1140989 h 6858000"/>
                <a:gd name="connsiteX5096" fmla="*/ 3210643 w 4379260"/>
                <a:gd name="connsiteY5096" fmla="*/ 1134460 h 6858000"/>
                <a:gd name="connsiteX5097" fmla="*/ 3213908 w 4379260"/>
                <a:gd name="connsiteY5097" fmla="*/ 1127386 h 6858000"/>
                <a:gd name="connsiteX5098" fmla="*/ 3217717 w 4379260"/>
                <a:gd name="connsiteY5098" fmla="*/ 1119223 h 6858000"/>
                <a:gd name="connsiteX5099" fmla="*/ 3226424 w 4379260"/>
                <a:gd name="connsiteY5099" fmla="*/ 1100178 h 6858000"/>
                <a:gd name="connsiteX5100" fmla="*/ 3232409 w 4379260"/>
                <a:gd name="connsiteY5100" fmla="*/ 1072426 h 6858000"/>
                <a:gd name="connsiteX5101" fmla="*/ 3226968 w 4379260"/>
                <a:gd name="connsiteY5101" fmla="*/ 1046851 h 6858000"/>
                <a:gd name="connsiteX5102" fmla="*/ 3220982 w 4379260"/>
                <a:gd name="connsiteY5102" fmla="*/ 1038689 h 6858000"/>
                <a:gd name="connsiteX5103" fmla="*/ 3216629 w 4379260"/>
                <a:gd name="connsiteY5103" fmla="*/ 1035968 h 6858000"/>
                <a:gd name="connsiteX5104" fmla="*/ 3212276 w 4379260"/>
                <a:gd name="connsiteY5104" fmla="*/ 1033247 h 6858000"/>
                <a:gd name="connsiteX5105" fmla="*/ 3206290 w 4379260"/>
                <a:gd name="connsiteY5105" fmla="*/ 1029982 h 6858000"/>
                <a:gd name="connsiteX5106" fmla="*/ 3187244 w 4379260"/>
                <a:gd name="connsiteY5106" fmla="*/ 1023452 h 6858000"/>
                <a:gd name="connsiteX5107" fmla="*/ 3176906 w 4379260"/>
                <a:gd name="connsiteY5107" fmla="*/ 1022364 h 6858000"/>
                <a:gd name="connsiteX5108" fmla="*/ 3166022 w 4379260"/>
                <a:gd name="connsiteY5108" fmla="*/ 1023452 h 6858000"/>
                <a:gd name="connsiteX5109" fmla="*/ 3136638 w 4379260"/>
                <a:gd name="connsiteY5109" fmla="*/ 1031615 h 6858000"/>
                <a:gd name="connsiteX5110" fmla="*/ 3087664 w 4379260"/>
                <a:gd name="connsiteY5110" fmla="*/ 1060999 h 6858000"/>
                <a:gd name="connsiteX5111" fmla="*/ 3066442 w 4379260"/>
                <a:gd name="connsiteY5111" fmla="*/ 1081677 h 6858000"/>
                <a:gd name="connsiteX5112" fmla="*/ 3049030 w 4379260"/>
                <a:gd name="connsiteY5112" fmla="*/ 1110517 h 6858000"/>
                <a:gd name="connsiteX5113" fmla="*/ 3043588 w 4379260"/>
                <a:gd name="connsiteY5113" fmla="*/ 1140989 h 6858000"/>
                <a:gd name="connsiteX5114" fmla="*/ 3043588 w 4379260"/>
                <a:gd name="connsiteY5114" fmla="*/ 1144254 h 6858000"/>
                <a:gd name="connsiteX5115" fmla="*/ 3045840 w 4379260"/>
                <a:gd name="connsiteY5115" fmla="*/ 1157087 h 6858000"/>
                <a:gd name="connsiteX5116" fmla="*/ 3045714 w 4379260"/>
                <a:gd name="connsiteY5116" fmla="*/ 1157314 h 6858000"/>
                <a:gd name="connsiteX5117" fmla="*/ 3042993 w 4379260"/>
                <a:gd name="connsiteY5117" fmla="*/ 1161667 h 6858000"/>
                <a:gd name="connsiteX5118" fmla="*/ 3039728 w 4379260"/>
                <a:gd name="connsiteY5118" fmla="*/ 1166565 h 6858000"/>
                <a:gd name="connsiteX5119" fmla="*/ 3031021 w 4379260"/>
                <a:gd name="connsiteY5119" fmla="*/ 1184522 h 6858000"/>
                <a:gd name="connsiteX5120" fmla="*/ 3019050 w 4379260"/>
                <a:gd name="connsiteY5120" fmla="*/ 1204111 h 6858000"/>
                <a:gd name="connsiteX5121" fmla="*/ 3011976 w 4379260"/>
                <a:gd name="connsiteY5121" fmla="*/ 1227510 h 6858000"/>
                <a:gd name="connsiteX5122" fmla="*/ 2975518 w 4379260"/>
                <a:gd name="connsiteY5122" fmla="*/ 1305324 h 6858000"/>
                <a:gd name="connsiteX5123" fmla="*/ 2974974 w 4379260"/>
                <a:gd name="connsiteY5123" fmla="*/ 1305324 h 6858000"/>
                <a:gd name="connsiteX5124" fmla="*/ 2972797 w 4379260"/>
                <a:gd name="connsiteY5124" fmla="*/ 1306956 h 6858000"/>
                <a:gd name="connsiteX5125" fmla="*/ 2972253 w 4379260"/>
                <a:gd name="connsiteY5125" fmla="*/ 1308589 h 6858000"/>
                <a:gd name="connsiteX5126" fmla="*/ 2971164 w 4379260"/>
                <a:gd name="connsiteY5126" fmla="*/ 1309677 h 6858000"/>
                <a:gd name="connsiteX5127" fmla="*/ 2971164 w 4379260"/>
                <a:gd name="connsiteY5127" fmla="*/ 1310221 h 6858000"/>
                <a:gd name="connsiteX5128" fmla="*/ 2971709 w 4379260"/>
                <a:gd name="connsiteY5128" fmla="*/ 1310765 h 6858000"/>
                <a:gd name="connsiteX5129" fmla="*/ 2972253 w 4379260"/>
                <a:gd name="connsiteY5129" fmla="*/ 1311309 h 6858000"/>
                <a:gd name="connsiteX5130" fmla="*/ 2973885 w 4379260"/>
                <a:gd name="connsiteY5130" fmla="*/ 1312942 h 6858000"/>
                <a:gd name="connsiteX5131" fmla="*/ 2970076 w 4379260"/>
                <a:gd name="connsiteY5131" fmla="*/ 1312398 h 6858000"/>
                <a:gd name="connsiteX5132" fmla="*/ 2967356 w 4379260"/>
                <a:gd name="connsiteY5132" fmla="*/ 1319472 h 6858000"/>
                <a:gd name="connsiteX5133" fmla="*/ 2966811 w 4379260"/>
                <a:gd name="connsiteY5133" fmla="*/ 1320560 h 6858000"/>
                <a:gd name="connsiteX5134" fmla="*/ 2967356 w 4379260"/>
                <a:gd name="connsiteY5134" fmla="*/ 1320560 h 6858000"/>
                <a:gd name="connsiteX5135" fmla="*/ 2966811 w 4379260"/>
                <a:gd name="connsiteY5135" fmla="*/ 1321104 h 6858000"/>
                <a:gd name="connsiteX5136" fmla="*/ 2966267 w 4379260"/>
                <a:gd name="connsiteY5136" fmla="*/ 1324913 h 6858000"/>
                <a:gd name="connsiteX5137" fmla="*/ 2964635 w 4379260"/>
                <a:gd name="connsiteY5137" fmla="*/ 1327634 h 6858000"/>
                <a:gd name="connsiteX5138" fmla="*/ 2964090 w 4379260"/>
                <a:gd name="connsiteY5138" fmla="*/ 1328722 h 6858000"/>
                <a:gd name="connsiteX5139" fmla="*/ 2964090 w 4379260"/>
                <a:gd name="connsiteY5139" fmla="*/ 1329810 h 6858000"/>
                <a:gd name="connsiteX5140" fmla="*/ 2955928 w 4379260"/>
                <a:gd name="connsiteY5140" fmla="*/ 1344503 h 6858000"/>
                <a:gd name="connsiteX5141" fmla="*/ 2951575 w 4379260"/>
                <a:gd name="connsiteY5141" fmla="*/ 1353209 h 6858000"/>
                <a:gd name="connsiteX5142" fmla="*/ 2947222 w 4379260"/>
                <a:gd name="connsiteY5142" fmla="*/ 1360827 h 6858000"/>
                <a:gd name="connsiteX5143" fmla="*/ 2947766 w 4379260"/>
                <a:gd name="connsiteY5143" fmla="*/ 1360827 h 6858000"/>
                <a:gd name="connsiteX5144" fmla="*/ 2952119 w 4379260"/>
                <a:gd name="connsiteY5144" fmla="*/ 1358106 h 6858000"/>
                <a:gd name="connsiteX5145" fmla="*/ 2953752 w 4379260"/>
                <a:gd name="connsiteY5145" fmla="*/ 1355386 h 6858000"/>
                <a:gd name="connsiteX5146" fmla="*/ 2955928 w 4379260"/>
                <a:gd name="connsiteY5146" fmla="*/ 1353209 h 6858000"/>
                <a:gd name="connsiteX5147" fmla="*/ 2956472 w 4379260"/>
                <a:gd name="connsiteY5147" fmla="*/ 1354841 h 6858000"/>
                <a:gd name="connsiteX5148" fmla="*/ 2954840 w 4379260"/>
                <a:gd name="connsiteY5148" fmla="*/ 1358651 h 6858000"/>
                <a:gd name="connsiteX5149" fmla="*/ 2952663 w 4379260"/>
                <a:gd name="connsiteY5149" fmla="*/ 1361371 h 6858000"/>
                <a:gd name="connsiteX5150" fmla="*/ 2952663 w 4379260"/>
                <a:gd name="connsiteY5150" fmla="*/ 1365180 h 6858000"/>
                <a:gd name="connsiteX5151" fmla="*/ 2961370 w 4379260"/>
                <a:gd name="connsiteY5151" fmla="*/ 1348312 h 6858000"/>
                <a:gd name="connsiteX5152" fmla="*/ 2965723 w 4379260"/>
                <a:gd name="connsiteY5152" fmla="*/ 1349400 h 6858000"/>
                <a:gd name="connsiteX5153" fmla="*/ 2965179 w 4379260"/>
                <a:gd name="connsiteY5153" fmla="*/ 1347768 h 6858000"/>
                <a:gd name="connsiteX5154" fmla="*/ 2964090 w 4379260"/>
                <a:gd name="connsiteY5154" fmla="*/ 1347223 h 6858000"/>
                <a:gd name="connsiteX5155" fmla="*/ 2963002 w 4379260"/>
                <a:gd name="connsiteY5155" fmla="*/ 1345047 h 6858000"/>
                <a:gd name="connsiteX5156" fmla="*/ 2966811 w 4379260"/>
                <a:gd name="connsiteY5156" fmla="*/ 1342326 h 6858000"/>
                <a:gd name="connsiteX5157" fmla="*/ 2967356 w 4379260"/>
                <a:gd name="connsiteY5157" fmla="*/ 1340149 h 6858000"/>
                <a:gd name="connsiteX5158" fmla="*/ 2968444 w 4379260"/>
                <a:gd name="connsiteY5158" fmla="*/ 1337973 h 6858000"/>
                <a:gd name="connsiteX5159" fmla="*/ 2976062 w 4379260"/>
                <a:gd name="connsiteY5159" fmla="*/ 1333075 h 6858000"/>
                <a:gd name="connsiteX5160" fmla="*/ 2976606 w 4379260"/>
                <a:gd name="connsiteY5160" fmla="*/ 1333075 h 6858000"/>
                <a:gd name="connsiteX5161" fmla="*/ 2976062 w 4379260"/>
                <a:gd name="connsiteY5161" fmla="*/ 1333620 h 6858000"/>
                <a:gd name="connsiteX5162" fmla="*/ 2976606 w 4379260"/>
                <a:gd name="connsiteY5162" fmla="*/ 1333620 h 6858000"/>
                <a:gd name="connsiteX5163" fmla="*/ 2978238 w 4379260"/>
                <a:gd name="connsiteY5163" fmla="*/ 1333075 h 6858000"/>
                <a:gd name="connsiteX5164" fmla="*/ 2979327 w 4379260"/>
                <a:gd name="connsiteY5164" fmla="*/ 1332531 h 6858000"/>
                <a:gd name="connsiteX5165" fmla="*/ 2979327 w 4379260"/>
                <a:gd name="connsiteY5165" fmla="*/ 1331443 h 6858000"/>
                <a:gd name="connsiteX5166" fmla="*/ 2980415 w 4379260"/>
                <a:gd name="connsiteY5166" fmla="*/ 1330899 h 6858000"/>
                <a:gd name="connsiteX5167" fmla="*/ 2982592 w 4379260"/>
                <a:gd name="connsiteY5167" fmla="*/ 1331443 h 6858000"/>
                <a:gd name="connsiteX5168" fmla="*/ 2982048 w 4379260"/>
                <a:gd name="connsiteY5168" fmla="*/ 1333620 h 6858000"/>
                <a:gd name="connsiteX5169" fmla="*/ 2980959 w 4379260"/>
                <a:gd name="connsiteY5169" fmla="*/ 1336340 h 6858000"/>
                <a:gd name="connsiteX5170" fmla="*/ 2976606 w 4379260"/>
                <a:gd name="connsiteY5170" fmla="*/ 1340149 h 6858000"/>
                <a:gd name="connsiteX5171" fmla="*/ 2975518 w 4379260"/>
                <a:gd name="connsiteY5171" fmla="*/ 1337429 h 6858000"/>
                <a:gd name="connsiteX5172" fmla="*/ 2974430 w 4379260"/>
                <a:gd name="connsiteY5172" fmla="*/ 1339061 h 6858000"/>
                <a:gd name="connsiteX5173" fmla="*/ 2974974 w 4379260"/>
                <a:gd name="connsiteY5173" fmla="*/ 1340149 h 6858000"/>
                <a:gd name="connsiteX5174" fmla="*/ 2976606 w 4379260"/>
                <a:gd name="connsiteY5174" fmla="*/ 1341782 h 6858000"/>
                <a:gd name="connsiteX5175" fmla="*/ 2978238 w 4379260"/>
                <a:gd name="connsiteY5175" fmla="*/ 1343958 h 6858000"/>
                <a:gd name="connsiteX5176" fmla="*/ 2977150 w 4379260"/>
                <a:gd name="connsiteY5176" fmla="*/ 1343958 h 6858000"/>
                <a:gd name="connsiteX5177" fmla="*/ 2974974 w 4379260"/>
                <a:gd name="connsiteY5177" fmla="*/ 1345047 h 6858000"/>
                <a:gd name="connsiteX5178" fmla="*/ 2973885 w 4379260"/>
                <a:gd name="connsiteY5178" fmla="*/ 1345591 h 6858000"/>
                <a:gd name="connsiteX5179" fmla="*/ 2972797 w 4379260"/>
                <a:gd name="connsiteY5179" fmla="*/ 1346135 h 6858000"/>
                <a:gd name="connsiteX5180" fmla="*/ 2964090 w 4379260"/>
                <a:gd name="connsiteY5180" fmla="*/ 1366269 h 6858000"/>
                <a:gd name="connsiteX5181" fmla="*/ 2961370 w 4379260"/>
                <a:gd name="connsiteY5181" fmla="*/ 1370622 h 6858000"/>
                <a:gd name="connsiteX5182" fmla="*/ 2958649 w 4379260"/>
                <a:gd name="connsiteY5182" fmla="*/ 1374975 h 6858000"/>
                <a:gd name="connsiteX5183" fmla="*/ 2955384 w 4379260"/>
                <a:gd name="connsiteY5183" fmla="*/ 1385314 h 6858000"/>
                <a:gd name="connsiteX5184" fmla="*/ 2951575 w 4379260"/>
                <a:gd name="connsiteY5184" fmla="*/ 1386947 h 6858000"/>
                <a:gd name="connsiteX5185" fmla="*/ 2951031 w 4379260"/>
                <a:gd name="connsiteY5185" fmla="*/ 1388579 h 6858000"/>
                <a:gd name="connsiteX5186" fmla="*/ 2951575 w 4379260"/>
                <a:gd name="connsiteY5186" fmla="*/ 1390756 h 6858000"/>
                <a:gd name="connsiteX5187" fmla="*/ 2944501 w 4379260"/>
                <a:gd name="connsiteY5187" fmla="*/ 1401639 h 6858000"/>
                <a:gd name="connsiteX5188" fmla="*/ 2936883 w 4379260"/>
                <a:gd name="connsiteY5188" fmla="*/ 1412522 h 6858000"/>
                <a:gd name="connsiteX5189" fmla="*/ 2922191 w 4379260"/>
                <a:gd name="connsiteY5189" fmla="*/ 1434832 h 6858000"/>
                <a:gd name="connsiteX5190" fmla="*/ 2919470 w 4379260"/>
                <a:gd name="connsiteY5190" fmla="*/ 1433744 h 6858000"/>
                <a:gd name="connsiteX5191" fmla="*/ 2915117 w 4379260"/>
                <a:gd name="connsiteY5191" fmla="*/ 1442994 h 6858000"/>
                <a:gd name="connsiteX5192" fmla="*/ 2911308 w 4379260"/>
                <a:gd name="connsiteY5192" fmla="*/ 1445715 h 6858000"/>
                <a:gd name="connsiteX5193" fmla="*/ 2906954 w 4379260"/>
                <a:gd name="connsiteY5193" fmla="*/ 1448980 h 6858000"/>
                <a:gd name="connsiteX5194" fmla="*/ 2904234 w 4379260"/>
                <a:gd name="connsiteY5194" fmla="*/ 1447892 h 6858000"/>
                <a:gd name="connsiteX5195" fmla="*/ 2906410 w 4379260"/>
                <a:gd name="connsiteY5195" fmla="*/ 1450068 h 6858000"/>
                <a:gd name="connsiteX5196" fmla="*/ 2888998 w 4379260"/>
                <a:gd name="connsiteY5196" fmla="*/ 1468569 h 6858000"/>
                <a:gd name="connsiteX5197" fmla="*/ 2867231 w 4379260"/>
                <a:gd name="connsiteY5197" fmla="*/ 1480541 h 6858000"/>
                <a:gd name="connsiteX5198" fmla="*/ 2866143 w 4379260"/>
                <a:gd name="connsiteY5198" fmla="*/ 1479997 h 6858000"/>
                <a:gd name="connsiteX5199" fmla="*/ 2867231 w 4379260"/>
                <a:gd name="connsiteY5199" fmla="*/ 1478364 h 6858000"/>
                <a:gd name="connsiteX5200" fmla="*/ 2868864 w 4379260"/>
                <a:gd name="connsiteY5200" fmla="*/ 1477820 h 6858000"/>
                <a:gd name="connsiteX5201" fmla="*/ 2869408 w 4379260"/>
                <a:gd name="connsiteY5201" fmla="*/ 1476732 h 6858000"/>
                <a:gd name="connsiteX5202" fmla="*/ 2868864 w 4379260"/>
                <a:gd name="connsiteY5202" fmla="*/ 1474555 h 6858000"/>
                <a:gd name="connsiteX5203" fmla="*/ 2872673 w 4379260"/>
                <a:gd name="connsiteY5203" fmla="*/ 1475643 h 6858000"/>
                <a:gd name="connsiteX5204" fmla="*/ 2874305 w 4379260"/>
                <a:gd name="connsiteY5204" fmla="*/ 1475099 h 6858000"/>
                <a:gd name="connsiteX5205" fmla="*/ 2875394 w 4379260"/>
                <a:gd name="connsiteY5205" fmla="*/ 1472923 h 6858000"/>
                <a:gd name="connsiteX5206" fmla="*/ 2874305 w 4379260"/>
                <a:gd name="connsiteY5206" fmla="*/ 1470202 h 6858000"/>
                <a:gd name="connsiteX5207" fmla="*/ 2878114 w 4379260"/>
                <a:gd name="connsiteY5207" fmla="*/ 1470746 h 6858000"/>
                <a:gd name="connsiteX5208" fmla="*/ 2883012 w 4379260"/>
                <a:gd name="connsiteY5208" fmla="*/ 1469114 h 6858000"/>
                <a:gd name="connsiteX5209" fmla="*/ 2886277 w 4379260"/>
                <a:gd name="connsiteY5209" fmla="*/ 1463672 h 6858000"/>
                <a:gd name="connsiteX5210" fmla="*/ 2887909 w 4379260"/>
                <a:gd name="connsiteY5210" fmla="*/ 1463672 h 6858000"/>
                <a:gd name="connsiteX5211" fmla="*/ 2891718 w 4379260"/>
                <a:gd name="connsiteY5211" fmla="*/ 1459863 h 6858000"/>
                <a:gd name="connsiteX5212" fmla="*/ 2891718 w 4379260"/>
                <a:gd name="connsiteY5212" fmla="*/ 1456598 h 6858000"/>
                <a:gd name="connsiteX5213" fmla="*/ 2894439 w 4379260"/>
                <a:gd name="connsiteY5213" fmla="*/ 1454966 h 6858000"/>
                <a:gd name="connsiteX5214" fmla="*/ 2893895 w 4379260"/>
                <a:gd name="connsiteY5214" fmla="*/ 1457142 h 6858000"/>
                <a:gd name="connsiteX5215" fmla="*/ 2899336 w 4379260"/>
                <a:gd name="connsiteY5215" fmla="*/ 1453877 h 6858000"/>
                <a:gd name="connsiteX5216" fmla="*/ 2900969 w 4379260"/>
                <a:gd name="connsiteY5216" fmla="*/ 1451701 h 6858000"/>
                <a:gd name="connsiteX5217" fmla="*/ 2903145 w 4379260"/>
                <a:gd name="connsiteY5217" fmla="*/ 1450068 h 6858000"/>
                <a:gd name="connsiteX5218" fmla="*/ 2903145 w 4379260"/>
                <a:gd name="connsiteY5218" fmla="*/ 1449524 h 6858000"/>
                <a:gd name="connsiteX5219" fmla="*/ 2902601 w 4379260"/>
                <a:gd name="connsiteY5219" fmla="*/ 1447892 h 6858000"/>
                <a:gd name="connsiteX5220" fmla="*/ 2899880 w 4379260"/>
                <a:gd name="connsiteY5220" fmla="*/ 1446803 h 6858000"/>
                <a:gd name="connsiteX5221" fmla="*/ 2906410 w 4379260"/>
                <a:gd name="connsiteY5221" fmla="*/ 1446803 h 6858000"/>
                <a:gd name="connsiteX5222" fmla="*/ 2909131 w 4379260"/>
                <a:gd name="connsiteY5222" fmla="*/ 1443538 h 6858000"/>
                <a:gd name="connsiteX5223" fmla="*/ 2909131 w 4379260"/>
                <a:gd name="connsiteY5223" fmla="*/ 1442450 h 6858000"/>
                <a:gd name="connsiteX5224" fmla="*/ 2906954 w 4379260"/>
                <a:gd name="connsiteY5224" fmla="*/ 1440818 h 6858000"/>
                <a:gd name="connsiteX5225" fmla="*/ 2904778 w 4379260"/>
                <a:gd name="connsiteY5225" fmla="*/ 1439729 h 6858000"/>
                <a:gd name="connsiteX5226" fmla="*/ 2904234 w 4379260"/>
                <a:gd name="connsiteY5226" fmla="*/ 1438641 h 6858000"/>
                <a:gd name="connsiteX5227" fmla="*/ 2910219 w 4379260"/>
                <a:gd name="connsiteY5227" fmla="*/ 1441362 h 6858000"/>
                <a:gd name="connsiteX5228" fmla="*/ 2911308 w 4379260"/>
                <a:gd name="connsiteY5228" fmla="*/ 1438097 h 6858000"/>
                <a:gd name="connsiteX5229" fmla="*/ 2912940 w 4379260"/>
                <a:gd name="connsiteY5229" fmla="*/ 1435920 h 6858000"/>
                <a:gd name="connsiteX5230" fmla="*/ 2913484 w 4379260"/>
                <a:gd name="connsiteY5230" fmla="*/ 1434288 h 6858000"/>
                <a:gd name="connsiteX5231" fmla="*/ 2911852 w 4379260"/>
                <a:gd name="connsiteY5231" fmla="*/ 1430479 h 6858000"/>
                <a:gd name="connsiteX5232" fmla="*/ 2914573 w 4379260"/>
                <a:gd name="connsiteY5232" fmla="*/ 1431023 h 6858000"/>
                <a:gd name="connsiteX5233" fmla="*/ 2916205 w 4379260"/>
                <a:gd name="connsiteY5233" fmla="*/ 1431023 h 6858000"/>
                <a:gd name="connsiteX5234" fmla="*/ 2917293 w 4379260"/>
                <a:gd name="connsiteY5234" fmla="*/ 1430479 h 6858000"/>
                <a:gd name="connsiteX5235" fmla="*/ 2918382 w 4379260"/>
                <a:gd name="connsiteY5235" fmla="*/ 1430479 h 6858000"/>
                <a:gd name="connsiteX5236" fmla="*/ 2916749 w 4379260"/>
                <a:gd name="connsiteY5236" fmla="*/ 1428846 h 6858000"/>
                <a:gd name="connsiteX5237" fmla="*/ 2914573 w 4379260"/>
                <a:gd name="connsiteY5237" fmla="*/ 1427758 h 6858000"/>
                <a:gd name="connsiteX5238" fmla="*/ 2915117 w 4379260"/>
                <a:gd name="connsiteY5238" fmla="*/ 1426670 h 6858000"/>
                <a:gd name="connsiteX5239" fmla="*/ 2916205 w 4379260"/>
                <a:gd name="connsiteY5239" fmla="*/ 1425581 h 6858000"/>
                <a:gd name="connsiteX5240" fmla="*/ 2916749 w 4379260"/>
                <a:gd name="connsiteY5240" fmla="*/ 1425581 h 6858000"/>
                <a:gd name="connsiteX5241" fmla="*/ 2919470 w 4379260"/>
                <a:gd name="connsiteY5241" fmla="*/ 1426670 h 6858000"/>
                <a:gd name="connsiteX5242" fmla="*/ 2922735 w 4379260"/>
                <a:gd name="connsiteY5242" fmla="*/ 1423949 h 6858000"/>
                <a:gd name="connsiteX5243" fmla="*/ 2922191 w 4379260"/>
                <a:gd name="connsiteY5243" fmla="*/ 1421772 h 6858000"/>
                <a:gd name="connsiteX5244" fmla="*/ 2929265 w 4379260"/>
                <a:gd name="connsiteY5244" fmla="*/ 1415242 h 6858000"/>
                <a:gd name="connsiteX5245" fmla="*/ 2929265 w 4379260"/>
                <a:gd name="connsiteY5245" fmla="*/ 1412522 h 6858000"/>
                <a:gd name="connsiteX5246" fmla="*/ 2928721 w 4379260"/>
                <a:gd name="connsiteY5246" fmla="*/ 1409801 h 6858000"/>
                <a:gd name="connsiteX5247" fmla="*/ 2929809 w 4379260"/>
                <a:gd name="connsiteY5247" fmla="*/ 1404903 h 6858000"/>
                <a:gd name="connsiteX5248" fmla="*/ 2931441 w 4379260"/>
                <a:gd name="connsiteY5248" fmla="*/ 1404903 h 6858000"/>
                <a:gd name="connsiteX5249" fmla="*/ 2933074 w 4379260"/>
                <a:gd name="connsiteY5249" fmla="*/ 1404359 h 6858000"/>
                <a:gd name="connsiteX5250" fmla="*/ 2936883 w 4379260"/>
                <a:gd name="connsiteY5250" fmla="*/ 1404903 h 6858000"/>
                <a:gd name="connsiteX5251" fmla="*/ 2931986 w 4379260"/>
                <a:gd name="connsiteY5251" fmla="*/ 1402727 h 6858000"/>
                <a:gd name="connsiteX5252" fmla="*/ 2934162 w 4379260"/>
                <a:gd name="connsiteY5252" fmla="*/ 1401639 h 6858000"/>
                <a:gd name="connsiteX5253" fmla="*/ 2935250 w 4379260"/>
                <a:gd name="connsiteY5253" fmla="*/ 1401639 h 6858000"/>
                <a:gd name="connsiteX5254" fmla="*/ 2937427 w 4379260"/>
                <a:gd name="connsiteY5254" fmla="*/ 1402183 h 6858000"/>
                <a:gd name="connsiteX5255" fmla="*/ 2939060 w 4379260"/>
                <a:gd name="connsiteY5255" fmla="*/ 1402183 h 6858000"/>
                <a:gd name="connsiteX5256" fmla="*/ 2938515 w 4379260"/>
                <a:gd name="connsiteY5256" fmla="*/ 1401639 h 6858000"/>
                <a:gd name="connsiteX5257" fmla="*/ 2937971 w 4379260"/>
                <a:gd name="connsiteY5257" fmla="*/ 1400550 h 6858000"/>
                <a:gd name="connsiteX5258" fmla="*/ 2936883 w 4379260"/>
                <a:gd name="connsiteY5258" fmla="*/ 1397830 h 6858000"/>
                <a:gd name="connsiteX5259" fmla="*/ 2941236 w 4379260"/>
                <a:gd name="connsiteY5259" fmla="*/ 1398918 h 6858000"/>
                <a:gd name="connsiteX5260" fmla="*/ 2942324 w 4379260"/>
                <a:gd name="connsiteY5260" fmla="*/ 1398918 h 6858000"/>
                <a:gd name="connsiteX5261" fmla="*/ 2941236 w 4379260"/>
                <a:gd name="connsiteY5261" fmla="*/ 1396741 h 6858000"/>
                <a:gd name="connsiteX5262" fmla="*/ 2942324 w 4379260"/>
                <a:gd name="connsiteY5262" fmla="*/ 1395109 h 6858000"/>
                <a:gd name="connsiteX5263" fmla="*/ 2941780 w 4379260"/>
                <a:gd name="connsiteY5263" fmla="*/ 1394020 h 6858000"/>
                <a:gd name="connsiteX5264" fmla="*/ 2940148 w 4379260"/>
                <a:gd name="connsiteY5264" fmla="*/ 1393476 h 6858000"/>
                <a:gd name="connsiteX5265" fmla="*/ 2937971 w 4379260"/>
                <a:gd name="connsiteY5265" fmla="*/ 1391300 h 6858000"/>
                <a:gd name="connsiteX5266" fmla="*/ 2945045 w 4379260"/>
                <a:gd name="connsiteY5266" fmla="*/ 1392932 h 6858000"/>
                <a:gd name="connsiteX5267" fmla="*/ 2942869 w 4379260"/>
                <a:gd name="connsiteY5267" fmla="*/ 1387491 h 6858000"/>
                <a:gd name="connsiteX5268" fmla="*/ 2943957 w 4379260"/>
                <a:gd name="connsiteY5268" fmla="*/ 1384226 h 6858000"/>
                <a:gd name="connsiteX5269" fmla="*/ 2946134 w 4379260"/>
                <a:gd name="connsiteY5269" fmla="*/ 1381505 h 6858000"/>
                <a:gd name="connsiteX5270" fmla="*/ 2947766 w 4379260"/>
                <a:gd name="connsiteY5270" fmla="*/ 1377696 h 6858000"/>
                <a:gd name="connsiteX5271" fmla="*/ 2946678 w 4379260"/>
                <a:gd name="connsiteY5271" fmla="*/ 1377152 h 6858000"/>
                <a:gd name="connsiteX5272" fmla="*/ 2946134 w 4379260"/>
                <a:gd name="connsiteY5272" fmla="*/ 1377152 h 6858000"/>
                <a:gd name="connsiteX5273" fmla="*/ 2945045 w 4379260"/>
                <a:gd name="connsiteY5273" fmla="*/ 1377696 h 6858000"/>
                <a:gd name="connsiteX5274" fmla="*/ 2942869 w 4379260"/>
                <a:gd name="connsiteY5274" fmla="*/ 1377152 h 6858000"/>
                <a:gd name="connsiteX5275" fmla="*/ 2942869 w 4379260"/>
                <a:gd name="connsiteY5275" fmla="*/ 1378240 h 6858000"/>
                <a:gd name="connsiteX5276" fmla="*/ 2942324 w 4379260"/>
                <a:gd name="connsiteY5276" fmla="*/ 1379873 h 6858000"/>
                <a:gd name="connsiteX5277" fmla="*/ 2941236 w 4379260"/>
                <a:gd name="connsiteY5277" fmla="*/ 1382049 h 6858000"/>
                <a:gd name="connsiteX5278" fmla="*/ 2940148 w 4379260"/>
                <a:gd name="connsiteY5278" fmla="*/ 1378784 h 6858000"/>
                <a:gd name="connsiteX5279" fmla="*/ 2942869 w 4379260"/>
                <a:gd name="connsiteY5279" fmla="*/ 1376063 h 6858000"/>
                <a:gd name="connsiteX5280" fmla="*/ 2947222 w 4379260"/>
                <a:gd name="connsiteY5280" fmla="*/ 1374975 h 6858000"/>
                <a:gd name="connsiteX5281" fmla="*/ 2952119 w 4379260"/>
                <a:gd name="connsiteY5281" fmla="*/ 1376063 h 6858000"/>
                <a:gd name="connsiteX5282" fmla="*/ 2952663 w 4379260"/>
                <a:gd name="connsiteY5282" fmla="*/ 1375519 h 6858000"/>
                <a:gd name="connsiteX5283" fmla="*/ 2952119 w 4379260"/>
                <a:gd name="connsiteY5283" fmla="*/ 1374975 h 6858000"/>
                <a:gd name="connsiteX5284" fmla="*/ 2951031 w 4379260"/>
                <a:gd name="connsiteY5284" fmla="*/ 1373343 h 6858000"/>
                <a:gd name="connsiteX5285" fmla="*/ 2951031 w 4379260"/>
                <a:gd name="connsiteY5285" fmla="*/ 1372254 h 6858000"/>
                <a:gd name="connsiteX5286" fmla="*/ 2952119 w 4379260"/>
                <a:gd name="connsiteY5286" fmla="*/ 1371710 h 6858000"/>
                <a:gd name="connsiteX5287" fmla="*/ 2953208 w 4379260"/>
                <a:gd name="connsiteY5287" fmla="*/ 1371710 h 6858000"/>
                <a:gd name="connsiteX5288" fmla="*/ 2954296 w 4379260"/>
                <a:gd name="connsiteY5288" fmla="*/ 1371166 h 6858000"/>
                <a:gd name="connsiteX5289" fmla="*/ 2954840 w 4379260"/>
                <a:gd name="connsiteY5289" fmla="*/ 1371710 h 6858000"/>
                <a:gd name="connsiteX5290" fmla="*/ 2955384 w 4379260"/>
                <a:gd name="connsiteY5290" fmla="*/ 1372799 h 6858000"/>
                <a:gd name="connsiteX5291" fmla="*/ 2956472 w 4379260"/>
                <a:gd name="connsiteY5291" fmla="*/ 1373887 h 6858000"/>
                <a:gd name="connsiteX5292" fmla="*/ 2955928 w 4379260"/>
                <a:gd name="connsiteY5292" fmla="*/ 1372254 h 6858000"/>
                <a:gd name="connsiteX5293" fmla="*/ 2954296 w 4379260"/>
                <a:gd name="connsiteY5293" fmla="*/ 1370078 h 6858000"/>
                <a:gd name="connsiteX5294" fmla="*/ 2953208 w 4379260"/>
                <a:gd name="connsiteY5294" fmla="*/ 1367357 h 6858000"/>
                <a:gd name="connsiteX5295" fmla="*/ 2953752 w 4379260"/>
                <a:gd name="connsiteY5295" fmla="*/ 1365725 h 6858000"/>
                <a:gd name="connsiteX5296" fmla="*/ 2952663 w 4379260"/>
                <a:gd name="connsiteY5296" fmla="*/ 1365725 h 6858000"/>
                <a:gd name="connsiteX5297" fmla="*/ 2948854 w 4379260"/>
                <a:gd name="connsiteY5297" fmla="*/ 1368445 h 6858000"/>
                <a:gd name="connsiteX5298" fmla="*/ 2948310 w 4379260"/>
                <a:gd name="connsiteY5298" fmla="*/ 1369534 h 6858000"/>
                <a:gd name="connsiteX5299" fmla="*/ 2947766 w 4379260"/>
                <a:gd name="connsiteY5299" fmla="*/ 1370622 h 6858000"/>
                <a:gd name="connsiteX5300" fmla="*/ 2945045 w 4379260"/>
                <a:gd name="connsiteY5300" fmla="*/ 1371710 h 6858000"/>
                <a:gd name="connsiteX5301" fmla="*/ 2944501 w 4379260"/>
                <a:gd name="connsiteY5301" fmla="*/ 1370078 h 6858000"/>
                <a:gd name="connsiteX5302" fmla="*/ 2946134 w 4379260"/>
                <a:gd name="connsiteY5302" fmla="*/ 1368445 h 6858000"/>
                <a:gd name="connsiteX5303" fmla="*/ 2947222 w 4379260"/>
                <a:gd name="connsiteY5303" fmla="*/ 1366813 h 6858000"/>
                <a:gd name="connsiteX5304" fmla="*/ 2947222 w 4379260"/>
                <a:gd name="connsiteY5304" fmla="*/ 1366269 h 6858000"/>
                <a:gd name="connsiteX5305" fmla="*/ 2946678 w 4379260"/>
                <a:gd name="connsiteY5305" fmla="*/ 1364636 h 6858000"/>
                <a:gd name="connsiteX5306" fmla="*/ 2935795 w 4379260"/>
                <a:gd name="connsiteY5306" fmla="*/ 1380961 h 6858000"/>
                <a:gd name="connsiteX5307" fmla="*/ 2933618 w 4379260"/>
                <a:gd name="connsiteY5307" fmla="*/ 1385858 h 6858000"/>
                <a:gd name="connsiteX5308" fmla="*/ 2930897 w 4379260"/>
                <a:gd name="connsiteY5308" fmla="*/ 1390211 h 6858000"/>
                <a:gd name="connsiteX5309" fmla="*/ 2923823 w 4379260"/>
                <a:gd name="connsiteY5309" fmla="*/ 1398374 h 6858000"/>
                <a:gd name="connsiteX5310" fmla="*/ 2924367 w 4379260"/>
                <a:gd name="connsiteY5310" fmla="*/ 1400006 h 6858000"/>
                <a:gd name="connsiteX5311" fmla="*/ 2924367 w 4379260"/>
                <a:gd name="connsiteY5311" fmla="*/ 1400550 h 6858000"/>
                <a:gd name="connsiteX5312" fmla="*/ 2925456 w 4379260"/>
                <a:gd name="connsiteY5312" fmla="*/ 1402183 h 6858000"/>
                <a:gd name="connsiteX5313" fmla="*/ 2924367 w 4379260"/>
                <a:gd name="connsiteY5313" fmla="*/ 1402183 h 6858000"/>
                <a:gd name="connsiteX5314" fmla="*/ 2921647 w 4379260"/>
                <a:gd name="connsiteY5314" fmla="*/ 1403271 h 6858000"/>
                <a:gd name="connsiteX5315" fmla="*/ 2920014 w 4379260"/>
                <a:gd name="connsiteY5315" fmla="*/ 1404359 h 6858000"/>
                <a:gd name="connsiteX5316" fmla="*/ 2917293 w 4379260"/>
                <a:gd name="connsiteY5316" fmla="*/ 1404359 h 6858000"/>
                <a:gd name="connsiteX5317" fmla="*/ 2907499 w 4379260"/>
                <a:gd name="connsiteY5317" fmla="*/ 1423405 h 6858000"/>
                <a:gd name="connsiteX5318" fmla="*/ 2899880 w 4379260"/>
                <a:gd name="connsiteY5318" fmla="*/ 1432111 h 6858000"/>
                <a:gd name="connsiteX5319" fmla="*/ 2893351 w 4379260"/>
                <a:gd name="connsiteY5319" fmla="*/ 1440818 h 6858000"/>
                <a:gd name="connsiteX5320" fmla="*/ 2888998 w 4379260"/>
                <a:gd name="connsiteY5320" fmla="*/ 1441362 h 6858000"/>
                <a:gd name="connsiteX5321" fmla="*/ 2890086 w 4379260"/>
                <a:gd name="connsiteY5321" fmla="*/ 1445171 h 6858000"/>
                <a:gd name="connsiteX5322" fmla="*/ 2887365 w 4379260"/>
                <a:gd name="connsiteY5322" fmla="*/ 1444082 h 6858000"/>
                <a:gd name="connsiteX5323" fmla="*/ 2885732 w 4379260"/>
                <a:gd name="connsiteY5323" fmla="*/ 1445171 h 6858000"/>
                <a:gd name="connsiteX5324" fmla="*/ 2884644 w 4379260"/>
                <a:gd name="connsiteY5324" fmla="*/ 1447347 h 6858000"/>
                <a:gd name="connsiteX5325" fmla="*/ 2883556 w 4379260"/>
                <a:gd name="connsiteY5325" fmla="*/ 1448980 h 6858000"/>
                <a:gd name="connsiteX5326" fmla="*/ 2880291 w 4379260"/>
                <a:gd name="connsiteY5326" fmla="*/ 1450612 h 6858000"/>
                <a:gd name="connsiteX5327" fmla="*/ 2877026 w 4379260"/>
                <a:gd name="connsiteY5327" fmla="*/ 1452245 h 6858000"/>
                <a:gd name="connsiteX5328" fmla="*/ 2874305 w 4379260"/>
                <a:gd name="connsiteY5328" fmla="*/ 1455510 h 6858000"/>
                <a:gd name="connsiteX5329" fmla="*/ 2874850 w 4379260"/>
                <a:gd name="connsiteY5329" fmla="*/ 1457686 h 6858000"/>
                <a:gd name="connsiteX5330" fmla="*/ 2873217 w 4379260"/>
                <a:gd name="connsiteY5330" fmla="*/ 1457686 h 6858000"/>
                <a:gd name="connsiteX5331" fmla="*/ 2864511 w 4379260"/>
                <a:gd name="connsiteY5331" fmla="*/ 1460407 h 6858000"/>
                <a:gd name="connsiteX5332" fmla="*/ 2861246 w 4379260"/>
                <a:gd name="connsiteY5332" fmla="*/ 1463128 h 6858000"/>
                <a:gd name="connsiteX5333" fmla="*/ 2857981 w 4379260"/>
                <a:gd name="connsiteY5333" fmla="*/ 1465305 h 6858000"/>
                <a:gd name="connsiteX5334" fmla="*/ 2851451 w 4379260"/>
                <a:gd name="connsiteY5334" fmla="*/ 1394565 h 6858000"/>
                <a:gd name="connsiteX5335" fmla="*/ 2852539 w 4379260"/>
                <a:gd name="connsiteY5335" fmla="*/ 1356474 h 6858000"/>
                <a:gd name="connsiteX5336" fmla="*/ 2853083 w 4379260"/>
                <a:gd name="connsiteY5336" fmla="*/ 1337973 h 6858000"/>
                <a:gd name="connsiteX5337" fmla="*/ 2853083 w 4379260"/>
                <a:gd name="connsiteY5337" fmla="*/ 1320016 h 6858000"/>
                <a:gd name="connsiteX5338" fmla="*/ 2873761 w 4379260"/>
                <a:gd name="connsiteY5338" fmla="*/ 1202479 h 6858000"/>
                <a:gd name="connsiteX5339" fmla="*/ 2885732 w 4379260"/>
                <a:gd name="connsiteY5339" fmla="*/ 1146431 h 6858000"/>
                <a:gd name="connsiteX5340" fmla="*/ 2892262 w 4379260"/>
                <a:gd name="connsiteY5340" fmla="*/ 1118135 h 6858000"/>
                <a:gd name="connsiteX5341" fmla="*/ 2898792 w 4379260"/>
                <a:gd name="connsiteY5341" fmla="*/ 1089295 h 6858000"/>
                <a:gd name="connsiteX5342" fmla="*/ 2912940 w 4379260"/>
                <a:gd name="connsiteY5342" fmla="*/ 1046851 h 6858000"/>
                <a:gd name="connsiteX5343" fmla="*/ 2915117 w 4379260"/>
                <a:gd name="connsiteY5343" fmla="*/ 1037056 h 6858000"/>
                <a:gd name="connsiteX5344" fmla="*/ 2917838 w 4379260"/>
                <a:gd name="connsiteY5344" fmla="*/ 1027261 h 6858000"/>
                <a:gd name="connsiteX5345" fmla="*/ 2923823 w 4379260"/>
                <a:gd name="connsiteY5345" fmla="*/ 1009849 h 6858000"/>
                <a:gd name="connsiteX5346" fmla="*/ 2920558 w 4379260"/>
                <a:gd name="connsiteY5346" fmla="*/ 1008216 h 6858000"/>
                <a:gd name="connsiteX5347" fmla="*/ 2918926 w 4379260"/>
                <a:gd name="connsiteY5347" fmla="*/ 1004407 h 6858000"/>
                <a:gd name="connsiteX5348" fmla="*/ 2930897 w 4379260"/>
                <a:gd name="connsiteY5348" fmla="*/ 992436 h 6858000"/>
                <a:gd name="connsiteX5349" fmla="*/ 2929265 w 4379260"/>
                <a:gd name="connsiteY5349" fmla="*/ 984818 h 6858000"/>
                <a:gd name="connsiteX5350" fmla="*/ 2937427 w 4379260"/>
                <a:gd name="connsiteY5350" fmla="*/ 971214 h 6858000"/>
                <a:gd name="connsiteX5351" fmla="*/ 2938515 w 4379260"/>
                <a:gd name="connsiteY5351" fmla="*/ 966860 h 6858000"/>
                <a:gd name="connsiteX5352" fmla="*/ 2939604 w 4379260"/>
                <a:gd name="connsiteY5352" fmla="*/ 962507 h 6858000"/>
                <a:gd name="connsiteX5353" fmla="*/ 2944501 w 4379260"/>
                <a:gd name="connsiteY5353" fmla="*/ 956522 h 6858000"/>
                <a:gd name="connsiteX5354" fmla="*/ 2944501 w 4379260"/>
                <a:gd name="connsiteY5354" fmla="*/ 955978 h 6858000"/>
                <a:gd name="connsiteX5355" fmla="*/ 2942869 w 4379260"/>
                <a:gd name="connsiteY5355" fmla="*/ 954345 h 6858000"/>
                <a:gd name="connsiteX5356" fmla="*/ 2941780 w 4379260"/>
                <a:gd name="connsiteY5356" fmla="*/ 953257 h 6858000"/>
                <a:gd name="connsiteX5357" fmla="*/ 2941780 w 4379260"/>
                <a:gd name="connsiteY5357" fmla="*/ 951080 h 6858000"/>
                <a:gd name="connsiteX5358" fmla="*/ 2950487 w 4379260"/>
                <a:gd name="connsiteY5358" fmla="*/ 941285 h 6858000"/>
                <a:gd name="connsiteX5359" fmla="*/ 2952119 w 4379260"/>
                <a:gd name="connsiteY5359" fmla="*/ 933667 h 6858000"/>
                <a:gd name="connsiteX5360" fmla="*/ 2953752 w 4379260"/>
                <a:gd name="connsiteY5360" fmla="*/ 925505 h 6858000"/>
                <a:gd name="connsiteX5361" fmla="*/ 2954296 w 4379260"/>
                <a:gd name="connsiteY5361" fmla="*/ 926049 h 6858000"/>
                <a:gd name="connsiteX5362" fmla="*/ 2958105 w 4379260"/>
                <a:gd name="connsiteY5362" fmla="*/ 911901 h 6858000"/>
                <a:gd name="connsiteX5363" fmla="*/ 2958105 w 4379260"/>
                <a:gd name="connsiteY5363" fmla="*/ 909725 h 6858000"/>
                <a:gd name="connsiteX5364" fmla="*/ 2959193 w 4379260"/>
                <a:gd name="connsiteY5364" fmla="*/ 908092 h 6858000"/>
                <a:gd name="connsiteX5365" fmla="*/ 2960282 w 4379260"/>
                <a:gd name="connsiteY5365" fmla="*/ 905371 h 6858000"/>
                <a:gd name="connsiteX5366" fmla="*/ 2959737 w 4379260"/>
                <a:gd name="connsiteY5366" fmla="*/ 901562 h 6858000"/>
                <a:gd name="connsiteX5367" fmla="*/ 2961370 w 4379260"/>
                <a:gd name="connsiteY5367" fmla="*/ 901562 h 6858000"/>
                <a:gd name="connsiteX5368" fmla="*/ 2967900 w 4379260"/>
                <a:gd name="connsiteY5368" fmla="*/ 889047 h 6858000"/>
                <a:gd name="connsiteX5369" fmla="*/ 2974430 w 4379260"/>
                <a:gd name="connsiteY5369" fmla="*/ 869457 h 6858000"/>
                <a:gd name="connsiteX5370" fmla="*/ 2995652 w 4379260"/>
                <a:gd name="connsiteY5370" fmla="*/ 867825 h 6858000"/>
                <a:gd name="connsiteX5371" fmla="*/ 3017418 w 4379260"/>
                <a:gd name="connsiteY5371" fmla="*/ 866737 h 6858000"/>
                <a:gd name="connsiteX5372" fmla="*/ 3040272 w 4379260"/>
                <a:gd name="connsiteY5372" fmla="*/ 866192 h 6858000"/>
                <a:gd name="connsiteX5373" fmla="*/ 3060406 w 4379260"/>
                <a:gd name="connsiteY5373" fmla="*/ 866737 h 6858000"/>
                <a:gd name="connsiteX5374" fmla="*/ 3085437 w 4379260"/>
                <a:gd name="connsiteY5374" fmla="*/ 861839 h 6858000"/>
                <a:gd name="connsiteX5375" fmla="*/ 3098496 w 4379260"/>
                <a:gd name="connsiteY5375" fmla="*/ 860751 h 6858000"/>
                <a:gd name="connsiteX5376" fmla="*/ 3111556 w 4379260"/>
                <a:gd name="connsiteY5376" fmla="*/ 857486 h 6858000"/>
                <a:gd name="connsiteX5377" fmla="*/ 3112644 w 4379260"/>
                <a:gd name="connsiteY5377" fmla="*/ 859662 h 6858000"/>
                <a:gd name="connsiteX5378" fmla="*/ 3116453 w 4379260"/>
                <a:gd name="connsiteY5378" fmla="*/ 858574 h 6858000"/>
                <a:gd name="connsiteX5379" fmla="*/ 3119718 w 4379260"/>
                <a:gd name="connsiteY5379" fmla="*/ 859118 h 6858000"/>
                <a:gd name="connsiteX5380" fmla="*/ 3120262 w 4379260"/>
                <a:gd name="connsiteY5380" fmla="*/ 859118 h 6858000"/>
                <a:gd name="connsiteX5381" fmla="*/ 3125160 w 4379260"/>
                <a:gd name="connsiteY5381" fmla="*/ 856942 h 6858000"/>
                <a:gd name="connsiteX5382" fmla="*/ 3128425 w 4379260"/>
                <a:gd name="connsiteY5382" fmla="*/ 856398 h 6858000"/>
                <a:gd name="connsiteX5383" fmla="*/ 3130601 w 4379260"/>
                <a:gd name="connsiteY5383" fmla="*/ 856942 h 6858000"/>
                <a:gd name="connsiteX5384" fmla="*/ 3134410 w 4379260"/>
                <a:gd name="connsiteY5384" fmla="*/ 849868 h 6858000"/>
                <a:gd name="connsiteX5385" fmla="*/ 3133866 w 4379260"/>
                <a:gd name="connsiteY5385" fmla="*/ 845514 h 6858000"/>
                <a:gd name="connsiteX5386" fmla="*/ 3132234 w 4379260"/>
                <a:gd name="connsiteY5386" fmla="*/ 824837 h 6858000"/>
                <a:gd name="connsiteX5387" fmla="*/ 3131146 w 4379260"/>
                <a:gd name="connsiteY5387" fmla="*/ 821572 h 6858000"/>
                <a:gd name="connsiteX5388" fmla="*/ 3131690 w 4379260"/>
                <a:gd name="connsiteY5388" fmla="*/ 817218 h 6858000"/>
                <a:gd name="connsiteX5389" fmla="*/ 3130601 w 4379260"/>
                <a:gd name="connsiteY5389" fmla="*/ 809056 h 6858000"/>
                <a:gd name="connsiteX5390" fmla="*/ 3127880 w 4379260"/>
                <a:gd name="connsiteY5390" fmla="*/ 807968 h 6858000"/>
                <a:gd name="connsiteX5391" fmla="*/ 3124616 w 4379260"/>
                <a:gd name="connsiteY5391" fmla="*/ 809056 h 6858000"/>
                <a:gd name="connsiteX5392" fmla="*/ 3124072 w 4379260"/>
                <a:gd name="connsiteY5392" fmla="*/ 807968 h 6858000"/>
                <a:gd name="connsiteX5393" fmla="*/ 3118086 w 4379260"/>
                <a:gd name="connsiteY5393" fmla="*/ 809056 h 6858000"/>
                <a:gd name="connsiteX5394" fmla="*/ 3111556 w 4379260"/>
                <a:gd name="connsiteY5394" fmla="*/ 807424 h 6858000"/>
                <a:gd name="connsiteX5395" fmla="*/ 3109924 w 4379260"/>
                <a:gd name="connsiteY5395" fmla="*/ 808512 h 6858000"/>
                <a:gd name="connsiteX5396" fmla="*/ 3097408 w 4379260"/>
                <a:gd name="connsiteY5396" fmla="*/ 811233 h 6858000"/>
                <a:gd name="connsiteX5397" fmla="*/ 3096864 w 4379260"/>
                <a:gd name="connsiteY5397" fmla="*/ 811777 h 6858000"/>
                <a:gd name="connsiteX5398" fmla="*/ 3097952 w 4379260"/>
                <a:gd name="connsiteY5398" fmla="*/ 811777 h 6858000"/>
                <a:gd name="connsiteX5399" fmla="*/ 3099040 w 4379260"/>
                <a:gd name="connsiteY5399" fmla="*/ 812321 h 6858000"/>
                <a:gd name="connsiteX5400" fmla="*/ 3097408 w 4379260"/>
                <a:gd name="connsiteY5400" fmla="*/ 815042 h 6858000"/>
                <a:gd name="connsiteX5401" fmla="*/ 3095776 w 4379260"/>
                <a:gd name="connsiteY5401" fmla="*/ 813954 h 6858000"/>
                <a:gd name="connsiteX5402" fmla="*/ 3095232 w 4379260"/>
                <a:gd name="connsiteY5402" fmla="*/ 813954 h 6858000"/>
                <a:gd name="connsiteX5403" fmla="*/ 3095232 w 4379260"/>
                <a:gd name="connsiteY5403" fmla="*/ 812321 h 6858000"/>
                <a:gd name="connsiteX5404" fmla="*/ 3091422 w 4379260"/>
                <a:gd name="connsiteY5404" fmla="*/ 813409 h 6858000"/>
                <a:gd name="connsiteX5405" fmla="*/ 3092510 w 4379260"/>
                <a:gd name="connsiteY5405" fmla="*/ 814498 h 6858000"/>
                <a:gd name="connsiteX5406" fmla="*/ 3080539 w 4379260"/>
                <a:gd name="connsiteY5406" fmla="*/ 817218 h 6858000"/>
                <a:gd name="connsiteX5407" fmla="*/ 3075098 w 4379260"/>
                <a:gd name="connsiteY5407" fmla="*/ 817763 h 6858000"/>
                <a:gd name="connsiteX5408" fmla="*/ 3069112 w 4379260"/>
                <a:gd name="connsiteY5408" fmla="*/ 818851 h 6858000"/>
                <a:gd name="connsiteX5409" fmla="*/ 3068568 w 4379260"/>
                <a:gd name="connsiteY5409" fmla="*/ 819395 h 6858000"/>
                <a:gd name="connsiteX5410" fmla="*/ 3069112 w 4379260"/>
                <a:gd name="connsiteY5410" fmla="*/ 819939 h 6858000"/>
                <a:gd name="connsiteX5411" fmla="*/ 3069112 w 4379260"/>
                <a:gd name="connsiteY5411" fmla="*/ 821028 h 6858000"/>
                <a:gd name="connsiteX5412" fmla="*/ 3060950 w 4379260"/>
                <a:gd name="connsiteY5412" fmla="*/ 818851 h 6858000"/>
                <a:gd name="connsiteX5413" fmla="*/ 3056052 w 4379260"/>
                <a:gd name="connsiteY5413" fmla="*/ 819395 h 6858000"/>
                <a:gd name="connsiteX5414" fmla="*/ 3048978 w 4379260"/>
                <a:gd name="connsiteY5414" fmla="*/ 819395 h 6858000"/>
                <a:gd name="connsiteX5415" fmla="*/ 3042993 w 4379260"/>
                <a:gd name="connsiteY5415" fmla="*/ 817763 h 6858000"/>
                <a:gd name="connsiteX5416" fmla="*/ 3034286 w 4379260"/>
                <a:gd name="connsiteY5416" fmla="*/ 819939 h 6858000"/>
                <a:gd name="connsiteX5417" fmla="*/ 3026124 w 4379260"/>
                <a:gd name="connsiteY5417" fmla="*/ 819939 h 6858000"/>
                <a:gd name="connsiteX5418" fmla="*/ 3008711 w 4379260"/>
                <a:gd name="connsiteY5418" fmla="*/ 822660 h 6858000"/>
                <a:gd name="connsiteX5419" fmla="*/ 3007623 w 4379260"/>
                <a:gd name="connsiteY5419" fmla="*/ 821028 h 6858000"/>
                <a:gd name="connsiteX5420" fmla="*/ 3006534 w 4379260"/>
                <a:gd name="connsiteY5420" fmla="*/ 820483 h 6858000"/>
                <a:gd name="connsiteX5421" fmla="*/ 3005446 w 4379260"/>
                <a:gd name="connsiteY5421" fmla="*/ 818851 h 6858000"/>
                <a:gd name="connsiteX5422" fmla="*/ 3000549 w 4379260"/>
                <a:gd name="connsiteY5422" fmla="*/ 821028 h 6858000"/>
                <a:gd name="connsiteX5423" fmla="*/ 2995652 w 4379260"/>
                <a:gd name="connsiteY5423" fmla="*/ 821572 h 6858000"/>
                <a:gd name="connsiteX5424" fmla="*/ 2996196 w 4379260"/>
                <a:gd name="connsiteY5424" fmla="*/ 818307 h 6858000"/>
                <a:gd name="connsiteX5425" fmla="*/ 2995107 w 4379260"/>
                <a:gd name="connsiteY5425" fmla="*/ 812865 h 6858000"/>
                <a:gd name="connsiteX5426" fmla="*/ 2996196 w 4379260"/>
                <a:gd name="connsiteY5426" fmla="*/ 812865 h 6858000"/>
                <a:gd name="connsiteX5427" fmla="*/ 2999460 w 4379260"/>
                <a:gd name="connsiteY5427" fmla="*/ 810689 h 6858000"/>
                <a:gd name="connsiteX5428" fmla="*/ 3000005 w 4379260"/>
                <a:gd name="connsiteY5428" fmla="*/ 809600 h 6858000"/>
                <a:gd name="connsiteX5429" fmla="*/ 3000549 w 4379260"/>
                <a:gd name="connsiteY5429" fmla="*/ 808512 h 6858000"/>
                <a:gd name="connsiteX5430" fmla="*/ 3003270 w 4379260"/>
                <a:gd name="connsiteY5430" fmla="*/ 807424 h 6858000"/>
                <a:gd name="connsiteX5431" fmla="*/ 3025580 w 4379260"/>
                <a:gd name="connsiteY5431" fmla="*/ 752464 h 6858000"/>
                <a:gd name="connsiteX5432" fmla="*/ 3032110 w 4379260"/>
                <a:gd name="connsiteY5432" fmla="*/ 738861 h 6858000"/>
                <a:gd name="connsiteX5433" fmla="*/ 3039184 w 4379260"/>
                <a:gd name="connsiteY5433" fmla="*/ 724713 h 6858000"/>
                <a:gd name="connsiteX5434" fmla="*/ 3052788 w 4379260"/>
                <a:gd name="connsiteY5434" fmla="*/ 693152 h 6858000"/>
                <a:gd name="connsiteX5435" fmla="*/ 3053876 w 4379260"/>
                <a:gd name="connsiteY5435" fmla="*/ 690431 h 6858000"/>
                <a:gd name="connsiteX5436" fmla="*/ 3053332 w 4379260"/>
                <a:gd name="connsiteY5436" fmla="*/ 689343 h 6858000"/>
                <a:gd name="connsiteX5437" fmla="*/ 3052243 w 4379260"/>
                <a:gd name="connsiteY5437" fmla="*/ 688254 h 6858000"/>
                <a:gd name="connsiteX5438" fmla="*/ 3052243 w 4379260"/>
                <a:gd name="connsiteY5438" fmla="*/ 686622 h 6858000"/>
                <a:gd name="connsiteX5439" fmla="*/ 3057685 w 4379260"/>
                <a:gd name="connsiteY5439" fmla="*/ 681724 h 6858000"/>
                <a:gd name="connsiteX5440" fmla="*/ 3059862 w 4379260"/>
                <a:gd name="connsiteY5440" fmla="*/ 677915 h 6858000"/>
                <a:gd name="connsiteX5441" fmla="*/ 3063126 w 4379260"/>
                <a:gd name="connsiteY5441" fmla="*/ 675739 h 6858000"/>
                <a:gd name="connsiteX5442" fmla="*/ 3077818 w 4379260"/>
                <a:gd name="connsiteY5442" fmla="*/ 641457 h 6858000"/>
                <a:gd name="connsiteX5443" fmla="*/ 3085981 w 4379260"/>
                <a:gd name="connsiteY5443" fmla="*/ 624044 h 6858000"/>
                <a:gd name="connsiteX5444" fmla="*/ 3093599 w 4379260"/>
                <a:gd name="connsiteY5444" fmla="*/ 606631 h 6858000"/>
                <a:gd name="connsiteX5445" fmla="*/ 3120262 w 4379260"/>
                <a:gd name="connsiteY5445" fmla="*/ 530450 h 6858000"/>
                <a:gd name="connsiteX5446" fmla="*/ 3110468 w 4379260"/>
                <a:gd name="connsiteY5446" fmla="*/ 513037 h 6858000"/>
                <a:gd name="connsiteX5447" fmla="*/ 3099040 w 4379260"/>
                <a:gd name="connsiteY5447" fmla="*/ 499977 h 6858000"/>
                <a:gd name="connsiteX5448" fmla="*/ 3092510 w 4379260"/>
                <a:gd name="connsiteY5448" fmla="*/ 497257 h 6858000"/>
                <a:gd name="connsiteX5449" fmla="*/ 3083260 w 4379260"/>
                <a:gd name="connsiteY5449" fmla="*/ 502698 h 6858000"/>
                <a:gd name="connsiteX5450" fmla="*/ 3078363 w 4379260"/>
                <a:gd name="connsiteY5450" fmla="*/ 510860 h 6858000"/>
                <a:gd name="connsiteX5451" fmla="*/ 3077274 w 4379260"/>
                <a:gd name="connsiteY5451" fmla="*/ 514125 h 6858000"/>
                <a:gd name="connsiteX5452" fmla="*/ 3076186 w 4379260"/>
                <a:gd name="connsiteY5452" fmla="*/ 516846 h 6858000"/>
                <a:gd name="connsiteX5453" fmla="*/ 3077274 w 4379260"/>
                <a:gd name="connsiteY5453" fmla="*/ 514670 h 6858000"/>
                <a:gd name="connsiteX5454" fmla="*/ 3078363 w 4379260"/>
                <a:gd name="connsiteY5454" fmla="*/ 515758 h 6858000"/>
                <a:gd name="connsiteX5455" fmla="*/ 3078363 w 4379260"/>
                <a:gd name="connsiteY5455" fmla="*/ 517934 h 6858000"/>
                <a:gd name="connsiteX5456" fmla="*/ 3077274 w 4379260"/>
                <a:gd name="connsiteY5456" fmla="*/ 519567 h 6858000"/>
                <a:gd name="connsiteX5457" fmla="*/ 3075642 w 4379260"/>
                <a:gd name="connsiteY5457" fmla="*/ 519567 h 6858000"/>
                <a:gd name="connsiteX5458" fmla="*/ 3069656 w 4379260"/>
                <a:gd name="connsiteY5458" fmla="*/ 534803 h 6858000"/>
                <a:gd name="connsiteX5459" fmla="*/ 3062582 w 4379260"/>
                <a:gd name="connsiteY5459" fmla="*/ 546775 h 6858000"/>
                <a:gd name="connsiteX5460" fmla="*/ 3056596 w 4379260"/>
                <a:gd name="connsiteY5460" fmla="*/ 558202 h 6858000"/>
                <a:gd name="connsiteX5461" fmla="*/ 3028300 w 4379260"/>
                <a:gd name="connsiteY5461" fmla="*/ 622412 h 6858000"/>
                <a:gd name="connsiteX5462" fmla="*/ 3012520 w 4379260"/>
                <a:gd name="connsiteY5462" fmla="*/ 654517 h 6858000"/>
                <a:gd name="connsiteX5463" fmla="*/ 2999460 w 4379260"/>
                <a:gd name="connsiteY5463" fmla="*/ 689343 h 6858000"/>
                <a:gd name="connsiteX5464" fmla="*/ 2997828 w 4379260"/>
                <a:gd name="connsiteY5464" fmla="*/ 690431 h 6858000"/>
                <a:gd name="connsiteX5465" fmla="*/ 2996196 w 4379260"/>
                <a:gd name="connsiteY5465" fmla="*/ 691519 h 6858000"/>
                <a:gd name="connsiteX5466" fmla="*/ 2992386 w 4379260"/>
                <a:gd name="connsiteY5466" fmla="*/ 693696 h 6858000"/>
                <a:gd name="connsiteX5467" fmla="*/ 2965179 w 4379260"/>
                <a:gd name="connsiteY5467" fmla="*/ 759538 h 6858000"/>
                <a:gd name="connsiteX5468" fmla="*/ 2950487 w 4379260"/>
                <a:gd name="connsiteY5468" fmla="*/ 792732 h 6858000"/>
                <a:gd name="connsiteX5469" fmla="*/ 2936339 w 4379260"/>
                <a:gd name="connsiteY5469" fmla="*/ 825381 h 6858000"/>
                <a:gd name="connsiteX5470" fmla="*/ 2930353 w 4379260"/>
                <a:gd name="connsiteY5470" fmla="*/ 825925 h 6858000"/>
                <a:gd name="connsiteX5471" fmla="*/ 2923823 w 4379260"/>
                <a:gd name="connsiteY5471" fmla="*/ 827557 h 6858000"/>
                <a:gd name="connsiteX5472" fmla="*/ 2919470 w 4379260"/>
                <a:gd name="connsiteY5472" fmla="*/ 828102 h 6858000"/>
                <a:gd name="connsiteX5473" fmla="*/ 2910764 w 4379260"/>
                <a:gd name="connsiteY5473" fmla="*/ 825925 h 6858000"/>
                <a:gd name="connsiteX5474" fmla="*/ 2902601 w 4379260"/>
                <a:gd name="connsiteY5474" fmla="*/ 830278 h 6858000"/>
                <a:gd name="connsiteX5475" fmla="*/ 2897704 w 4379260"/>
                <a:gd name="connsiteY5475" fmla="*/ 829734 h 6858000"/>
                <a:gd name="connsiteX5476" fmla="*/ 2893895 w 4379260"/>
                <a:gd name="connsiteY5476" fmla="*/ 829190 h 6858000"/>
                <a:gd name="connsiteX5477" fmla="*/ 2884100 w 4379260"/>
                <a:gd name="connsiteY5477" fmla="*/ 831911 h 6858000"/>
                <a:gd name="connsiteX5478" fmla="*/ 2878658 w 4379260"/>
                <a:gd name="connsiteY5478" fmla="*/ 832455 h 6858000"/>
                <a:gd name="connsiteX5479" fmla="*/ 2873217 w 4379260"/>
                <a:gd name="connsiteY5479" fmla="*/ 832999 h 6858000"/>
                <a:gd name="connsiteX5480" fmla="*/ 2861246 w 4379260"/>
                <a:gd name="connsiteY5480" fmla="*/ 834087 h 6858000"/>
                <a:gd name="connsiteX5481" fmla="*/ 2850363 w 4379260"/>
                <a:gd name="connsiteY5481" fmla="*/ 838440 h 6858000"/>
                <a:gd name="connsiteX5482" fmla="*/ 2840568 w 4379260"/>
                <a:gd name="connsiteY5482" fmla="*/ 838440 h 6858000"/>
                <a:gd name="connsiteX5483" fmla="*/ 2830773 w 4379260"/>
                <a:gd name="connsiteY5483" fmla="*/ 843338 h 6858000"/>
                <a:gd name="connsiteX5484" fmla="*/ 2826420 w 4379260"/>
                <a:gd name="connsiteY5484" fmla="*/ 838440 h 6858000"/>
                <a:gd name="connsiteX5485" fmla="*/ 2826964 w 4379260"/>
                <a:gd name="connsiteY5485" fmla="*/ 841161 h 6858000"/>
                <a:gd name="connsiteX5486" fmla="*/ 2826420 w 4379260"/>
                <a:gd name="connsiteY5486" fmla="*/ 842794 h 6858000"/>
                <a:gd name="connsiteX5487" fmla="*/ 2820978 w 4379260"/>
                <a:gd name="connsiteY5487" fmla="*/ 843338 h 6858000"/>
                <a:gd name="connsiteX5488" fmla="*/ 2816081 w 4379260"/>
                <a:gd name="connsiteY5488" fmla="*/ 844970 h 6858000"/>
                <a:gd name="connsiteX5489" fmla="*/ 2810095 w 4379260"/>
                <a:gd name="connsiteY5489" fmla="*/ 845514 h 6858000"/>
                <a:gd name="connsiteX5490" fmla="*/ 2805198 w 4379260"/>
                <a:gd name="connsiteY5490" fmla="*/ 844970 h 6858000"/>
                <a:gd name="connsiteX5491" fmla="*/ 2797036 w 4379260"/>
                <a:gd name="connsiteY5491" fmla="*/ 849868 h 6858000"/>
                <a:gd name="connsiteX5492" fmla="*/ 2792682 w 4379260"/>
                <a:gd name="connsiteY5492" fmla="*/ 850956 h 6858000"/>
                <a:gd name="connsiteX5493" fmla="*/ 2787785 w 4379260"/>
                <a:gd name="connsiteY5493" fmla="*/ 850956 h 6858000"/>
                <a:gd name="connsiteX5494" fmla="*/ 2770372 w 4379260"/>
                <a:gd name="connsiteY5494" fmla="*/ 860207 h 6858000"/>
                <a:gd name="connsiteX5495" fmla="*/ 2763842 w 4379260"/>
                <a:gd name="connsiteY5495" fmla="*/ 858030 h 6858000"/>
                <a:gd name="connsiteX5496" fmla="*/ 2759489 w 4379260"/>
                <a:gd name="connsiteY5496" fmla="*/ 859118 h 6858000"/>
                <a:gd name="connsiteX5497" fmla="*/ 2751327 w 4379260"/>
                <a:gd name="connsiteY5497" fmla="*/ 864560 h 6858000"/>
                <a:gd name="connsiteX5498" fmla="*/ 2729561 w 4379260"/>
                <a:gd name="connsiteY5498" fmla="*/ 870001 h 6858000"/>
                <a:gd name="connsiteX5499" fmla="*/ 2719766 w 4379260"/>
                <a:gd name="connsiteY5499" fmla="*/ 874355 h 6858000"/>
                <a:gd name="connsiteX5500" fmla="*/ 2708339 w 4379260"/>
                <a:gd name="connsiteY5500" fmla="*/ 877619 h 6858000"/>
                <a:gd name="connsiteX5501" fmla="*/ 2708339 w 4379260"/>
                <a:gd name="connsiteY5501" fmla="*/ 878164 h 6858000"/>
                <a:gd name="connsiteX5502" fmla="*/ 2707250 w 4379260"/>
                <a:gd name="connsiteY5502" fmla="*/ 879796 h 6858000"/>
                <a:gd name="connsiteX5503" fmla="*/ 2706162 w 4379260"/>
                <a:gd name="connsiteY5503" fmla="*/ 880884 h 6858000"/>
                <a:gd name="connsiteX5504" fmla="*/ 2705618 w 4379260"/>
                <a:gd name="connsiteY5504" fmla="*/ 882517 h 6858000"/>
                <a:gd name="connsiteX5505" fmla="*/ 2686573 w 4379260"/>
                <a:gd name="connsiteY5505" fmla="*/ 898297 h 6858000"/>
                <a:gd name="connsiteX5506" fmla="*/ 2688749 w 4379260"/>
                <a:gd name="connsiteY5506" fmla="*/ 905915 h 6858000"/>
                <a:gd name="connsiteX5507" fmla="*/ 2691470 w 4379260"/>
                <a:gd name="connsiteY5507" fmla="*/ 914078 h 6858000"/>
                <a:gd name="connsiteX5508" fmla="*/ 2696367 w 4379260"/>
                <a:gd name="connsiteY5508" fmla="*/ 929314 h 6858000"/>
                <a:gd name="connsiteX5509" fmla="*/ 2700176 w 4379260"/>
                <a:gd name="connsiteY5509" fmla="*/ 935300 h 6858000"/>
                <a:gd name="connsiteX5510" fmla="*/ 2706162 w 4379260"/>
                <a:gd name="connsiteY5510" fmla="*/ 942374 h 6858000"/>
                <a:gd name="connsiteX5511" fmla="*/ 2708883 w 4379260"/>
                <a:gd name="connsiteY5511" fmla="*/ 944006 h 6858000"/>
                <a:gd name="connsiteX5512" fmla="*/ 2710515 w 4379260"/>
                <a:gd name="connsiteY5512" fmla="*/ 942918 h 6858000"/>
                <a:gd name="connsiteX5513" fmla="*/ 2715413 w 4379260"/>
                <a:gd name="connsiteY5513" fmla="*/ 937476 h 6858000"/>
                <a:gd name="connsiteX5514" fmla="*/ 2720854 w 4379260"/>
                <a:gd name="connsiteY5514" fmla="*/ 932579 h 6858000"/>
                <a:gd name="connsiteX5515" fmla="*/ 2732826 w 4379260"/>
                <a:gd name="connsiteY5515" fmla="*/ 927681 h 6858000"/>
                <a:gd name="connsiteX5516" fmla="*/ 2735002 w 4379260"/>
                <a:gd name="connsiteY5516" fmla="*/ 922784 h 6858000"/>
                <a:gd name="connsiteX5517" fmla="*/ 2773093 w 4379260"/>
                <a:gd name="connsiteY5517" fmla="*/ 908092 h 6858000"/>
                <a:gd name="connsiteX5518" fmla="*/ 2792682 w 4379260"/>
                <a:gd name="connsiteY5518" fmla="*/ 900474 h 6858000"/>
                <a:gd name="connsiteX5519" fmla="*/ 2811728 w 4379260"/>
                <a:gd name="connsiteY5519" fmla="*/ 892856 h 6858000"/>
                <a:gd name="connsiteX5520" fmla="*/ 2815537 w 4379260"/>
                <a:gd name="connsiteY5520" fmla="*/ 893400 h 6858000"/>
                <a:gd name="connsiteX5521" fmla="*/ 2827508 w 4379260"/>
                <a:gd name="connsiteY5521" fmla="*/ 890135 h 6858000"/>
                <a:gd name="connsiteX5522" fmla="*/ 2841112 w 4379260"/>
                <a:gd name="connsiteY5522" fmla="*/ 886870 h 6858000"/>
                <a:gd name="connsiteX5523" fmla="*/ 2843833 w 4379260"/>
                <a:gd name="connsiteY5523" fmla="*/ 886870 h 6858000"/>
                <a:gd name="connsiteX5524" fmla="*/ 2860702 w 4379260"/>
                <a:gd name="connsiteY5524" fmla="*/ 882517 h 6858000"/>
                <a:gd name="connsiteX5525" fmla="*/ 2878114 w 4379260"/>
                <a:gd name="connsiteY5525" fmla="*/ 879796 h 6858000"/>
                <a:gd name="connsiteX5526" fmla="*/ 2911852 w 4379260"/>
                <a:gd name="connsiteY5526" fmla="*/ 872178 h 6858000"/>
                <a:gd name="connsiteX5527" fmla="*/ 2917838 w 4379260"/>
                <a:gd name="connsiteY5527" fmla="*/ 872178 h 6858000"/>
                <a:gd name="connsiteX5528" fmla="*/ 2911852 w 4379260"/>
                <a:gd name="connsiteY5528" fmla="*/ 889047 h 6858000"/>
                <a:gd name="connsiteX5529" fmla="*/ 2910764 w 4379260"/>
                <a:gd name="connsiteY5529" fmla="*/ 889047 h 6858000"/>
                <a:gd name="connsiteX5530" fmla="*/ 2909131 w 4379260"/>
                <a:gd name="connsiteY5530" fmla="*/ 899386 h 6858000"/>
                <a:gd name="connsiteX5531" fmla="*/ 2909675 w 4379260"/>
                <a:gd name="connsiteY5531" fmla="*/ 899386 h 6858000"/>
                <a:gd name="connsiteX5532" fmla="*/ 2906410 w 4379260"/>
                <a:gd name="connsiteY5532" fmla="*/ 906460 h 6858000"/>
                <a:gd name="connsiteX5533" fmla="*/ 2903145 w 4379260"/>
                <a:gd name="connsiteY5533" fmla="*/ 912989 h 6858000"/>
                <a:gd name="connsiteX5534" fmla="*/ 2903145 w 4379260"/>
                <a:gd name="connsiteY5534" fmla="*/ 913534 h 6858000"/>
                <a:gd name="connsiteX5535" fmla="*/ 2902601 w 4379260"/>
                <a:gd name="connsiteY5535" fmla="*/ 914078 h 6858000"/>
                <a:gd name="connsiteX5536" fmla="*/ 2902601 w 4379260"/>
                <a:gd name="connsiteY5536" fmla="*/ 916254 h 6858000"/>
                <a:gd name="connsiteX5537" fmla="*/ 2899880 w 4379260"/>
                <a:gd name="connsiteY5537" fmla="*/ 923328 h 6858000"/>
                <a:gd name="connsiteX5538" fmla="*/ 2899880 w 4379260"/>
                <a:gd name="connsiteY5538" fmla="*/ 923872 h 6858000"/>
                <a:gd name="connsiteX5539" fmla="*/ 2834582 w 4379260"/>
                <a:gd name="connsiteY5539" fmla="*/ 1147655 h 6858000"/>
                <a:gd name="connsiteX5540" fmla="*/ 2831759 w 4379260"/>
                <a:gd name="connsiteY5540" fmla="*/ 1161458 h 6858000"/>
                <a:gd name="connsiteX5541" fmla="*/ 2829125 w 4379260"/>
                <a:gd name="connsiteY5541" fmla="*/ 1164830 h 6858000"/>
                <a:gd name="connsiteX5542" fmla="*/ 2826880 w 4379260"/>
                <a:gd name="connsiteY5542" fmla="*/ 1169285 h 6858000"/>
                <a:gd name="connsiteX5543" fmla="*/ 2825792 w 4379260"/>
                <a:gd name="connsiteY5543" fmla="*/ 1170374 h 6858000"/>
                <a:gd name="connsiteX5544" fmla="*/ 2821439 w 4379260"/>
                <a:gd name="connsiteY5544" fmla="*/ 1173639 h 6858000"/>
                <a:gd name="connsiteX5545" fmla="*/ 2820350 w 4379260"/>
                <a:gd name="connsiteY5545" fmla="*/ 1177992 h 6858000"/>
                <a:gd name="connsiteX5546" fmla="*/ 2820350 w 4379260"/>
                <a:gd name="connsiteY5546" fmla="*/ 1180168 h 6858000"/>
                <a:gd name="connsiteX5547" fmla="*/ 2819262 w 4379260"/>
                <a:gd name="connsiteY5547" fmla="*/ 1181801 h 6858000"/>
                <a:gd name="connsiteX5548" fmla="*/ 2811100 w 4379260"/>
                <a:gd name="connsiteY5548" fmla="*/ 1189963 h 6858000"/>
                <a:gd name="connsiteX5549" fmla="*/ 2810012 w 4379260"/>
                <a:gd name="connsiteY5549" fmla="*/ 1192684 h 6858000"/>
                <a:gd name="connsiteX5550" fmla="*/ 2808923 w 4379260"/>
                <a:gd name="connsiteY5550" fmla="*/ 1194861 h 6858000"/>
                <a:gd name="connsiteX5551" fmla="*/ 2804570 w 4379260"/>
                <a:gd name="connsiteY5551" fmla="*/ 1198126 h 6858000"/>
                <a:gd name="connsiteX5552" fmla="*/ 2803482 w 4379260"/>
                <a:gd name="connsiteY5552" fmla="*/ 1199758 h 6858000"/>
                <a:gd name="connsiteX5553" fmla="*/ 2800761 w 4379260"/>
                <a:gd name="connsiteY5553" fmla="*/ 1205744 h 6858000"/>
                <a:gd name="connsiteX5554" fmla="*/ 2798584 w 4379260"/>
                <a:gd name="connsiteY5554" fmla="*/ 1208464 h 6858000"/>
                <a:gd name="connsiteX5555" fmla="*/ 2796952 w 4379260"/>
                <a:gd name="connsiteY5555" fmla="*/ 1211185 h 6858000"/>
                <a:gd name="connsiteX5556" fmla="*/ 2793687 w 4379260"/>
                <a:gd name="connsiteY5556" fmla="*/ 1209553 h 6858000"/>
                <a:gd name="connsiteX5557" fmla="*/ 2794231 w 4379260"/>
                <a:gd name="connsiteY5557" fmla="*/ 1210641 h 6858000"/>
                <a:gd name="connsiteX5558" fmla="*/ 2794231 w 4379260"/>
                <a:gd name="connsiteY5558" fmla="*/ 1211729 h 6858000"/>
                <a:gd name="connsiteX5559" fmla="*/ 2794775 w 4379260"/>
                <a:gd name="connsiteY5559" fmla="*/ 1213362 h 6858000"/>
                <a:gd name="connsiteX5560" fmla="*/ 2793687 w 4379260"/>
                <a:gd name="connsiteY5560" fmla="*/ 1214450 h 6858000"/>
                <a:gd name="connsiteX5561" fmla="*/ 2789878 w 4379260"/>
                <a:gd name="connsiteY5561" fmla="*/ 1218803 h 6858000"/>
                <a:gd name="connsiteX5562" fmla="*/ 2788790 w 4379260"/>
                <a:gd name="connsiteY5562" fmla="*/ 1221524 h 6858000"/>
                <a:gd name="connsiteX5563" fmla="*/ 2787701 w 4379260"/>
                <a:gd name="connsiteY5563" fmla="*/ 1223701 h 6858000"/>
                <a:gd name="connsiteX5564" fmla="*/ 2787157 w 4379260"/>
                <a:gd name="connsiteY5564" fmla="*/ 1224245 h 6858000"/>
                <a:gd name="connsiteX5565" fmla="*/ 2776818 w 4379260"/>
                <a:gd name="connsiteY5565" fmla="*/ 1235128 h 6858000"/>
                <a:gd name="connsiteX5566" fmla="*/ 2773009 w 4379260"/>
                <a:gd name="connsiteY5566" fmla="*/ 1241114 h 6858000"/>
                <a:gd name="connsiteX5567" fmla="*/ 2768112 w 4379260"/>
                <a:gd name="connsiteY5567" fmla="*/ 1245467 h 6858000"/>
                <a:gd name="connsiteX5568" fmla="*/ 2767568 w 4379260"/>
                <a:gd name="connsiteY5568" fmla="*/ 1246011 h 6858000"/>
                <a:gd name="connsiteX5569" fmla="*/ 2767024 w 4379260"/>
                <a:gd name="connsiteY5569" fmla="*/ 1248732 h 6858000"/>
                <a:gd name="connsiteX5570" fmla="*/ 2765935 w 4379260"/>
                <a:gd name="connsiteY5570" fmla="*/ 1250908 h 6858000"/>
                <a:gd name="connsiteX5571" fmla="*/ 2761038 w 4379260"/>
                <a:gd name="connsiteY5571" fmla="*/ 1254173 h 6858000"/>
                <a:gd name="connsiteX5572" fmla="*/ 2759405 w 4379260"/>
                <a:gd name="connsiteY5572" fmla="*/ 1255262 h 6858000"/>
                <a:gd name="connsiteX5573" fmla="*/ 2757229 w 4379260"/>
                <a:gd name="connsiteY5573" fmla="*/ 1260159 h 6858000"/>
                <a:gd name="connsiteX5574" fmla="*/ 2753420 w 4379260"/>
                <a:gd name="connsiteY5574" fmla="*/ 1263968 h 6858000"/>
                <a:gd name="connsiteX5575" fmla="*/ 2747978 w 4379260"/>
                <a:gd name="connsiteY5575" fmla="*/ 1272674 h 6858000"/>
                <a:gd name="connsiteX5576" fmla="*/ 2746346 w 4379260"/>
                <a:gd name="connsiteY5576" fmla="*/ 1272130 h 6858000"/>
                <a:gd name="connsiteX5577" fmla="*/ 2745802 w 4379260"/>
                <a:gd name="connsiteY5577" fmla="*/ 1271586 h 6858000"/>
                <a:gd name="connsiteX5578" fmla="*/ 2744713 w 4379260"/>
                <a:gd name="connsiteY5578" fmla="*/ 1272130 h 6858000"/>
                <a:gd name="connsiteX5579" fmla="*/ 2737639 w 4379260"/>
                <a:gd name="connsiteY5579" fmla="*/ 1282469 h 6858000"/>
                <a:gd name="connsiteX5580" fmla="*/ 2733286 w 4379260"/>
                <a:gd name="connsiteY5580" fmla="*/ 1287367 h 6858000"/>
                <a:gd name="connsiteX5581" fmla="*/ 2730021 w 4379260"/>
                <a:gd name="connsiteY5581" fmla="*/ 1292808 h 6858000"/>
                <a:gd name="connsiteX5582" fmla="*/ 2728933 w 4379260"/>
                <a:gd name="connsiteY5582" fmla="*/ 1293896 h 6858000"/>
                <a:gd name="connsiteX5583" fmla="*/ 2725668 w 4379260"/>
                <a:gd name="connsiteY5583" fmla="*/ 1294985 h 6858000"/>
                <a:gd name="connsiteX5584" fmla="*/ 2723491 w 4379260"/>
                <a:gd name="connsiteY5584" fmla="*/ 1297705 h 6858000"/>
                <a:gd name="connsiteX5585" fmla="*/ 2716962 w 4379260"/>
                <a:gd name="connsiteY5585" fmla="*/ 1300970 h 6858000"/>
                <a:gd name="connsiteX5586" fmla="*/ 2717506 w 4379260"/>
                <a:gd name="connsiteY5586" fmla="*/ 1302603 h 6858000"/>
                <a:gd name="connsiteX5587" fmla="*/ 2717506 w 4379260"/>
                <a:gd name="connsiteY5587" fmla="*/ 1303147 h 6858000"/>
                <a:gd name="connsiteX5588" fmla="*/ 2718050 w 4379260"/>
                <a:gd name="connsiteY5588" fmla="*/ 1304779 h 6858000"/>
                <a:gd name="connsiteX5589" fmla="*/ 2709343 w 4379260"/>
                <a:gd name="connsiteY5589" fmla="*/ 1311853 h 6858000"/>
                <a:gd name="connsiteX5590" fmla="*/ 2705534 w 4379260"/>
                <a:gd name="connsiteY5590" fmla="*/ 1315662 h 6858000"/>
                <a:gd name="connsiteX5591" fmla="*/ 2700637 w 4379260"/>
                <a:gd name="connsiteY5591" fmla="*/ 1318383 h 6858000"/>
                <a:gd name="connsiteX5592" fmla="*/ 2700093 w 4379260"/>
                <a:gd name="connsiteY5592" fmla="*/ 1319472 h 6858000"/>
                <a:gd name="connsiteX5593" fmla="*/ 2697916 w 4379260"/>
                <a:gd name="connsiteY5593" fmla="*/ 1323281 h 6858000"/>
                <a:gd name="connsiteX5594" fmla="*/ 2694107 w 4379260"/>
                <a:gd name="connsiteY5594" fmla="*/ 1326001 h 6858000"/>
                <a:gd name="connsiteX5595" fmla="*/ 2689754 w 4379260"/>
                <a:gd name="connsiteY5595" fmla="*/ 1333075 h 6858000"/>
                <a:gd name="connsiteX5596" fmla="*/ 2689210 w 4379260"/>
                <a:gd name="connsiteY5596" fmla="*/ 1333075 h 6858000"/>
                <a:gd name="connsiteX5597" fmla="*/ 2688666 w 4379260"/>
                <a:gd name="connsiteY5597" fmla="*/ 1332531 h 6858000"/>
                <a:gd name="connsiteX5598" fmla="*/ 2688666 w 4379260"/>
                <a:gd name="connsiteY5598" fmla="*/ 1331987 h 6858000"/>
                <a:gd name="connsiteX5599" fmla="*/ 2688122 w 4379260"/>
                <a:gd name="connsiteY5599" fmla="*/ 1331987 h 6858000"/>
                <a:gd name="connsiteX5600" fmla="*/ 2684857 w 4379260"/>
                <a:gd name="connsiteY5600" fmla="*/ 1333620 h 6858000"/>
                <a:gd name="connsiteX5601" fmla="*/ 2682136 w 4379260"/>
                <a:gd name="connsiteY5601" fmla="*/ 1335252 h 6858000"/>
                <a:gd name="connsiteX5602" fmla="*/ 2676150 w 4379260"/>
                <a:gd name="connsiteY5602" fmla="*/ 1336884 h 6858000"/>
                <a:gd name="connsiteX5603" fmla="*/ 2676150 w 4379260"/>
                <a:gd name="connsiteY5603" fmla="*/ 1335796 h 6858000"/>
                <a:gd name="connsiteX5604" fmla="*/ 2673974 w 4379260"/>
                <a:gd name="connsiteY5604" fmla="*/ 1335796 h 6858000"/>
                <a:gd name="connsiteX5605" fmla="*/ 2675062 w 4379260"/>
                <a:gd name="connsiteY5605" fmla="*/ 1336884 h 6858000"/>
                <a:gd name="connsiteX5606" fmla="*/ 2674518 w 4379260"/>
                <a:gd name="connsiteY5606" fmla="*/ 1337429 h 6858000"/>
                <a:gd name="connsiteX5607" fmla="*/ 2674518 w 4379260"/>
                <a:gd name="connsiteY5607" fmla="*/ 1337973 h 6858000"/>
                <a:gd name="connsiteX5608" fmla="*/ 2673974 w 4379260"/>
                <a:gd name="connsiteY5608" fmla="*/ 1338517 h 6858000"/>
                <a:gd name="connsiteX5609" fmla="*/ 2672885 w 4379260"/>
                <a:gd name="connsiteY5609" fmla="*/ 1337429 h 6858000"/>
                <a:gd name="connsiteX5610" fmla="*/ 2674518 w 4379260"/>
                <a:gd name="connsiteY5610" fmla="*/ 1334164 h 6858000"/>
                <a:gd name="connsiteX5611" fmla="*/ 2676150 w 4379260"/>
                <a:gd name="connsiteY5611" fmla="*/ 1331443 h 6858000"/>
                <a:gd name="connsiteX5612" fmla="*/ 2677238 w 4379260"/>
                <a:gd name="connsiteY5612" fmla="*/ 1329810 h 6858000"/>
                <a:gd name="connsiteX5613" fmla="*/ 2678871 w 4379260"/>
                <a:gd name="connsiteY5613" fmla="*/ 1328178 h 6858000"/>
                <a:gd name="connsiteX5614" fmla="*/ 2678327 w 4379260"/>
                <a:gd name="connsiteY5614" fmla="*/ 1328178 h 6858000"/>
                <a:gd name="connsiteX5615" fmla="*/ 2678327 w 4379260"/>
                <a:gd name="connsiteY5615" fmla="*/ 1327634 h 6858000"/>
                <a:gd name="connsiteX5616" fmla="*/ 2680503 w 4379260"/>
                <a:gd name="connsiteY5616" fmla="*/ 1327634 h 6858000"/>
                <a:gd name="connsiteX5617" fmla="*/ 2680503 w 4379260"/>
                <a:gd name="connsiteY5617" fmla="*/ 1326001 h 6858000"/>
                <a:gd name="connsiteX5618" fmla="*/ 2679415 w 4379260"/>
                <a:gd name="connsiteY5618" fmla="*/ 1320560 h 6858000"/>
                <a:gd name="connsiteX5619" fmla="*/ 2679415 w 4379260"/>
                <a:gd name="connsiteY5619" fmla="*/ 1320016 h 6858000"/>
                <a:gd name="connsiteX5620" fmla="*/ 2679959 w 4379260"/>
                <a:gd name="connsiteY5620" fmla="*/ 1318383 h 6858000"/>
                <a:gd name="connsiteX5621" fmla="*/ 2680503 w 4379260"/>
                <a:gd name="connsiteY5621" fmla="*/ 1316751 h 6858000"/>
                <a:gd name="connsiteX5622" fmla="*/ 2680503 w 4379260"/>
                <a:gd name="connsiteY5622" fmla="*/ 1315118 h 6858000"/>
                <a:gd name="connsiteX5623" fmla="*/ 2682136 w 4379260"/>
                <a:gd name="connsiteY5623" fmla="*/ 1313486 h 6858000"/>
                <a:gd name="connsiteX5624" fmla="*/ 2681592 w 4379260"/>
                <a:gd name="connsiteY5624" fmla="*/ 1304779 h 6858000"/>
                <a:gd name="connsiteX5625" fmla="*/ 2683224 w 4379260"/>
                <a:gd name="connsiteY5625" fmla="*/ 1286278 h 6858000"/>
                <a:gd name="connsiteX5626" fmla="*/ 2684312 w 4379260"/>
                <a:gd name="connsiteY5626" fmla="*/ 1279748 h 6858000"/>
                <a:gd name="connsiteX5627" fmla="*/ 2684857 w 4379260"/>
                <a:gd name="connsiteY5627" fmla="*/ 1272674 h 6858000"/>
                <a:gd name="connsiteX5628" fmla="*/ 2685401 w 4379260"/>
                <a:gd name="connsiteY5628" fmla="*/ 1262336 h 6858000"/>
                <a:gd name="connsiteX5629" fmla="*/ 2685401 w 4379260"/>
                <a:gd name="connsiteY5629" fmla="*/ 1257982 h 6858000"/>
                <a:gd name="connsiteX5630" fmla="*/ 2685945 w 4379260"/>
                <a:gd name="connsiteY5630" fmla="*/ 1255262 h 6858000"/>
                <a:gd name="connsiteX5631" fmla="*/ 2689754 w 4379260"/>
                <a:gd name="connsiteY5631" fmla="*/ 1244923 h 6858000"/>
                <a:gd name="connsiteX5632" fmla="*/ 2690298 w 4379260"/>
                <a:gd name="connsiteY5632" fmla="*/ 1239481 h 6858000"/>
                <a:gd name="connsiteX5633" fmla="*/ 2689210 w 4379260"/>
                <a:gd name="connsiteY5633" fmla="*/ 1232951 h 6858000"/>
                <a:gd name="connsiteX5634" fmla="*/ 2689210 w 4379260"/>
                <a:gd name="connsiteY5634" fmla="*/ 1231319 h 6858000"/>
                <a:gd name="connsiteX5635" fmla="*/ 2689754 w 4379260"/>
                <a:gd name="connsiteY5635" fmla="*/ 1228054 h 6858000"/>
                <a:gd name="connsiteX5636" fmla="*/ 2697372 w 4379260"/>
                <a:gd name="connsiteY5636" fmla="*/ 1204655 h 6858000"/>
                <a:gd name="connsiteX5637" fmla="*/ 2697916 w 4379260"/>
                <a:gd name="connsiteY5637" fmla="*/ 1198670 h 6858000"/>
                <a:gd name="connsiteX5638" fmla="*/ 2698460 w 4379260"/>
                <a:gd name="connsiteY5638" fmla="*/ 1193228 h 6858000"/>
                <a:gd name="connsiteX5639" fmla="*/ 2702814 w 4379260"/>
                <a:gd name="connsiteY5639" fmla="*/ 1181801 h 6858000"/>
                <a:gd name="connsiteX5640" fmla="*/ 2703358 w 4379260"/>
                <a:gd name="connsiteY5640" fmla="*/ 1179624 h 6858000"/>
                <a:gd name="connsiteX5641" fmla="*/ 2703358 w 4379260"/>
                <a:gd name="connsiteY5641" fmla="*/ 1177992 h 6858000"/>
                <a:gd name="connsiteX5642" fmla="*/ 2702814 w 4379260"/>
                <a:gd name="connsiteY5642" fmla="*/ 1174183 h 6858000"/>
                <a:gd name="connsiteX5643" fmla="*/ 2704446 w 4379260"/>
                <a:gd name="connsiteY5643" fmla="*/ 1164388 h 6858000"/>
                <a:gd name="connsiteX5644" fmla="*/ 2706078 w 4379260"/>
                <a:gd name="connsiteY5644" fmla="*/ 1156770 h 6858000"/>
                <a:gd name="connsiteX5645" fmla="*/ 2706623 w 4379260"/>
                <a:gd name="connsiteY5645" fmla="*/ 1149696 h 6858000"/>
                <a:gd name="connsiteX5646" fmla="*/ 2708799 w 4379260"/>
                <a:gd name="connsiteY5646" fmla="*/ 1148608 h 6858000"/>
                <a:gd name="connsiteX5647" fmla="*/ 2710976 w 4379260"/>
                <a:gd name="connsiteY5647" fmla="*/ 1149152 h 6858000"/>
                <a:gd name="connsiteX5648" fmla="*/ 2710432 w 4379260"/>
                <a:gd name="connsiteY5648" fmla="*/ 1147519 h 6858000"/>
                <a:gd name="connsiteX5649" fmla="*/ 2709343 w 4379260"/>
                <a:gd name="connsiteY5649" fmla="*/ 1145887 h 6858000"/>
                <a:gd name="connsiteX5650" fmla="*/ 2707711 w 4379260"/>
                <a:gd name="connsiteY5650" fmla="*/ 1141534 h 6858000"/>
                <a:gd name="connsiteX5651" fmla="*/ 2708255 w 4379260"/>
                <a:gd name="connsiteY5651" fmla="*/ 1139357 h 6858000"/>
                <a:gd name="connsiteX5652" fmla="*/ 2709888 w 4379260"/>
                <a:gd name="connsiteY5652" fmla="*/ 1136092 h 6858000"/>
                <a:gd name="connsiteX5653" fmla="*/ 2710432 w 4379260"/>
                <a:gd name="connsiteY5653" fmla="*/ 1131195 h 6858000"/>
                <a:gd name="connsiteX5654" fmla="*/ 2710432 w 4379260"/>
                <a:gd name="connsiteY5654" fmla="*/ 1120856 h 6858000"/>
                <a:gd name="connsiteX5655" fmla="*/ 2709888 w 4379260"/>
                <a:gd name="connsiteY5655" fmla="*/ 1115958 h 6858000"/>
                <a:gd name="connsiteX5656" fmla="*/ 2708799 w 4379260"/>
                <a:gd name="connsiteY5656" fmla="*/ 1111605 h 6858000"/>
                <a:gd name="connsiteX5657" fmla="*/ 2706623 w 4379260"/>
                <a:gd name="connsiteY5657" fmla="*/ 1103987 h 6858000"/>
                <a:gd name="connsiteX5658" fmla="*/ 2706078 w 4379260"/>
                <a:gd name="connsiteY5658" fmla="*/ 1101810 h 6858000"/>
                <a:gd name="connsiteX5659" fmla="*/ 2698460 w 4379260"/>
                <a:gd name="connsiteY5659" fmla="*/ 1083853 h 6858000"/>
                <a:gd name="connsiteX5660" fmla="*/ 2682136 w 4379260"/>
                <a:gd name="connsiteY5660" fmla="*/ 1072970 h 6858000"/>
                <a:gd name="connsiteX5661" fmla="*/ 2671253 w 4379260"/>
                <a:gd name="connsiteY5661" fmla="*/ 1071338 h 6858000"/>
                <a:gd name="connsiteX5662" fmla="*/ 2646222 w 4379260"/>
                <a:gd name="connsiteY5662" fmla="*/ 1077868 h 6858000"/>
                <a:gd name="connsiteX5663" fmla="*/ 2635883 w 4379260"/>
                <a:gd name="connsiteY5663" fmla="*/ 1083309 h 6858000"/>
                <a:gd name="connsiteX5664" fmla="*/ 2633162 w 4379260"/>
                <a:gd name="connsiteY5664" fmla="*/ 1085486 h 6858000"/>
                <a:gd name="connsiteX5665" fmla="*/ 2628809 w 4379260"/>
                <a:gd name="connsiteY5665" fmla="*/ 1092016 h 6858000"/>
                <a:gd name="connsiteX5666" fmla="*/ 2623912 w 4379260"/>
                <a:gd name="connsiteY5666" fmla="*/ 1099090 h 6858000"/>
                <a:gd name="connsiteX5667" fmla="*/ 2619558 w 4379260"/>
                <a:gd name="connsiteY5667" fmla="*/ 1103987 h 6858000"/>
                <a:gd name="connsiteX5668" fmla="*/ 2615205 w 4379260"/>
                <a:gd name="connsiteY5668" fmla="*/ 1106708 h 6858000"/>
                <a:gd name="connsiteX5669" fmla="*/ 2611940 w 4379260"/>
                <a:gd name="connsiteY5669" fmla="*/ 1109973 h 6858000"/>
                <a:gd name="connsiteX5670" fmla="*/ 2606499 w 4379260"/>
                <a:gd name="connsiteY5670" fmla="*/ 1119767 h 6858000"/>
                <a:gd name="connsiteX5671" fmla="*/ 2599425 w 4379260"/>
                <a:gd name="connsiteY5671" fmla="*/ 1129018 h 6858000"/>
                <a:gd name="connsiteX5672" fmla="*/ 2587997 w 4379260"/>
                <a:gd name="connsiteY5672" fmla="*/ 1147519 h 6858000"/>
                <a:gd name="connsiteX5673" fmla="*/ 2586909 w 4379260"/>
                <a:gd name="connsiteY5673" fmla="*/ 1148063 h 6858000"/>
                <a:gd name="connsiteX5674" fmla="*/ 2584732 w 4379260"/>
                <a:gd name="connsiteY5674" fmla="*/ 1148063 h 6858000"/>
                <a:gd name="connsiteX5675" fmla="*/ 2583100 w 4379260"/>
                <a:gd name="connsiteY5675" fmla="*/ 1149152 h 6858000"/>
                <a:gd name="connsiteX5676" fmla="*/ 2577114 w 4379260"/>
                <a:gd name="connsiteY5676" fmla="*/ 1161123 h 6858000"/>
                <a:gd name="connsiteX5677" fmla="*/ 2570040 w 4379260"/>
                <a:gd name="connsiteY5677" fmla="*/ 1173094 h 6858000"/>
                <a:gd name="connsiteX5678" fmla="*/ 2557525 w 4379260"/>
                <a:gd name="connsiteY5678" fmla="*/ 1197581 h 6858000"/>
                <a:gd name="connsiteX5679" fmla="*/ 2555348 w 4379260"/>
                <a:gd name="connsiteY5679" fmla="*/ 1199758 h 6858000"/>
                <a:gd name="connsiteX5680" fmla="*/ 2546642 w 4379260"/>
                <a:gd name="connsiteY5680" fmla="*/ 1211185 h 6858000"/>
                <a:gd name="connsiteX5681" fmla="*/ 2543377 w 4379260"/>
                <a:gd name="connsiteY5681" fmla="*/ 1217715 h 6858000"/>
                <a:gd name="connsiteX5682" fmla="*/ 2537935 w 4379260"/>
                <a:gd name="connsiteY5682" fmla="*/ 1223157 h 6858000"/>
                <a:gd name="connsiteX5683" fmla="*/ 2538480 w 4379260"/>
                <a:gd name="connsiteY5683" fmla="*/ 1224789 h 6858000"/>
                <a:gd name="connsiteX5684" fmla="*/ 2538480 w 4379260"/>
                <a:gd name="connsiteY5684" fmla="*/ 1226421 h 6858000"/>
                <a:gd name="connsiteX5685" fmla="*/ 2539568 w 4379260"/>
                <a:gd name="connsiteY5685" fmla="*/ 1228598 h 6858000"/>
                <a:gd name="connsiteX5686" fmla="*/ 2536303 w 4379260"/>
                <a:gd name="connsiteY5686" fmla="*/ 1231863 h 6858000"/>
                <a:gd name="connsiteX5687" fmla="*/ 2536303 w 4379260"/>
                <a:gd name="connsiteY5687" fmla="*/ 1230231 h 6858000"/>
                <a:gd name="connsiteX5688" fmla="*/ 2535759 w 4379260"/>
                <a:gd name="connsiteY5688" fmla="*/ 1225877 h 6858000"/>
                <a:gd name="connsiteX5689" fmla="*/ 2535759 w 4379260"/>
                <a:gd name="connsiteY5689" fmla="*/ 1225333 h 6858000"/>
                <a:gd name="connsiteX5690" fmla="*/ 2536847 w 4379260"/>
                <a:gd name="connsiteY5690" fmla="*/ 1223157 h 6858000"/>
                <a:gd name="connsiteX5691" fmla="*/ 2538480 w 4379260"/>
                <a:gd name="connsiteY5691" fmla="*/ 1220436 h 6858000"/>
                <a:gd name="connsiteX5692" fmla="*/ 2539568 w 4379260"/>
                <a:gd name="connsiteY5692" fmla="*/ 1217171 h 6858000"/>
                <a:gd name="connsiteX5693" fmla="*/ 2538480 w 4379260"/>
                <a:gd name="connsiteY5693" fmla="*/ 1214450 h 6858000"/>
                <a:gd name="connsiteX5694" fmla="*/ 2538480 w 4379260"/>
                <a:gd name="connsiteY5694" fmla="*/ 1213906 h 6858000"/>
                <a:gd name="connsiteX5695" fmla="*/ 2540656 w 4379260"/>
                <a:gd name="connsiteY5695" fmla="*/ 1212273 h 6858000"/>
                <a:gd name="connsiteX5696" fmla="*/ 2541744 w 4379260"/>
                <a:gd name="connsiteY5696" fmla="*/ 1211729 h 6858000"/>
                <a:gd name="connsiteX5697" fmla="*/ 2542833 w 4379260"/>
                <a:gd name="connsiteY5697" fmla="*/ 1211185 h 6858000"/>
                <a:gd name="connsiteX5698" fmla="*/ 2538480 w 4379260"/>
                <a:gd name="connsiteY5698" fmla="*/ 1210097 h 6858000"/>
                <a:gd name="connsiteX5699" fmla="*/ 2539568 w 4379260"/>
                <a:gd name="connsiteY5699" fmla="*/ 1206832 h 6858000"/>
                <a:gd name="connsiteX5700" fmla="*/ 2540112 w 4379260"/>
                <a:gd name="connsiteY5700" fmla="*/ 1203567 h 6858000"/>
                <a:gd name="connsiteX5701" fmla="*/ 2542833 w 4379260"/>
                <a:gd name="connsiteY5701" fmla="*/ 1197581 h 6858000"/>
                <a:gd name="connsiteX5702" fmla="*/ 2543377 w 4379260"/>
                <a:gd name="connsiteY5702" fmla="*/ 1197037 h 6858000"/>
                <a:gd name="connsiteX5703" fmla="*/ 2542833 w 4379260"/>
                <a:gd name="connsiteY5703" fmla="*/ 1195949 h 6858000"/>
                <a:gd name="connsiteX5704" fmla="*/ 2541744 w 4379260"/>
                <a:gd name="connsiteY5704" fmla="*/ 1191596 h 6858000"/>
                <a:gd name="connsiteX5705" fmla="*/ 2541744 w 4379260"/>
                <a:gd name="connsiteY5705" fmla="*/ 1190507 h 6858000"/>
                <a:gd name="connsiteX5706" fmla="*/ 2542288 w 4379260"/>
                <a:gd name="connsiteY5706" fmla="*/ 1187787 h 6858000"/>
                <a:gd name="connsiteX5707" fmla="*/ 2543377 w 4379260"/>
                <a:gd name="connsiteY5707" fmla="*/ 1185066 h 6858000"/>
                <a:gd name="connsiteX5708" fmla="*/ 2544465 w 4379260"/>
                <a:gd name="connsiteY5708" fmla="*/ 1179624 h 6858000"/>
                <a:gd name="connsiteX5709" fmla="*/ 2542288 w 4379260"/>
                <a:gd name="connsiteY5709" fmla="*/ 1173094 h 6858000"/>
                <a:gd name="connsiteX5710" fmla="*/ 2541744 w 4379260"/>
                <a:gd name="connsiteY5710" fmla="*/ 1172006 h 6858000"/>
                <a:gd name="connsiteX5711" fmla="*/ 2542833 w 4379260"/>
                <a:gd name="connsiteY5711" fmla="*/ 1170918 h 6858000"/>
                <a:gd name="connsiteX5712" fmla="*/ 2546098 w 4379260"/>
                <a:gd name="connsiteY5712" fmla="*/ 1165476 h 6858000"/>
                <a:gd name="connsiteX5713" fmla="*/ 2544465 w 4379260"/>
                <a:gd name="connsiteY5713" fmla="*/ 1160035 h 6858000"/>
                <a:gd name="connsiteX5714" fmla="*/ 2544465 w 4379260"/>
                <a:gd name="connsiteY5714" fmla="*/ 1158947 h 6858000"/>
                <a:gd name="connsiteX5715" fmla="*/ 2546642 w 4379260"/>
                <a:gd name="connsiteY5715" fmla="*/ 1146975 h 6858000"/>
                <a:gd name="connsiteX5716" fmla="*/ 2546642 w 4379260"/>
                <a:gd name="connsiteY5716" fmla="*/ 1137180 h 6858000"/>
                <a:gd name="connsiteX5717" fmla="*/ 2548274 w 4379260"/>
                <a:gd name="connsiteY5717" fmla="*/ 1129562 h 6858000"/>
                <a:gd name="connsiteX5718" fmla="*/ 2546642 w 4379260"/>
                <a:gd name="connsiteY5718" fmla="*/ 1128474 h 6858000"/>
                <a:gd name="connsiteX5719" fmla="*/ 2546642 w 4379260"/>
                <a:gd name="connsiteY5719" fmla="*/ 1127930 h 6858000"/>
                <a:gd name="connsiteX5720" fmla="*/ 2546098 w 4379260"/>
                <a:gd name="connsiteY5720" fmla="*/ 1126841 h 6858000"/>
                <a:gd name="connsiteX5721" fmla="*/ 2545009 w 4379260"/>
                <a:gd name="connsiteY5721" fmla="*/ 1125753 h 6858000"/>
                <a:gd name="connsiteX5722" fmla="*/ 2545554 w 4379260"/>
                <a:gd name="connsiteY5722" fmla="*/ 1122488 h 6858000"/>
                <a:gd name="connsiteX5723" fmla="*/ 2539024 w 4379260"/>
                <a:gd name="connsiteY5723" fmla="*/ 1112149 h 6858000"/>
                <a:gd name="connsiteX5724" fmla="*/ 2534126 w 4379260"/>
                <a:gd name="connsiteY5724" fmla="*/ 1111061 h 6858000"/>
                <a:gd name="connsiteX5725" fmla="*/ 2528140 w 4379260"/>
                <a:gd name="connsiteY5725" fmla="*/ 1111605 h 6858000"/>
                <a:gd name="connsiteX5726" fmla="*/ 2521067 w 4379260"/>
                <a:gd name="connsiteY5726" fmla="*/ 1111605 h 6858000"/>
                <a:gd name="connsiteX5727" fmla="*/ 2508551 w 4379260"/>
                <a:gd name="connsiteY5727" fmla="*/ 1112693 h 6858000"/>
                <a:gd name="connsiteX5728" fmla="*/ 2502021 w 4379260"/>
                <a:gd name="connsiteY5728" fmla="*/ 1113238 h 6858000"/>
                <a:gd name="connsiteX5729" fmla="*/ 2498756 w 4379260"/>
                <a:gd name="connsiteY5729" fmla="*/ 1113782 h 6858000"/>
                <a:gd name="connsiteX5730" fmla="*/ 2490050 w 4379260"/>
                <a:gd name="connsiteY5730" fmla="*/ 1116503 h 6858000"/>
                <a:gd name="connsiteX5731" fmla="*/ 2487329 w 4379260"/>
                <a:gd name="connsiteY5731" fmla="*/ 1118679 h 6858000"/>
                <a:gd name="connsiteX5732" fmla="*/ 2487329 w 4379260"/>
                <a:gd name="connsiteY5732" fmla="*/ 1119223 h 6858000"/>
                <a:gd name="connsiteX5733" fmla="*/ 2492771 w 4379260"/>
                <a:gd name="connsiteY5733" fmla="*/ 1126297 h 6858000"/>
                <a:gd name="connsiteX5734" fmla="*/ 2493859 w 4379260"/>
                <a:gd name="connsiteY5734" fmla="*/ 1131195 h 6858000"/>
                <a:gd name="connsiteX5735" fmla="*/ 2493315 w 4379260"/>
                <a:gd name="connsiteY5735" fmla="*/ 1133915 h 6858000"/>
                <a:gd name="connsiteX5736" fmla="*/ 2493315 w 4379260"/>
                <a:gd name="connsiteY5736" fmla="*/ 1134460 h 6858000"/>
                <a:gd name="connsiteX5737" fmla="*/ 2493859 w 4379260"/>
                <a:gd name="connsiteY5737" fmla="*/ 1135548 h 6858000"/>
                <a:gd name="connsiteX5738" fmla="*/ 2495491 w 4379260"/>
                <a:gd name="connsiteY5738" fmla="*/ 1136636 h 6858000"/>
                <a:gd name="connsiteX5739" fmla="*/ 2495684 w 4379260"/>
                <a:gd name="connsiteY5739" fmla="*/ 1136829 h 6858000"/>
                <a:gd name="connsiteX5740" fmla="*/ 2493830 w 4379260"/>
                <a:gd name="connsiteY5740" fmla="*/ 1140105 h 6858000"/>
                <a:gd name="connsiteX5741" fmla="*/ 2470670 w 4379260"/>
                <a:gd name="connsiteY5741" fmla="*/ 1170918 h 6858000"/>
                <a:gd name="connsiteX5742" fmla="*/ 2446183 w 4379260"/>
                <a:gd name="connsiteY5742" fmla="*/ 1203567 h 6858000"/>
                <a:gd name="connsiteX5743" fmla="*/ 2446727 w 4379260"/>
                <a:gd name="connsiteY5743" fmla="*/ 1204111 h 6858000"/>
                <a:gd name="connsiteX5744" fmla="*/ 2447271 w 4379260"/>
                <a:gd name="connsiteY5744" fmla="*/ 1204655 h 6858000"/>
                <a:gd name="connsiteX5745" fmla="*/ 2447815 w 4379260"/>
                <a:gd name="connsiteY5745" fmla="*/ 1204655 h 6858000"/>
                <a:gd name="connsiteX5746" fmla="*/ 2447815 w 4379260"/>
                <a:gd name="connsiteY5746" fmla="*/ 1205199 h 6858000"/>
                <a:gd name="connsiteX5747" fmla="*/ 2430402 w 4379260"/>
                <a:gd name="connsiteY5747" fmla="*/ 1218803 h 6858000"/>
                <a:gd name="connsiteX5748" fmla="*/ 2421696 w 4379260"/>
                <a:gd name="connsiteY5748" fmla="*/ 1226421 h 6858000"/>
                <a:gd name="connsiteX5749" fmla="*/ 2411901 w 4379260"/>
                <a:gd name="connsiteY5749" fmla="*/ 1232407 h 6858000"/>
                <a:gd name="connsiteX5750" fmla="*/ 2409180 w 4379260"/>
                <a:gd name="connsiteY5750" fmla="*/ 1234584 h 6858000"/>
                <a:gd name="connsiteX5751" fmla="*/ 2386326 w 4379260"/>
                <a:gd name="connsiteY5751" fmla="*/ 1252541 h 6858000"/>
                <a:gd name="connsiteX5752" fmla="*/ 2374354 w 4379260"/>
                <a:gd name="connsiteY5752" fmla="*/ 1260703 h 6858000"/>
                <a:gd name="connsiteX5753" fmla="*/ 2362383 w 4379260"/>
                <a:gd name="connsiteY5753" fmla="*/ 1270498 h 6858000"/>
                <a:gd name="connsiteX5754" fmla="*/ 2360751 w 4379260"/>
                <a:gd name="connsiteY5754" fmla="*/ 1269954 h 6858000"/>
                <a:gd name="connsiteX5755" fmla="*/ 2359662 w 4379260"/>
                <a:gd name="connsiteY5755" fmla="*/ 1269954 h 6858000"/>
                <a:gd name="connsiteX5756" fmla="*/ 2358030 w 4379260"/>
                <a:gd name="connsiteY5756" fmla="*/ 1270498 h 6858000"/>
                <a:gd name="connsiteX5757" fmla="*/ 2355853 w 4379260"/>
                <a:gd name="connsiteY5757" fmla="*/ 1269954 h 6858000"/>
                <a:gd name="connsiteX5758" fmla="*/ 2341161 w 4379260"/>
                <a:gd name="connsiteY5758" fmla="*/ 1279748 h 6858000"/>
                <a:gd name="connsiteX5759" fmla="*/ 2333543 w 4379260"/>
                <a:gd name="connsiteY5759" fmla="*/ 1283558 h 6858000"/>
                <a:gd name="connsiteX5760" fmla="*/ 2327013 w 4379260"/>
                <a:gd name="connsiteY5760" fmla="*/ 1288455 h 6858000"/>
                <a:gd name="connsiteX5761" fmla="*/ 2323748 w 4379260"/>
                <a:gd name="connsiteY5761" fmla="*/ 1290087 h 6858000"/>
                <a:gd name="connsiteX5762" fmla="*/ 2308512 w 4379260"/>
                <a:gd name="connsiteY5762" fmla="*/ 1293352 h 6858000"/>
                <a:gd name="connsiteX5763" fmla="*/ 2293276 w 4379260"/>
                <a:gd name="connsiteY5763" fmla="*/ 1296073 h 6858000"/>
                <a:gd name="connsiteX5764" fmla="*/ 2286202 w 4379260"/>
                <a:gd name="connsiteY5764" fmla="*/ 1296617 h 6858000"/>
                <a:gd name="connsiteX5765" fmla="*/ 2267156 w 4379260"/>
                <a:gd name="connsiteY5765" fmla="*/ 1291176 h 6858000"/>
                <a:gd name="connsiteX5766" fmla="*/ 2266068 w 4379260"/>
                <a:gd name="connsiteY5766" fmla="*/ 1291720 h 6858000"/>
                <a:gd name="connsiteX5767" fmla="*/ 2264980 w 4379260"/>
                <a:gd name="connsiteY5767" fmla="*/ 1292264 h 6858000"/>
                <a:gd name="connsiteX5768" fmla="*/ 2262803 w 4379260"/>
                <a:gd name="connsiteY5768" fmla="*/ 1293352 h 6858000"/>
                <a:gd name="connsiteX5769" fmla="*/ 2260082 w 4379260"/>
                <a:gd name="connsiteY5769" fmla="*/ 1290087 h 6858000"/>
                <a:gd name="connsiteX5770" fmla="*/ 2257362 w 4379260"/>
                <a:gd name="connsiteY5770" fmla="*/ 1286822 h 6858000"/>
                <a:gd name="connsiteX5771" fmla="*/ 2251920 w 4379260"/>
                <a:gd name="connsiteY5771" fmla="*/ 1279748 h 6858000"/>
                <a:gd name="connsiteX5772" fmla="*/ 2249744 w 4379260"/>
                <a:gd name="connsiteY5772" fmla="*/ 1275395 h 6858000"/>
                <a:gd name="connsiteX5773" fmla="*/ 2250288 w 4379260"/>
                <a:gd name="connsiteY5773" fmla="*/ 1275395 h 6858000"/>
                <a:gd name="connsiteX5774" fmla="*/ 2262803 w 4379260"/>
                <a:gd name="connsiteY5774" fmla="*/ 1267777 h 6858000"/>
                <a:gd name="connsiteX5775" fmla="*/ 2275319 w 4379260"/>
                <a:gd name="connsiteY5775" fmla="*/ 1259615 h 6858000"/>
                <a:gd name="connsiteX5776" fmla="*/ 2299261 w 4379260"/>
                <a:gd name="connsiteY5776" fmla="*/ 1246555 h 6858000"/>
                <a:gd name="connsiteX5777" fmla="*/ 2303615 w 4379260"/>
                <a:gd name="connsiteY5777" fmla="*/ 1243290 h 6858000"/>
                <a:gd name="connsiteX5778" fmla="*/ 2305247 w 4379260"/>
                <a:gd name="connsiteY5778" fmla="*/ 1241114 h 6858000"/>
                <a:gd name="connsiteX5779" fmla="*/ 2306880 w 4379260"/>
                <a:gd name="connsiteY5779" fmla="*/ 1238937 h 6858000"/>
                <a:gd name="connsiteX5780" fmla="*/ 2309056 w 4379260"/>
                <a:gd name="connsiteY5780" fmla="*/ 1236216 h 6858000"/>
                <a:gd name="connsiteX5781" fmla="*/ 2368913 w 4379260"/>
                <a:gd name="connsiteY5781" fmla="*/ 1170374 h 6858000"/>
                <a:gd name="connsiteX5782" fmla="*/ 2371634 w 4379260"/>
                <a:gd name="connsiteY5782" fmla="*/ 1165476 h 6858000"/>
                <a:gd name="connsiteX5783" fmla="*/ 2374354 w 4379260"/>
                <a:gd name="connsiteY5783" fmla="*/ 1160035 h 6858000"/>
                <a:gd name="connsiteX5784" fmla="*/ 2375443 w 4379260"/>
                <a:gd name="connsiteY5784" fmla="*/ 1157314 h 6858000"/>
                <a:gd name="connsiteX5785" fmla="*/ 2377075 w 4379260"/>
                <a:gd name="connsiteY5785" fmla="*/ 1152961 h 6858000"/>
                <a:gd name="connsiteX5786" fmla="*/ 2380340 w 4379260"/>
                <a:gd name="connsiteY5786" fmla="*/ 1144254 h 6858000"/>
                <a:gd name="connsiteX5787" fmla="*/ 2386870 w 4379260"/>
                <a:gd name="connsiteY5787" fmla="*/ 1112149 h 6858000"/>
                <a:gd name="connsiteX5788" fmla="*/ 2386870 w 4379260"/>
                <a:gd name="connsiteY5788" fmla="*/ 1110517 h 6858000"/>
                <a:gd name="connsiteX5789" fmla="*/ 2376531 w 4379260"/>
                <a:gd name="connsiteY5789" fmla="*/ 1083309 h 6858000"/>
                <a:gd name="connsiteX5790" fmla="*/ 2364560 w 4379260"/>
                <a:gd name="connsiteY5790" fmla="*/ 1074603 h 6858000"/>
                <a:gd name="connsiteX5791" fmla="*/ 2350956 w 4379260"/>
                <a:gd name="connsiteY5791" fmla="*/ 1071338 h 6858000"/>
                <a:gd name="connsiteX5792" fmla="*/ 2347691 w 4379260"/>
                <a:gd name="connsiteY5792" fmla="*/ 1070794 h 6858000"/>
                <a:gd name="connsiteX5793" fmla="*/ 2336808 w 4379260"/>
                <a:gd name="connsiteY5793" fmla="*/ 1069161 h 6858000"/>
                <a:gd name="connsiteX5794" fmla="*/ 2297629 w 4379260"/>
                <a:gd name="connsiteY5794" fmla="*/ 1083309 h 6858000"/>
                <a:gd name="connsiteX5795" fmla="*/ 2292187 w 4379260"/>
                <a:gd name="connsiteY5795" fmla="*/ 1087118 h 6858000"/>
                <a:gd name="connsiteX5796" fmla="*/ 2288378 w 4379260"/>
                <a:gd name="connsiteY5796" fmla="*/ 1090383 h 6858000"/>
                <a:gd name="connsiteX5797" fmla="*/ 2281304 w 4379260"/>
                <a:gd name="connsiteY5797" fmla="*/ 1095825 h 6858000"/>
                <a:gd name="connsiteX5798" fmla="*/ 2274230 w 4379260"/>
                <a:gd name="connsiteY5798" fmla="*/ 1101810 h 6858000"/>
                <a:gd name="connsiteX5799" fmla="*/ 2266612 w 4379260"/>
                <a:gd name="connsiteY5799" fmla="*/ 1107252 h 6858000"/>
                <a:gd name="connsiteX5800" fmla="*/ 2264980 w 4379260"/>
                <a:gd name="connsiteY5800" fmla="*/ 1108340 h 6858000"/>
                <a:gd name="connsiteX5801" fmla="*/ 2221448 w 4379260"/>
                <a:gd name="connsiteY5801" fmla="*/ 1172006 h 6858000"/>
                <a:gd name="connsiteX5802" fmla="*/ 2209850 w 4379260"/>
                <a:gd name="connsiteY5802" fmla="*/ 1203415 h 6858000"/>
                <a:gd name="connsiteX5803" fmla="*/ 2209425 w 4379260"/>
                <a:gd name="connsiteY5803" fmla="*/ 1204111 h 6858000"/>
                <a:gd name="connsiteX5804" fmla="*/ 2202351 w 4379260"/>
                <a:gd name="connsiteY5804" fmla="*/ 1227510 h 6858000"/>
                <a:gd name="connsiteX5805" fmla="*/ 2165893 w 4379260"/>
                <a:gd name="connsiteY5805" fmla="*/ 1305324 h 6858000"/>
                <a:gd name="connsiteX5806" fmla="*/ 2165349 w 4379260"/>
                <a:gd name="connsiteY5806" fmla="*/ 1305324 h 6858000"/>
                <a:gd name="connsiteX5807" fmla="*/ 2163172 w 4379260"/>
                <a:gd name="connsiteY5807" fmla="*/ 1306956 h 6858000"/>
                <a:gd name="connsiteX5808" fmla="*/ 2162628 w 4379260"/>
                <a:gd name="connsiteY5808" fmla="*/ 1308589 h 6858000"/>
                <a:gd name="connsiteX5809" fmla="*/ 2161540 w 4379260"/>
                <a:gd name="connsiteY5809" fmla="*/ 1309677 h 6858000"/>
                <a:gd name="connsiteX5810" fmla="*/ 2161540 w 4379260"/>
                <a:gd name="connsiteY5810" fmla="*/ 1310221 h 6858000"/>
                <a:gd name="connsiteX5811" fmla="*/ 2162084 w 4379260"/>
                <a:gd name="connsiteY5811" fmla="*/ 1310765 h 6858000"/>
                <a:gd name="connsiteX5812" fmla="*/ 2162628 w 4379260"/>
                <a:gd name="connsiteY5812" fmla="*/ 1311309 h 6858000"/>
                <a:gd name="connsiteX5813" fmla="*/ 2164260 w 4379260"/>
                <a:gd name="connsiteY5813" fmla="*/ 1312942 h 6858000"/>
                <a:gd name="connsiteX5814" fmla="*/ 2160451 w 4379260"/>
                <a:gd name="connsiteY5814" fmla="*/ 1312398 h 6858000"/>
                <a:gd name="connsiteX5815" fmla="*/ 2157730 w 4379260"/>
                <a:gd name="connsiteY5815" fmla="*/ 1319472 h 6858000"/>
                <a:gd name="connsiteX5816" fmla="*/ 2157186 w 4379260"/>
                <a:gd name="connsiteY5816" fmla="*/ 1320560 h 6858000"/>
                <a:gd name="connsiteX5817" fmla="*/ 2157730 w 4379260"/>
                <a:gd name="connsiteY5817" fmla="*/ 1320560 h 6858000"/>
                <a:gd name="connsiteX5818" fmla="*/ 2157186 w 4379260"/>
                <a:gd name="connsiteY5818" fmla="*/ 1321104 h 6858000"/>
                <a:gd name="connsiteX5819" fmla="*/ 2156642 w 4379260"/>
                <a:gd name="connsiteY5819" fmla="*/ 1324913 h 6858000"/>
                <a:gd name="connsiteX5820" fmla="*/ 2155010 w 4379260"/>
                <a:gd name="connsiteY5820" fmla="*/ 1327634 h 6858000"/>
                <a:gd name="connsiteX5821" fmla="*/ 2154466 w 4379260"/>
                <a:gd name="connsiteY5821" fmla="*/ 1328722 h 6858000"/>
                <a:gd name="connsiteX5822" fmla="*/ 2154466 w 4379260"/>
                <a:gd name="connsiteY5822" fmla="*/ 1329810 h 6858000"/>
                <a:gd name="connsiteX5823" fmla="*/ 2146303 w 4379260"/>
                <a:gd name="connsiteY5823" fmla="*/ 1344503 h 6858000"/>
                <a:gd name="connsiteX5824" fmla="*/ 2141950 w 4379260"/>
                <a:gd name="connsiteY5824" fmla="*/ 1353209 h 6858000"/>
                <a:gd name="connsiteX5825" fmla="*/ 2137597 w 4379260"/>
                <a:gd name="connsiteY5825" fmla="*/ 1360827 h 6858000"/>
                <a:gd name="connsiteX5826" fmla="*/ 2138141 w 4379260"/>
                <a:gd name="connsiteY5826" fmla="*/ 1360827 h 6858000"/>
                <a:gd name="connsiteX5827" fmla="*/ 2142494 w 4379260"/>
                <a:gd name="connsiteY5827" fmla="*/ 1358106 h 6858000"/>
                <a:gd name="connsiteX5828" fmla="*/ 2144127 w 4379260"/>
                <a:gd name="connsiteY5828" fmla="*/ 1355386 h 6858000"/>
                <a:gd name="connsiteX5829" fmla="*/ 2146303 w 4379260"/>
                <a:gd name="connsiteY5829" fmla="*/ 1353209 h 6858000"/>
                <a:gd name="connsiteX5830" fmla="*/ 2146847 w 4379260"/>
                <a:gd name="connsiteY5830" fmla="*/ 1354841 h 6858000"/>
                <a:gd name="connsiteX5831" fmla="*/ 2145215 w 4379260"/>
                <a:gd name="connsiteY5831" fmla="*/ 1358651 h 6858000"/>
                <a:gd name="connsiteX5832" fmla="*/ 2143038 w 4379260"/>
                <a:gd name="connsiteY5832" fmla="*/ 1361371 h 6858000"/>
                <a:gd name="connsiteX5833" fmla="*/ 2143038 w 4379260"/>
                <a:gd name="connsiteY5833" fmla="*/ 1365180 h 6858000"/>
                <a:gd name="connsiteX5834" fmla="*/ 2151745 w 4379260"/>
                <a:gd name="connsiteY5834" fmla="*/ 1348312 h 6858000"/>
                <a:gd name="connsiteX5835" fmla="*/ 2156098 w 4379260"/>
                <a:gd name="connsiteY5835" fmla="*/ 1349400 h 6858000"/>
                <a:gd name="connsiteX5836" fmla="*/ 2155554 w 4379260"/>
                <a:gd name="connsiteY5836" fmla="*/ 1347768 h 6858000"/>
                <a:gd name="connsiteX5837" fmla="*/ 2154466 w 4379260"/>
                <a:gd name="connsiteY5837" fmla="*/ 1347223 h 6858000"/>
                <a:gd name="connsiteX5838" fmla="*/ 2153377 w 4379260"/>
                <a:gd name="connsiteY5838" fmla="*/ 1345047 h 6858000"/>
                <a:gd name="connsiteX5839" fmla="*/ 2157186 w 4379260"/>
                <a:gd name="connsiteY5839" fmla="*/ 1342326 h 6858000"/>
                <a:gd name="connsiteX5840" fmla="*/ 2157730 w 4379260"/>
                <a:gd name="connsiteY5840" fmla="*/ 1340149 h 6858000"/>
                <a:gd name="connsiteX5841" fmla="*/ 2158819 w 4379260"/>
                <a:gd name="connsiteY5841" fmla="*/ 1337973 h 6858000"/>
                <a:gd name="connsiteX5842" fmla="*/ 2166437 w 4379260"/>
                <a:gd name="connsiteY5842" fmla="*/ 1333075 h 6858000"/>
                <a:gd name="connsiteX5843" fmla="*/ 2166981 w 4379260"/>
                <a:gd name="connsiteY5843" fmla="*/ 1333075 h 6858000"/>
                <a:gd name="connsiteX5844" fmla="*/ 2166437 w 4379260"/>
                <a:gd name="connsiteY5844" fmla="*/ 1333620 h 6858000"/>
                <a:gd name="connsiteX5845" fmla="*/ 2166981 w 4379260"/>
                <a:gd name="connsiteY5845" fmla="*/ 1333620 h 6858000"/>
                <a:gd name="connsiteX5846" fmla="*/ 2168614 w 4379260"/>
                <a:gd name="connsiteY5846" fmla="*/ 1333075 h 6858000"/>
                <a:gd name="connsiteX5847" fmla="*/ 2169702 w 4379260"/>
                <a:gd name="connsiteY5847" fmla="*/ 1332531 h 6858000"/>
                <a:gd name="connsiteX5848" fmla="*/ 2169702 w 4379260"/>
                <a:gd name="connsiteY5848" fmla="*/ 1331443 h 6858000"/>
                <a:gd name="connsiteX5849" fmla="*/ 2170790 w 4379260"/>
                <a:gd name="connsiteY5849" fmla="*/ 1330899 h 6858000"/>
                <a:gd name="connsiteX5850" fmla="*/ 2172967 w 4379260"/>
                <a:gd name="connsiteY5850" fmla="*/ 1331443 h 6858000"/>
                <a:gd name="connsiteX5851" fmla="*/ 2172423 w 4379260"/>
                <a:gd name="connsiteY5851" fmla="*/ 1333620 h 6858000"/>
                <a:gd name="connsiteX5852" fmla="*/ 2171334 w 4379260"/>
                <a:gd name="connsiteY5852" fmla="*/ 1336340 h 6858000"/>
                <a:gd name="connsiteX5853" fmla="*/ 2166981 w 4379260"/>
                <a:gd name="connsiteY5853" fmla="*/ 1340149 h 6858000"/>
                <a:gd name="connsiteX5854" fmla="*/ 2165893 w 4379260"/>
                <a:gd name="connsiteY5854" fmla="*/ 1337429 h 6858000"/>
                <a:gd name="connsiteX5855" fmla="*/ 2164804 w 4379260"/>
                <a:gd name="connsiteY5855" fmla="*/ 1339061 h 6858000"/>
                <a:gd name="connsiteX5856" fmla="*/ 2165349 w 4379260"/>
                <a:gd name="connsiteY5856" fmla="*/ 1340149 h 6858000"/>
                <a:gd name="connsiteX5857" fmla="*/ 2166981 w 4379260"/>
                <a:gd name="connsiteY5857" fmla="*/ 1341782 h 6858000"/>
                <a:gd name="connsiteX5858" fmla="*/ 2168614 w 4379260"/>
                <a:gd name="connsiteY5858" fmla="*/ 1343958 h 6858000"/>
                <a:gd name="connsiteX5859" fmla="*/ 2167525 w 4379260"/>
                <a:gd name="connsiteY5859" fmla="*/ 1343958 h 6858000"/>
                <a:gd name="connsiteX5860" fmla="*/ 2165349 w 4379260"/>
                <a:gd name="connsiteY5860" fmla="*/ 1345047 h 6858000"/>
                <a:gd name="connsiteX5861" fmla="*/ 2164260 w 4379260"/>
                <a:gd name="connsiteY5861" fmla="*/ 1345591 h 6858000"/>
                <a:gd name="connsiteX5862" fmla="*/ 2163172 w 4379260"/>
                <a:gd name="connsiteY5862" fmla="*/ 1346135 h 6858000"/>
                <a:gd name="connsiteX5863" fmla="*/ 2154466 w 4379260"/>
                <a:gd name="connsiteY5863" fmla="*/ 1366269 h 6858000"/>
                <a:gd name="connsiteX5864" fmla="*/ 2151745 w 4379260"/>
                <a:gd name="connsiteY5864" fmla="*/ 1370622 h 6858000"/>
                <a:gd name="connsiteX5865" fmla="*/ 2149024 w 4379260"/>
                <a:gd name="connsiteY5865" fmla="*/ 1374975 h 6858000"/>
                <a:gd name="connsiteX5866" fmla="*/ 2145759 w 4379260"/>
                <a:gd name="connsiteY5866" fmla="*/ 1385314 h 6858000"/>
                <a:gd name="connsiteX5867" fmla="*/ 2141950 w 4379260"/>
                <a:gd name="connsiteY5867" fmla="*/ 1386947 h 6858000"/>
                <a:gd name="connsiteX5868" fmla="*/ 2141406 w 4379260"/>
                <a:gd name="connsiteY5868" fmla="*/ 1388579 h 6858000"/>
                <a:gd name="connsiteX5869" fmla="*/ 2141950 w 4379260"/>
                <a:gd name="connsiteY5869" fmla="*/ 1390756 h 6858000"/>
                <a:gd name="connsiteX5870" fmla="*/ 2134876 w 4379260"/>
                <a:gd name="connsiteY5870" fmla="*/ 1401639 h 6858000"/>
                <a:gd name="connsiteX5871" fmla="*/ 2127258 w 4379260"/>
                <a:gd name="connsiteY5871" fmla="*/ 1412522 h 6858000"/>
                <a:gd name="connsiteX5872" fmla="*/ 2112566 w 4379260"/>
                <a:gd name="connsiteY5872" fmla="*/ 1434832 h 6858000"/>
                <a:gd name="connsiteX5873" fmla="*/ 2109845 w 4379260"/>
                <a:gd name="connsiteY5873" fmla="*/ 1433744 h 6858000"/>
                <a:gd name="connsiteX5874" fmla="*/ 2105492 w 4379260"/>
                <a:gd name="connsiteY5874" fmla="*/ 1442994 h 6858000"/>
                <a:gd name="connsiteX5875" fmla="*/ 2101683 w 4379260"/>
                <a:gd name="connsiteY5875" fmla="*/ 1445715 h 6858000"/>
                <a:gd name="connsiteX5876" fmla="*/ 2097330 w 4379260"/>
                <a:gd name="connsiteY5876" fmla="*/ 1448980 h 6858000"/>
                <a:gd name="connsiteX5877" fmla="*/ 2094609 w 4379260"/>
                <a:gd name="connsiteY5877" fmla="*/ 1447892 h 6858000"/>
                <a:gd name="connsiteX5878" fmla="*/ 2096785 w 4379260"/>
                <a:gd name="connsiteY5878" fmla="*/ 1450068 h 6858000"/>
                <a:gd name="connsiteX5879" fmla="*/ 2079372 w 4379260"/>
                <a:gd name="connsiteY5879" fmla="*/ 1468569 h 6858000"/>
                <a:gd name="connsiteX5880" fmla="*/ 2057606 w 4379260"/>
                <a:gd name="connsiteY5880" fmla="*/ 1480541 h 6858000"/>
                <a:gd name="connsiteX5881" fmla="*/ 2056518 w 4379260"/>
                <a:gd name="connsiteY5881" fmla="*/ 1479997 h 6858000"/>
                <a:gd name="connsiteX5882" fmla="*/ 2057606 w 4379260"/>
                <a:gd name="connsiteY5882" fmla="*/ 1478364 h 6858000"/>
                <a:gd name="connsiteX5883" fmla="*/ 2059239 w 4379260"/>
                <a:gd name="connsiteY5883" fmla="*/ 1477820 h 6858000"/>
                <a:gd name="connsiteX5884" fmla="*/ 2059783 w 4379260"/>
                <a:gd name="connsiteY5884" fmla="*/ 1476732 h 6858000"/>
                <a:gd name="connsiteX5885" fmla="*/ 2059239 w 4379260"/>
                <a:gd name="connsiteY5885" fmla="*/ 1474555 h 6858000"/>
                <a:gd name="connsiteX5886" fmla="*/ 2063048 w 4379260"/>
                <a:gd name="connsiteY5886" fmla="*/ 1475643 h 6858000"/>
                <a:gd name="connsiteX5887" fmla="*/ 2064680 w 4379260"/>
                <a:gd name="connsiteY5887" fmla="*/ 1475099 h 6858000"/>
                <a:gd name="connsiteX5888" fmla="*/ 2065769 w 4379260"/>
                <a:gd name="connsiteY5888" fmla="*/ 1472923 h 6858000"/>
                <a:gd name="connsiteX5889" fmla="*/ 2064680 w 4379260"/>
                <a:gd name="connsiteY5889" fmla="*/ 1470202 h 6858000"/>
                <a:gd name="connsiteX5890" fmla="*/ 2068490 w 4379260"/>
                <a:gd name="connsiteY5890" fmla="*/ 1470746 h 6858000"/>
                <a:gd name="connsiteX5891" fmla="*/ 2073387 w 4379260"/>
                <a:gd name="connsiteY5891" fmla="*/ 1469114 h 6858000"/>
                <a:gd name="connsiteX5892" fmla="*/ 2076652 w 4379260"/>
                <a:gd name="connsiteY5892" fmla="*/ 1463672 h 6858000"/>
                <a:gd name="connsiteX5893" fmla="*/ 2078284 w 4379260"/>
                <a:gd name="connsiteY5893" fmla="*/ 1463672 h 6858000"/>
                <a:gd name="connsiteX5894" fmla="*/ 2082093 w 4379260"/>
                <a:gd name="connsiteY5894" fmla="*/ 1459863 h 6858000"/>
                <a:gd name="connsiteX5895" fmla="*/ 2082093 w 4379260"/>
                <a:gd name="connsiteY5895" fmla="*/ 1456598 h 6858000"/>
                <a:gd name="connsiteX5896" fmla="*/ 2084814 w 4379260"/>
                <a:gd name="connsiteY5896" fmla="*/ 1454966 h 6858000"/>
                <a:gd name="connsiteX5897" fmla="*/ 2084270 w 4379260"/>
                <a:gd name="connsiteY5897" fmla="*/ 1457142 h 6858000"/>
                <a:gd name="connsiteX5898" fmla="*/ 2089711 w 4379260"/>
                <a:gd name="connsiteY5898" fmla="*/ 1453877 h 6858000"/>
                <a:gd name="connsiteX5899" fmla="*/ 2091344 w 4379260"/>
                <a:gd name="connsiteY5899" fmla="*/ 1451701 h 6858000"/>
                <a:gd name="connsiteX5900" fmla="*/ 2093520 w 4379260"/>
                <a:gd name="connsiteY5900" fmla="*/ 1450068 h 6858000"/>
                <a:gd name="connsiteX5901" fmla="*/ 2093520 w 4379260"/>
                <a:gd name="connsiteY5901" fmla="*/ 1449524 h 6858000"/>
                <a:gd name="connsiteX5902" fmla="*/ 2092976 w 4379260"/>
                <a:gd name="connsiteY5902" fmla="*/ 1447892 h 6858000"/>
                <a:gd name="connsiteX5903" fmla="*/ 2090256 w 4379260"/>
                <a:gd name="connsiteY5903" fmla="*/ 1446803 h 6858000"/>
                <a:gd name="connsiteX5904" fmla="*/ 2096785 w 4379260"/>
                <a:gd name="connsiteY5904" fmla="*/ 1446803 h 6858000"/>
                <a:gd name="connsiteX5905" fmla="*/ 2099506 w 4379260"/>
                <a:gd name="connsiteY5905" fmla="*/ 1443538 h 6858000"/>
                <a:gd name="connsiteX5906" fmla="*/ 2099506 w 4379260"/>
                <a:gd name="connsiteY5906" fmla="*/ 1442450 h 6858000"/>
                <a:gd name="connsiteX5907" fmla="*/ 2097330 w 4379260"/>
                <a:gd name="connsiteY5907" fmla="*/ 1440818 h 6858000"/>
                <a:gd name="connsiteX5908" fmla="*/ 2095153 w 4379260"/>
                <a:gd name="connsiteY5908" fmla="*/ 1439729 h 6858000"/>
                <a:gd name="connsiteX5909" fmla="*/ 2094609 w 4379260"/>
                <a:gd name="connsiteY5909" fmla="*/ 1438641 h 6858000"/>
                <a:gd name="connsiteX5910" fmla="*/ 2100594 w 4379260"/>
                <a:gd name="connsiteY5910" fmla="*/ 1441362 h 6858000"/>
                <a:gd name="connsiteX5911" fmla="*/ 2101683 w 4379260"/>
                <a:gd name="connsiteY5911" fmla="*/ 1438097 h 6858000"/>
                <a:gd name="connsiteX5912" fmla="*/ 2103315 w 4379260"/>
                <a:gd name="connsiteY5912" fmla="*/ 1435920 h 6858000"/>
                <a:gd name="connsiteX5913" fmla="*/ 2103859 w 4379260"/>
                <a:gd name="connsiteY5913" fmla="*/ 1434288 h 6858000"/>
                <a:gd name="connsiteX5914" fmla="*/ 2102227 w 4379260"/>
                <a:gd name="connsiteY5914" fmla="*/ 1430479 h 6858000"/>
                <a:gd name="connsiteX5915" fmla="*/ 2104948 w 4379260"/>
                <a:gd name="connsiteY5915" fmla="*/ 1431023 h 6858000"/>
                <a:gd name="connsiteX5916" fmla="*/ 2106580 w 4379260"/>
                <a:gd name="connsiteY5916" fmla="*/ 1431023 h 6858000"/>
                <a:gd name="connsiteX5917" fmla="*/ 2107668 w 4379260"/>
                <a:gd name="connsiteY5917" fmla="*/ 1430479 h 6858000"/>
                <a:gd name="connsiteX5918" fmla="*/ 2108757 w 4379260"/>
                <a:gd name="connsiteY5918" fmla="*/ 1430479 h 6858000"/>
                <a:gd name="connsiteX5919" fmla="*/ 2107124 w 4379260"/>
                <a:gd name="connsiteY5919" fmla="*/ 1428846 h 6858000"/>
                <a:gd name="connsiteX5920" fmla="*/ 2104948 w 4379260"/>
                <a:gd name="connsiteY5920" fmla="*/ 1427758 h 6858000"/>
                <a:gd name="connsiteX5921" fmla="*/ 2105492 w 4379260"/>
                <a:gd name="connsiteY5921" fmla="*/ 1426670 h 6858000"/>
                <a:gd name="connsiteX5922" fmla="*/ 2106580 w 4379260"/>
                <a:gd name="connsiteY5922" fmla="*/ 1425581 h 6858000"/>
                <a:gd name="connsiteX5923" fmla="*/ 2107124 w 4379260"/>
                <a:gd name="connsiteY5923" fmla="*/ 1425581 h 6858000"/>
                <a:gd name="connsiteX5924" fmla="*/ 2109845 w 4379260"/>
                <a:gd name="connsiteY5924" fmla="*/ 1426670 h 6858000"/>
                <a:gd name="connsiteX5925" fmla="*/ 2113110 w 4379260"/>
                <a:gd name="connsiteY5925" fmla="*/ 1423949 h 6858000"/>
                <a:gd name="connsiteX5926" fmla="*/ 2112566 w 4379260"/>
                <a:gd name="connsiteY5926" fmla="*/ 1421772 h 6858000"/>
                <a:gd name="connsiteX5927" fmla="*/ 2119640 w 4379260"/>
                <a:gd name="connsiteY5927" fmla="*/ 1415242 h 6858000"/>
                <a:gd name="connsiteX5928" fmla="*/ 2119640 w 4379260"/>
                <a:gd name="connsiteY5928" fmla="*/ 1412522 h 6858000"/>
                <a:gd name="connsiteX5929" fmla="*/ 2119096 w 4379260"/>
                <a:gd name="connsiteY5929" fmla="*/ 1409801 h 6858000"/>
                <a:gd name="connsiteX5930" fmla="*/ 2120184 w 4379260"/>
                <a:gd name="connsiteY5930" fmla="*/ 1404903 h 6858000"/>
                <a:gd name="connsiteX5931" fmla="*/ 2121816 w 4379260"/>
                <a:gd name="connsiteY5931" fmla="*/ 1404903 h 6858000"/>
                <a:gd name="connsiteX5932" fmla="*/ 2123449 w 4379260"/>
                <a:gd name="connsiteY5932" fmla="*/ 1404359 h 6858000"/>
                <a:gd name="connsiteX5933" fmla="*/ 2127258 w 4379260"/>
                <a:gd name="connsiteY5933" fmla="*/ 1404903 h 6858000"/>
                <a:gd name="connsiteX5934" fmla="*/ 2122360 w 4379260"/>
                <a:gd name="connsiteY5934" fmla="*/ 1402727 h 6858000"/>
                <a:gd name="connsiteX5935" fmla="*/ 2124537 w 4379260"/>
                <a:gd name="connsiteY5935" fmla="*/ 1401639 h 6858000"/>
                <a:gd name="connsiteX5936" fmla="*/ 2125626 w 4379260"/>
                <a:gd name="connsiteY5936" fmla="*/ 1401639 h 6858000"/>
                <a:gd name="connsiteX5937" fmla="*/ 2127802 w 4379260"/>
                <a:gd name="connsiteY5937" fmla="*/ 1402183 h 6858000"/>
                <a:gd name="connsiteX5938" fmla="*/ 2129434 w 4379260"/>
                <a:gd name="connsiteY5938" fmla="*/ 1402183 h 6858000"/>
                <a:gd name="connsiteX5939" fmla="*/ 2128890 w 4379260"/>
                <a:gd name="connsiteY5939" fmla="*/ 1401639 h 6858000"/>
                <a:gd name="connsiteX5940" fmla="*/ 2128346 w 4379260"/>
                <a:gd name="connsiteY5940" fmla="*/ 1400550 h 6858000"/>
                <a:gd name="connsiteX5941" fmla="*/ 2127258 w 4379260"/>
                <a:gd name="connsiteY5941" fmla="*/ 1397830 h 6858000"/>
                <a:gd name="connsiteX5942" fmla="*/ 2131611 w 4379260"/>
                <a:gd name="connsiteY5942" fmla="*/ 1398918 h 6858000"/>
                <a:gd name="connsiteX5943" fmla="*/ 2132699 w 4379260"/>
                <a:gd name="connsiteY5943" fmla="*/ 1398918 h 6858000"/>
                <a:gd name="connsiteX5944" fmla="*/ 2131611 w 4379260"/>
                <a:gd name="connsiteY5944" fmla="*/ 1396741 h 6858000"/>
                <a:gd name="connsiteX5945" fmla="*/ 2132699 w 4379260"/>
                <a:gd name="connsiteY5945" fmla="*/ 1395109 h 6858000"/>
                <a:gd name="connsiteX5946" fmla="*/ 2132155 w 4379260"/>
                <a:gd name="connsiteY5946" fmla="*/ 1394020 h 6858000"/>
                <a:gd name="connsiteX5947" fmla="*/ 2130523 w 4379260"/>
                <a:gd name="connsiteY5947" fmla="*/ 1393476 h 6858000"/>
                <a:gd name="connsiteX5948" fmla="*/ 2128346 w 4379260"/>
                <a:gd name="connsiteY5948" fmla="*/ 1391300 h 6858000"/>
                <a:gd name="connsiteX5949" fmla="*/ 2135420 w 4379260"/>
                <a:gd name="connsiteY5949" fmla="*/ 1392932 h 6858000"/>
                <a:gd name="connsiteX5950" fmla="*/ 2133244 w 4379260"/>
                <a:gd name="connsiteY5950" fmla="*/ 1387491 h 6858000"/>
                <a:gd name="connsiteX5951" fmla="*/ 2134332 w 4379260"/>
                <a:gd name="connsiteY5951" fmla="*/ 1384226 h 6858000"/>
                <a:gd name="connsiteX5952" fmla="*/ 2136509 w 4379260"/>
                <a:gd name="connsiteY5952" fmla="*/ 1381505 h 6858000"/>
                <a:gd name="connsiteX5953" fmla="*/ 2138141 w 4379260"/>
                <a:gd name="connsiteY5953" fmla="*/ 1377696 h 6858000"/>
                <a:gd name="connsiteX5954" fmla="*/ 2137053 w 4379260"/>
                <a:gd name="connsiteY5954" fmla="*/ 1377152 h 6858000"/>
                <a:gd name="connsiteX5955" fmla="*/ 2136509 w 4379260"/>
                <a:gd name="connsiteY5955" fmla="*/ 1377152 h 6858000"/>
                <a:gd name="connsiteX5956" fmla="*/ 2135420 w 4379260"/>
                <a:gd name="connsiteY5956" fmla="*/ 1377696 h 6858000"/>
                <a:gd name="connsiteX5957" fmla="*/ 2133244 w 4379260"/>
                <a:gd name="connsiteY5957" fmla="*/ 1377152 h 6858000"/>
                <a:gd name="connsiteX5958" fmla="*/ 2133244 w 4379260"/>
                <a:gd name="connsiteY5958" fmla="*/ 1378240 h 6858000"/>
                <a:gd name="connsiteX5959" fmla="*/ 2132699 w 4379260"/>
                <a:gd name="connsiteY5959" fmla="*/ 1379873 h 6858000"/>
                <a:gd name="connsiteX5960" fmla="*/ 2131611 w 4379260"/>
                <a:gd name="connsiteY5960" fmla="*/ 1382049 h 6858000"/>
                <a:gd name="connsiteX5961" fmla="*/ 2130523 w 4379260"/>
                <a:gd name="connsiteY5961" fmla="*/ 1378784 h 6858000"/>
                <a:gd name="connsiteX5962" fmla="*/ 2133244 w 4379260"/>
                <a:gd name="connsiteY5962" fmla="*/ 1376063 h 6858000"/>
                <a:gd name="connsiteX5963" fmla="*/ 2137597 w 4379260"/>
                <a:gd name="connsiteY5963" fmla="*/ 1374975 h 6858000"/>
                <a:gd name="connsiteX5964" fmla="*/ 2142494 w 4379260"/>
                <a:gd name="connsiteY5964" fmla="*/ 1376063 h 6858000"/>
                <a:gd name="connsiteX5965" fmla="*/ 2143038 w 4379260"/>
                <a:gd name="connsiteY5965" fmla="*/ 1375519 h 6858000"/>
                <a:gd name="connsiteX5966" fmla="*/ 2142494 w 4379260"/>
                <a:gd name="connsiteY5966" fmla="*/ 1374975 h 6858000"/>
                <a:gd name="connsiteX5967" fmla="*/ 2141406 w 4379260"/>
                <a:gd name="connsiteY5967" fmla="*/ 1373343 h 6858000"/>
                <a:gd name="connsiteX5968" fmla="*/ 2141406 w 4379260"/>
                <a:gd name="connsiteY5968" fmla="*/ 1372254 h 6858000"/>
                <a:gd name="connsiteX5969" fmla="*/ 2142494 w 4379260"/>
                <a:gd name="connsiteY5969" fmla="*/ 1371710 h 6858000"/>
                <a:gd name="connsiteX5970" fmla="*/ 2143582 w 4379260"/>
                <a:gd name="connsiteY5970" fmla="*/ 1371710 h 6858000"/>
                <a:gd name="connsiteX5971" fmla="*/ 2144671 w 4379260"/>
                <a:gd name="connsiteY5971" fmla="*/ 1371166 h 6858000"/>
                <a:gd name="connsiteX5972" fmla="*/ 2145215 w 4379260"/>
                <a:gd name="connsiteY5972" fmla="*/ 1371710 h 6858000"/>
                <a:gd name="connsiteX5973" fmla="*/ 2145759 w 4379260"/>
                <a:gd name="connsiteY5973" fmla="*/ 1372799 h 6858000"/>
                <a:gd name="connsiteX5974" fmla="*/ 2146847 w 4379260"/>
                <a:gd name="connsiteY5974" fmla="*/ 1373887 h 6858000"/>
                <a:gd name="connsiteX5975" fmla="*/ 2146303 w 4379260"/>
                <a:gd name="connsiteY5975" fmla="*/ 1372254 h 6858000"/>
                <a:gd name="connsiteX5976" fmla="*/ 2144671 w 4379260"/>
                <a:gd name="connsiteY5976" fmla="*/ 1370078 h 6858000"/>
                <a:gd name="connsiteX5977" fmla="*/ 2143582 w 4379260"/>
                <a:gd name="connsiteY5977" fmla="*/ 1367357 h 6858000"/>
                <a:gd name="connsiteX5978" fmla="*/ 2144127 w 4379260"/>
                <a:gd name="connsiteY5978" fmla="*/ 1365725 h 6858000"/>
                <a:gd name="connsiteX5979" fmla="*/ 2143038 w 4379260"/>
                <a:gd name="connsiteY5979" fmla="*/ 1365725 h 6858000"/>
                <a:gd name="connsiteX5980" fmla="*/ 2139229 w 4379260"/>
                <a:gd name="connsiteY5980" fmla="*/ 1368445 h 6858000"/>
                <a:gd name="connsiteX5981" fmla="*/ 2138685 w 4379260"/>
                <a:gd name="connsiteY5981" fmla="*/ 1369534 h 6858000"/>
                <a:gd name="connsiteX5982" fmla="*/ 2138141 w 4379260"/>
                <a:gd name="connsiteY5982" fmla="*/ 1370622 h 6858000"/>
                <a:gd name="connsiteX5983" fmla="*/ 2135420 w 4379260"/>
                <a:gd name="connsiteY5983" fmla="*/ 1371710 h 6858000"/>
                <a:gd name="connsiteX5984" fmla="*/ 2134876 w 4379260"/>
                <a:gd name="connsiteY5984" fmla="*/ 1370078 h 6858000"/>
                <a:gd name="connsiteX5985" fmla="*/ 2136509 w 4379260"/>
                <a:gd name="connsiteY5985" fmla="*/ 1368445 h 6858000"/>
                <a:gd name="connsiteX5986" fmla="*/ 2137597 w 4379260"/>
                <a:gd name="connsiteY5986" fmla="*/ 1366813 h 6858000"/>
                <a:gd name="connsiteX5987" fmla="*/ 2137597 w 4379260"/>
                <a:gd name="connsiteY5987" fmla="*/ 1366269 h 6858000"/>
                <a:gd name="connsiteX5988" fmla="*/ 2137053 w 4379260"/>
                <a:gd name="connsiteY5988" fmla="*/ 1364636 h 6858000"/>
                <a:gd name="connsiteX5989" fmla="*/ 2126170 w 4379260"/>
                <a:gd name="connsiteY5989" fmla="*/ 1380961 h 6858000"/>
                <a:gd name="connsiteX5990" fmla="*/ 2123993 w 4379260"/>
                <a:gd name="connsiteY5990" fmla="*/ 1385858 h 6858000"/>
                <a:gd name="connsiteX5991" fmla="*/ 2121272 w 4379260"/>
                <a:gd name="connsiteY5991" fmla="*/ 1390211 h 6858000"/>
                <a:gd name="connsiteX5992" fmla="*/ 2114198 w 4379260"/>
                <a:gd name="connsiteY5992" fmla="*/ 1398374 h 6858000"/>
                <a:gd name="connsiteX5993" fmla="*/ 2114742 w 4379260"/>
                <a:gd name="connsiteY5993" fmla="*/ 1400006 h 6858000"/>
                <a:gd name="connsiteX5994" fmla="*/ 2114742 w 4379260"/>
                <a:gd name="connsiteY5994" fmla="*/ 1400550 h 6858000"/>
                <a:gd name="connsiteX5995" fmla="*/ 2115831 w 4379260"/>
                <a:gd name="connsiteY5995" fmla="*/ 1402183 h 6858000"/>
                <a:gd name="connsiteX5996" fmla="*/ 2114742 w 4379260"/>
                <a:gd name="connsiteY5996" fmla="*/ 1402183 h 6858000"/>
                <a:gd name="connsiteX5997" fmla="*/ 2112022 w 4379260"/>
                <a:gd name="connsiteY5997" fmla="*/ 1403271 h 6858000"/>
                <a:gd name="connsiteX5998" fmla="*/ 2110389 w 4379260"/>
                <a:gd name="connsiteY5998" fmla="*/ 1404359 h 6858000"/>
                <a:gd name="connsiteX5999" fmla="*/ 2107668 w 4379260"/>
                <a:gd name="connsiteY5999" fmla="*/ 1404359 h 6858000"/>
                <a:gd name="connsiteX6000" fmla="*/ 2097874 w 4379260"/>
                <a:gd name="connsiteY6000" fmla="*/ 1423405 h 6858000"/>
                <a:gd name="connsiteX6001" fmla="*/ 2090256 w 4379260"/>
                <a:gd name="connsiteY6001" fmla="*/ 1432111 h 6858000"/>
                <a:gd name="connsiteX6002" fmla="*/ 2083726 w 4379260"/>
                <a:gd name="connsiteY6002" fmla="*/ 1440818 h 6858000"/>
                <a:gd name="connsiteX6003" fmla="*/ 2079372 w 4379260"/>
                <a:gd name="connsiteY6003" fmla="*/ 1441362 h 6858000"/>
                <a:gd name="connsiteX6004" fmla="*/ 2080461 w 4379260"/>
                <a:gd name="connsiteY6004" fmla="*/ 1445171 h 6858000"/>
                <a:gd name="connsiteX6005" fmla="*/ 2077740 w 4379260"/>
                <a:gd name="connsiteY6005" fmla="*/ 1444082 h 6858000"/>
                <a:gd name="connsiteX6006" fmla="*/ 2076108 w 4379260"/>
                <a:gd name="connsiteY6006" fmla="*/ 1445171 h 6858000"/>
                <a:gd name="connsiteX6007" fmla="*/ 2075019 w 4379260"/>
                <a:gd name="connsiteY6007" fmla="*/ 1447347 h 6858000"/>
                <a:gd name="connsiteX6008" fmla="*/ 2073931 w 4379260"/>
                <a:gd name="connsiteY6008" fmla="*/ 1448980 h 6858000"/>
                <a:gd name="connsiteX6009" fmla="*/ 2070666 w 4379260"/>
                <a:gd name="connsiteY6009" fmla="*/ 1450612 h 6858000"/>
                <a:gd name="connsiteX6010" fmla="*/ 2067401 w 4379260"/>
                <a:gd name="connsiteY6010" fmla="*/ 1452245 h 6858000"/>
                <a:gd name="connsiteX6011" fmla="*/ 2064680 w 4379260"/>
                <a:gd name="connsiteY6011" fmla="*/ 1455510 h 6858000"/>
                <a:gd name="connsiteX6012" fmla="*/ 2065224 w 4379260"/>
                <a:gd name="connsiteY6012" fmla="*/ 1457686 h 6858000"/>
                <a:gd name="connsiteX6013" fmla="*/ 2063592 w 4379260"/>
                <a:gd name="connsiteY6013" fmla="*/ 1457686 h 6858000"/>
                <a:gd name="connsiteX6014" fmla="*/ 2054886 w 4379260"/>
                <a:gd name="connsiteY6014" fmla="*/ 1460407 h 6858000"/>
                <a:gd name="connsiteX6015" fmla="*/ 2051621 w 4379260"/>
                <a:gd name="connsiteY6015" fmla="*/ 1463128 h 6858000"/>
                <a:gd name="connsiteX6016" fmla="*/ 2048356 w 4379260"/>
                <a:gd name="connsiteY6016" fmla="*/ 1465305 h 6858000"/>
                <a:gd name="connsiteX6017" fmla="*/ 2041826 w 4379260"/>
                <a:gd name="connsiteY6017" fmla="*/ 1394565 h 6858000"/>
                <a:gd name="connsiteX6018" fmla="*/ 2042914 w 4379260"/>
                <a:gd name="connsiteY6018" fmla="*/ 1356474 h 6858000"/>
                <a:gd name="connsiteX6019" fmla="*/ 2043458 w 4379260"/>
                <a:gd name="connsiteY6019" fmla="*/ 1337973 h 6858000"/>
                <a:gd name="connsiteX6020" fmla="*/ 2043458 w 4379260"/>
                <a:gd name="connsiteY6020" fmla="*/ 1320016 h 6858000"/>
                <a:gd name="connsiteX6021" fmla="*/ 2064136 w 4379260"/>
                <a:gd name="connsiteY6021" fmla="*/ 1202479 h 6858000"/>
                <a:gd name="connsiteX6022" fmla="*/ 2076108 w 4379260"/>
                <a:gd name="connsiteY6022" fmla="*/ 1146431 h 6858000"/>
                <a:gd name="connsiteX6023" fmla="*/ 2082637 w 4379260"/>
                <a:gd name="connsiteY6023" fmla="*/ 1118135 h 6858000"/>
                <a:gd name="connsiteX6024" fmla="*/ 2089167 w 4379260"/>
                <a:gd name="connsiteY6024" fmla="*/ 1089295 h 6858000"/>
                <a:gd name="connsiteX6025" fmla="*/ 2103315 w 4379260"/>
                <a:gd name="connsiteY6025" fmla="*/ 1046851 h 6858000"/>
                <a:gd name="connsiteX6026" fmla="*/ 2105492 w 4379260"/>
                <a:gd name="connsiteY6026" fmla="*/ 1037056 h 6858000"/>
                <a:gd name="connsiteX6027" fmla="*/ 2108213 w 4379260"/>
                <a:gd name="connsiteY6027" fmla="*/ 1027261 h 6858000"/>
                <a:gd name="connsiteX6028" fmla="*/ 2114198 w 4379260"/>
                <a:gd name="connsiteY6028" fmla="*/ 1009849 h 6858000"/>
                <a:gd name="connsiteX6029" fmla="*/ 2110934 w 4379260"/>
                <a:gd name="connsiteY6029" fmla="*/ 1008216 h 6858000"/>
                <a:gd name="connsiteX6030" fmla="*/ 2109301 w 4379260"/>
                <a:gd name="connsiteY6030" fmla="*/ 1004407 h 6858000"/>
                <a:gd name="connsiteX6031" fmla="*/ 2121272 w 4379260"/>
                <a:gd name="connsiteY6031" fmla="*/ 992436 h 6858000"/>
                <a:gd name="connsiteX6032" fmla="*/ 2119640 w 4379260"/>
                <a:gd name="connsiteY6032" fmla="*/ 984818 h 6858000"/>
                <a:gd name="connsiteX6033" fmla="*/ 2127802 w 4379260"/>
                <a:gd name="connsiteY6033" fmla="*/ 971214 h 6858000"/>
                <a:gd name="connsiteX6034" fmla="*/ 2128890 w 4379260"/>
                <a:gd name="connsiteY6034" fmla="*/ 966860 h 6858000"/>
                <a:gd name="connsiteX6035" fmla="*/ 2129979 w 4379260"/>
                <a:gd name="connsiteY6035" fmla="*/ 962507 h 6858000"/>
                <a:gd name="connsiteX6036" fmla="*/ 2134876 w 4379260"/>
                <a:gd name="connsiteY6036" fmla="*/ 956522 h 6858000"/>
                <a:gd name="connsiteX6037" fmla="*/ 2134876 w 4379260"/>
                <a:gd name="connsiteY6037" fmla="*/ 955978 h 6858000"/>
                <a:gd name="connsiteX6038" fmla="*/ 2133244 w 4379260"/>
                <a:gd name="connsiteY6038" fmla="*/ 954345 h 6858000"/>
                <a:gd name="connsiteX6039" fmla="*/ 2132155 w 4379260"/>
                <a:gd name="connsiteY6039" fmla="*/ 953257 h 6858000"/>
                <a:gd name="connsiteX6040" fmla="*/ 2132155 w 4379260"/>
                <a:gd name="connsiteY6040" fmla="*/ 951080 h 6858000"/>
                <a:gd name="connsiteX6041" fmla="*/ 2140862 w 4379260"/>
                <a:gd name="connsiteY6041" fmla="*/ 941285 h 6858000"/>
                <a:gd name="connsiteX6042" fmla="*/ 2142494 w 4379260"/>
                <a:gd name="connsiteY6042" fmla="*/ 933667 h 6858000"/>
                <a:gd name="connsiteX6043" fmla="*/ 2144127 w 4379260"/>
                <a:gd name="connsiteY6043" fmla="*/ 925505 h 6858000"/>
                <a:gd name="connsiteX6044" fmla="*/ 2144671 w 4379260"/>
                <a:gd name="connsiteY6044" fmla="*/ 926049 h 6858000"/>
                <a:gd name="connsiteX6045" fmla="*/ 2148480 w 4379260"/>
                <a:gd name="connsiteY6045" fmla="*/ 911901 h 6858000"/>
                <a:gd name="connsiteX6046" fmla="*/ 2148480 w 4379260"/>
                <a:gd name="connsiteY6046" fmla="*/ 909725 h 6858000"/>
                <a:gd name="connsiteX6047" fmla="*/ 2149568 w 4379260"/>
                <a:gd name="connsiteY6047" fmla="*/ 908092 h 6858000"/>
                <a:gd name="connsiteX6048" fmla="*/ 2150656 w 4379260"/>
                <a:gd name="connsiteY6048" fmla="*/ 905371 h 6858000"/>
                <a:gd name="connsiteX6049" fmla="*/ 2150112 w 4379260"/>
                <a:gd name="connsiteY6049" fmla="*/ 901562 h 6858000"/>
                <a:gd name="connsiteX6050" fmla="*/ 2151745 w 4379260"/>
                <a:gd name="connsiteY6050" fmla="*/ 901562 h 6858000"/>
                <a:gd name="connsiteX6051" fmla="*/ 2158275 w 4379260"/>
                <a:gd name="connsiteY6051" fmla="*/ 889047 h 6858000"/>
                <a:gd name="connsiteX6052" fmla="*/ 2164804 w 4379260"/>
                <a:gd name="connsiteY6052" fmla="*/ 869457 h 6858000"/>
                <a:gd name="connsiteX6053" fmla="*/ 2186026 w 4379260"/>
                <a:gd name="connsiteY6053" fmla="*/ 867825 h 6858000"/>
                <a:gd name="connsiteX6054" fmla="*/ 2207792 w 4379260"/>
                <a:gd name="connsiteY6054" fmla="*/ 866737 h 6858000"/>
                <a:gd name="connsiteX6055" fmla="*/ 2230647 w 4379260"/>
                <a:gd name="connsiteY6055" fmla="*/ 866192 h 6858000"/>
                <a:gd name="connsiteX6056" fmla="*/ 2250781 w 4379260"/>
                <a:gd name="connsiteY6056" fmla="*/ 866737 h 6858000"/>
                <a:gd name="connsiteX6057" fmla="*/ 2275812 w 4379260"/>
                <a:gd name="connsiteY6057" fmla="*/ 861839 h 6858000"/>
                <a:gd name="connsiteX6058" fmla="*/ 2288871 w 4379260"/>
                <a:gd name="connsiteY6058" fmla="*/ 860751 h 6858000"/>
                <a:gd name="connsiteX6059" fmla="*/ 2301931 w 4379260"/>
                <a:gd name="connsiteY6059" fmla="*/ 857486 h 6858000"/>
                <a:gd name="connsiteX6060" fmla="*/ 2303019 w 4379260"/>
                <a:gd name="connsiteY6060" fmla="*/ 859662 h 6858000"/>
                <a:gd name="connsiteX6061" fmla="*/ 2306828 w 4379260"/>
                <a:gd name="connsiteY6061" fmla="*/ 858574 h 6858000"/>
                <a:gd name="connsiteX6062" fmla="*/ 2310093 w 4379260"/>
                <a:gd name="connsiteY6062" fmla="*/ 859118 h 6858000"/>
                <a:gd name="connsiteX6063" fmla="*/ 2310637 w 4379260"/>
                <a:gd name="connsiteY6063" fmla="*/ 859118 h 6858000"/>
                <a:gd name="connsiteX6064" fmla="*/ 2315535 w 4379260"/>
                <a:gd name="connsiteY6064" fmla="*/ 856942 h 6858000"/>
                <a:gd name="connsiteX6065" fmla="*/ 2318800 w 4379260"/>
                <a:gd name="connsiteY6065" fmla="*/ 856398 h 6858000"/>
                <a:gd name="connsiteX6066" fmla="*/ 2320976 w 4379260"/>
                <a:gd name="connsiteY6066" fmla="*/ 856942 h 6858000"/>
                <a:gd name="connsiteX6067" fmla="*/ 2324785 w 4379260"/>
                <a:gd name="connsiteY6067" fmla="*/ 849868 h 6858000"/>
                <a:gd name="connsiteX6068" fmla="*/ 2324241 w 4379260"/>
                <a:gd name="connsiteY6068" fmla="*/ 845514 h 6858000"/>
                <a:gd name="connsiteX6069" fmla="*/ 2322609 w 4379260"/>
                <a:gd name="connsiteY6069" fmla="*/ 824837 h 6858000"/>
                <a:gd name="connsiteX6070" fmla="*/ 2321520 w 4379260"/>
                <a:gd name="connsiteY6070" fmla="*/ 821572 h 6858000"/>
                <a:gd name="connsiteX6071" fmla="*/ 2322065 w 4379260"/>
                <a:gd name="connsiteY6071" fmla="*/ 817218 h 6858000"/>
                <a:gd name="connsiteX6072" fmla="*/ 2320976 w 4379260"/>
                <a:gd name="connsiteY6072" fmla="*/ 809056 h 6858000"/>
                <a:gd name="connsiteX6073" fmla="*/ 2318256 w 4379260"/>
                <a:gd name="connsiteY6073" fmla="*/ 807968 h 6858000"/>
                <a:gd name="connsiteX6074" fmla="*/ 2314991 w 4379260"/>
                <a:gd name="connsiteY6074" fmla="*/ 809056 h 6858000"/>
                <a:gd name="connsiteX6075" fmla="*/ 2314446 w 4379260"/>
                <a:gd name="connsiteY6075" fmla="*/ 807968 h 6858000"/>
                <a:gd name="connsiteX6076" fmla="*/ 2308461 w 4379260"/>
                <a:gd name="connsiteY6076" fmla="*/ 809056 h 6858000"/>
                <a:gd name="connsiteX6077" fmla="*/ 2301931 w 4379260"/>
                <a:gd name="connsiteY6077" fmla="*/ 807424 h 6858000"/>
                <a:gd name="connsiteX6078" fmla="*/ 2300298 w 4379260"/>
                <a:gd name="connsiteY6078" fmla="*/ 808512 h 6858000"/>
                <a:gd name="connsiteX6079" fmla="*/ 2287783 w 4379260"/>
                <a:gd name="connsiteY6079" fmla="*/ 811233 h 6858000"/>
                <a:gd name="connsiteX6080" fmla="*/ 2287239 w 4379260"/>
                <a:gd name="connsiteY6080" fmla="*/ 811777 h 6858000"/>
                <a:gd name="connsiteX6081" fmla="*/ 2288327 w 4379260"/>
                <a:gd name="connsiteY6081" fmla="*/ 811777 h 6858000"/>
                <a:gd name="connsiteX6082" fmla="*/ 2289416 w 4379260"/>
                <a:gd name="connsiteY6082" fmla="*/ 812321 h 6858000"/>
                <a:gd name="connsiteX6083" fmla="*/ 2287783 w 4379260"/>
                <a:gd name="connsiteY6083" fmla="*/ 815042 h 6858000"/>
                <a:gd name="connsiteX6084" fmla="*/ 2286150 w 4379260"/>
                <a:gd name="connsiteY6084" fmla="*/ 813954 h 6858000"/>
                <a:gd name="connsiteX6085" fmla="*/ 2285606 w 4379260"/>
                <a:gd name="connsiteY6085" fmla="*/ 813954 h 6858000"/>
                <a:gd name="connsiteX6086" fmla="*/ 2285606 w 4379260"/>
                <a:gd name="connsiteY6086" fmla="*/ 812321 h 6858000"/>
                <a:gd name="connsiteX6087" fmla="*/ 2281797 w 4379260"/>
                <a:gd name="connsiteY6087" fmla="*/ 813409 h 6858000"/>
                <a:gd name="connsiteX6088" fmla="*/ 2282886 w 4379260"/>
                <a:gd name="connsiteY6088" fmla="*/ 814498 h 6858000"/>
                <a:gd name="connsiteX6089" fmla="*/ 2270914 w 4379260"/>
                <a:gd name="connsiteY6089" fmla="*/ 817218 h 6858000"/>
                <a:gd name="connsiteX6090" fmla="*/ 2265473 w 4379260"/>
                <a:gd name="connsiteY6090" fmla="*/ 817763 h 6858000"/>
                <a:gd name="connsiteX6091" fmla="*/ 2259487 w 4379260"/>
                <a:gd name="connsiteY6091" fmla="*/ 818851 h 6858000"/>
                <a:gd name="connsiteX6092" fmla="*/ 2258943 w 4379260"/>
                <a:gd name="connsiteY6092" fmla="*/ 819395 h 6858000"/>
                <a:gd name="connsiteX6093" fmla="*/ 2259487 w 4379260"/>
                <a:gd name="connsiteY6093" fmla="*/ 819939 h 6858000"/>
                <a:gd name="connsiteX6094" fmla="*/ 2259487 w 4379260"/>
                <a:gd name="connsiteY6094" fmla="*/ 821028 h 6858000"/>
                <a:gd name="connsiteX6095" fmla="*/ 2251325 w 4379260"/>
                <a:gd name="connsiteY6095" fmla="*/ 818851 h 6858000"/>
                <a:gd name="connsiteX6096" fmla="*/ 2246427 w 4379260"/>
                <a:gd name="connsiteY6096" fmla="*/ 819395 h 6858000"/>
                <a:gd name="connsiteX6097" fmla="*/ 2239353 w 4379260"/>
                <a:gd name="connsiteY6097" fmla="*/ 819395 h 6858000"/>
                <a:gd name="connsiteX6098" fmla="*/ 2233368 w 4379260"/>
                <a:gd name="connsiteY6098" fmla="*/ 817763 h 6858000"/>
                <a:gd name="connsiteX6099" fmla="*/ 2224661 w 4379260"/>
                <a:gd name="connsiteY6099" fmla="*/ 819939 h 6858000"/>
                <a:gd name="connsiteX6100" fmla="*/ 2216499 w 4379260"/>
                <a:gd name="connsiteY6100" fmla="*/ 819939 h 6858000"/>
                <a:gd name="connsiteX6101" fmla="*/ 2199086 w 4379260"/>
                <a:gd name="connsiteY6101" fmla="*/ 822660 h 6858000"/>
                <a:gd name="connsiteX6102" fmla="*/ 2197998 w 4379260"/>
                <a:gd name="connsiteY6102" fmla="*/ 821028 h 6858000"/>
                <a:gd name="connsiteX6103" fmla="*/ 2196910 w 4379260"/>
                <a:gd name="connsiteY6103" fmla="*/ 820483 h 6858000"/>
                <a:gd name="connsiteX6104" fmla="*/ 2195821 w 4379260"/>
                <a:gd name="connsiteY6104" fmla="*/ 818851 h 6858000"/>
                <a:gd name="connsiteX6105" fmla="*/ 2190924 w 4379260"/>
                <a:gd name="connsiteY6105" fmla="*/ 821028 h 6858000"/>
                <a:gd name="connsiteX6106" fmla="*/ 2186026 w 4379260"/>
                <a:gd name="connsiteY6106" fmla="*/ 821572 h 6858000"/>
                <a:gd name="connsiteX6107" fmla="*/ 2186571 w 4379260"/>
                <a:gd name="connsiteY6107" fmla="*/ 818307 h 6858000"/>
                <a:gd name="connsiteX6108" fmla="*/ 2185482 w 4379260"/>
                <a:gd name="connsiteY6108" fmla="*/ 812865 h 6858000"/>
                <a:gd name="connsiteX6109" fmla="*/ 2186571 w 4379260"/>
                <a:gd name="connsiteY6109" fmla="*/ 812865 h 6858000"/>
                <a:gd name="connsiteX6110" fmla="*/ 2189836 w 4379260"/>
                <a:gd name="connsiteY6110" fmla="*/ 810689 h 6858000"/>
                <a:gd name="connsiteX6111" fmla="*/ 2190380 w 4379260"/>
                <a:gd name="connsiteY6111" fmla="*/ 809600 h 6858000"/>
                <a:gd name="connsiteX6112" fmla="*/ 2190924 w 4379260"/>
                <a:gd name="connsiteY6112" fmla="*/ 808512 h 6858000"/>
                <a:gd name="connsiteX6113" fmla="*/ 2193644 w 4379260"/>
                <a:gd name="connsiteY6113" fmla="*/ 807424 h 6858000"/>
                <a:gd name="connsiteX6114" fmla="*/ 2215955 w 4379260"/>
                <a:gd name="connsiteY6114" fmla="*/ 752464 h 6858000"/>
                <a:gd name="connsiteX6115" fmla="*/ 2222485 w 4379260"/>
                <a:gd name="connsiteY6115" fmla="*/ 738861 h 6858000"/>
                <a:gd name="connsiteX6116" fmla="*/ 2229559 w 4379260"/>
                <a:gd name="connsiteY6116" fmla="*/ 724713 h 6858000"/>
                <a:gd name="connsiteX6117" fmla="*/ 2243162 w 4379260"/>
                <a:gd name="connsiteY6117" fmla="*/ 693152 h 6858000"/>
                <a:gd name="connsiteX6118" fmla="*/ 2244251 w 4379260"/>
                <a:gd name="connsiteY6118" fmla="*/ 690431 h 6858000"/>
                <a:gd name="connsiteX6119" fmla="*/ 2243707 w 4379260"/>
                <a:gd name="connsiteY6119" fmla="*/ 689343 h 6858000"/>
                <a:gd name="connsiteX6120" fmla="*/ 2242618 w 4379260"/>
                <a:gd name="connsiteY6120" fmla="*/ 688254 h 6858000"/>
                <a:gd name="connsiteX6121" fmla="*/ 2242618 w 4379260"/>
                <a:gd name="connsiteY6121" fmla="*/ 686622 h 6858000"/>
                <a:gd name="connsiteX6122" fmla="*/ 2248060 w 4379260"/>
                <a:gd name="connsiteY6122" fmla="*/ 681724 h 6858000"/>
                <a:gd name="connsiteX6123" fmla="*/ 2250236 w 4379260"/>
                <a:gd name="connsiteY6123" fmla="*/ 677915 h 6858000"/>
                <a:gd name="connsiteX6124" fmla="*/ 2253501 w 4379260"/>
                <a:gd name="connsiteY6124" fmla="*/ 675739 h 6858000"/>
                <a:gd name="connsiteX6125" fmla="*/ 2268194 w 4379260"/>
                <a:gd name="connsiteY6125" fmla="*/ 641457 h 6858000"/>
                <a:gd name="connsiteX6126" fmla="*/ 2276356 w 4379260"/>
                <a:gd name="connsiteY6126" fmla="*/ 624044 h 6858000"/>
                <a:gd name="connsiteX6127" fmla="*/ 2283974 w 4379260"/>
                <a:gd name="connsiteY6127" fmla="*/ 606631 h 6858000"/>
                <a:gd name="connsiteX6128" fmla="*/ 2310637 w 4379260"/>
                <a:gd name="connsiteY6128" fmla="*/ 530450 h 6858000"/>
                <a:gd name="connsiteX6129" fmla="*/ 2300843 w 4379260"/>
                <a:gd name="connsiteY6129" fmla="*/ 513037 h 6858000"/>
                <a:gd name="connsiteX6130" fmla="*/ 2289416 w 4379260"/>
                <a:gd name="connsiteY6130" fmla="*/ 499977 h 6858000"/>
                <a:gd name="connsiteX6131" fmla="*/ 2282886 w 4379260"/>
                <a:gd name="connsiteY6131" fmla="*/ 497257 h 6858000"/>
                <a:gd name="connsiteX6132" fmla="*/ 0 w 4379260"/>
                <a:gd name="connsiteY6132" fmla="*/ 0 h 6858000"/>
                <a:gd name="connsiteX6133" fmla="*/ 4379260 w 4379260"/>
                <a:gd name="connsiteY6133" fmla="*/ 0 h 6858000"/>
                <a:gd name="connsiteX6134" fmla="*/ 4379260 w 4379260"/>
                <a:gd name="connsiteY6134" fmla="*/ 6858000 h 6858000"/>
                <a:gd name="connsiteX6135" fmla="*/ 0 w 4379260"/>
                <a:gd name="connsiteY613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</a:cxnLst>
              <a:rect l="l" t="t" r="r" b="b"/>
              <a:pathLst>
                <a:path w="4379260" h="6858000">
                  <a:moveTo>
                    <a:pt x="1104260" y="1607873"/>
                  </a:moveTo>
                  <a:lnTo>
                    <a:pt x="1106437" y="1607873"/>
                  </a:lnTo>
                  <a:cubicBezTo>
                    <a:pt x="1107888" y="1607873"/>
                    <a:pt x="1108795" y="1608054"/>
                    <a:pt x="1109157" y="1608417"/>
                  </a:cubicBezTo>
                  <a:lnTo>
                    <a:pt x="1106437" y="1608961"/>
                  </a:lnTo>
                  <a:cubicBezTo>
                    <a:pt x="1105348" y="1608598"/>
                    <a:pt x="1104623" y="1608235"/>
                    <a:pt x="1104260" y="1607873"/>
                  </a:cubicBezTo>
                  <a:close/>
                  <a:moveTo>
                    <a:pt x="1101539" y="1606240"/>
                  </a:moveTo>
                  <a:cubicBezTo>
                    <a:pt x="1102628" y="1606240"/>
                    <a:pt x="1103534" y="1606784"/>
                    <a:pt x="1104260" y="1607873"/>
                  </a:cubicBezTo>
                  <a:lnTo>
                    <a:pt x="1099363" y="1607873"/>
                  </a:lnTo>
                  <a:cubicBezTo>
                    <a:pt x="1099000" y="1607873"/>
                    <a:pt x="1098818" y="1607691"/>
                    <a:pt x="1098818" y="1607328"/>
                  </a:cubicBezTo>
                  <a:lnTo>
                    <a:pt x="1099363" y="1606784"/>
                  </a:lnTo>
                  <a:cubicBezTo>
                    <a:pt x="1099725" y="1606421"/>
                    <a:pt x="1100451" y="1606240"/>
                    <a:pt x="1101539" y="1606240"/>
                  </a:cubicBezTo>
                  <a:close/>
                  <a:moveTo>
                    <a:pt x="1168470" y="1600254"/>
                  </a:moveTo>
                  <a:cubicBezTo>
                    <a:pt x="1169196" y="1600254"/>
                    <a:pt x="1169558" y="1600436"/>
                    <a:pt x="1169558" y="1600799"/>
                  </a:cubicBezTo>
                  <a:cubicBezTo>
                    <a:pt x="1169558" y="1601161"/>
                    <a:pt x="1169196" y="1601524"/>
                    <a:pt x="1168470" y="1601887"/>
                  </a:cubicBezTo>
                  <a:cubicBezTo>
                    <a:pt x="1167744" y="1602612"/>
                    <a:pt x="1166475" y="1603338"/>
                    <a:pt x="1164661" y="1604063"/>
                  </a:cubicBezTo>
                  <a:cubicBezTo>
                    <a:pt x="1162847" y="1604789"/>
                    <a:pt x="1161215" y="1605152"/>
                    <a:pt x="1159764" y="1605152"/>
                  </a:cubicBezTo>
                  <a:cubicBezTo>
                    <a:pt x="1157950" y="1605152"/>
                    <a:pt x="1157043" y="1604970"/>
                    <a:pt x="1157043" y="1604608"/>
                  </a:cubicBezTo>
                  <a:cubicBezTo>
                    <a:pt x="1158131" y="1603519"/>
                    <a:pt x="1159945" y="1602612"/>
                    <a:pt x="1162484" y="1601887"/>
                  </a:cubicBezTo>
                  <a:lnTo>
                    <a:pt x="1165205" y="1601343"/>
                  </a:lnTo>
                  <a:close/>
                  <a:moveTo>
                    <a:pt x="1108613" y="1598622"/>
                  </a:moveTo>
                  <a:lnTo>
                    <a:pt x="1110790" y="1602431"/>
                  </a:lnTo>
                  <a:lnTo>
                    <a:pt x="1102628" y="1602975"/>
                  </a:lnTo>
                  <a:lnTo>
                    <a:pt x="1100451" y="1599710"/>
                  </a:lnTo>
                  <a:close/>
                  <a:moveTo>
                    <a:pt x="1092833" y="1595901"/>
                  </a:moveTo>
                  <a:lnTo>
                    <a:pt x="1096642" y="1595901"/>
                  </a:lnTo>
                  <a:lnTo>
                    <a:pt x="1098818" y="1599710"/>
                  </a:lnTo>
                  <a:lnTo>
                    <a:pt x="1094465" y="1599710"/>
                  </a:lnTo>
                  <a:close/>
                  <a:moveTo>
                    <a:pt x="1231048" y="1564340"/>
                  </a:moveTo>
                  <a:cubicBezTo>
                    <a:pt x="1230685" y="1565066"/>
                    <a:pt x="1229959" y="1565610"/>
                    <a:pt x="1228871" y="1565973"/>
                  </a:cubicBezTo>
                  <a:lnTo>
                    <a:pt x="1226694" y="1565429"/>
                  </a:lnTo>
                  <a:cubicBezTo>
                    <a:pt x="1227420" y="1565066"/>
                    <a:pt x="1227964" y="1564884"/>
                    <a:pt x="1228327" y="1564884"/>
                  </a:cubicBezTo>
                  <a:lnTo>
                    <a:pt x="1229415" y="1564884"/>
                  </a:lnTo>
                  <a:cubicBezTo>
                    <a:pt x="1230141" y="1564884"/>
                    <a:pt x="1230685" y="1564703"/>
                    <a:pt x="1231048" y="1564340"/>
                  </a:cubicBezTo>
                  <a:close/>
                  <a:moveTo>
                    <a:pt x="1029711" y="1563796"/>
                  </a:moveTo>
                  <a:cubicBezTo>
                    <a:pt x="1030074" y="1563796"/>
                    <a:pt x="1030799" y="1564340"/>
                    <a:pt x="1031888" y="1565429"/>
                  </a:cubicBezTo>
                  <a:lnTo>
                    <a:pt x="1034064" y="1567061"/>
                  </a:lnTo>
                  <a:lnTo>
                    <a:pt x="1035697" y="1568694"/>
                  </a:lnTo>
                  <a:cubicBezTo>
                    <a:pt x="1034971" y="1568694"/>
                    <a:pt x="1032613" y="1567242"/>
                    <a:pt x="1028623" y="1564340"/>
                  </a:cubicBezTo>
                  <a:cubicBezTo>
                    <a:pt x="1028986" y="1563978"/>
                    <a:pt x="1029348" y="1563796"/>
                    <a:pt x="1029711" y="1563796"/>
                  </a:cubicBezTo>
                  <a:close/>
                  <a:moveTo>
                    <a:pt x="1018284" y="1540942"/>
                  </a:moveTo>
                  <a:cubicBezTo>
                    <a:pt x="1019009" y="1540942"/>
                    <a:pt x="1019916" y="1541305"/>
                    <a:pt x="1021005" y="1542030"/>
                  </a:cubicBezTo>
                  <a:cubicBezTo>
                    <a:pt x="1022093" y="1542756"/>
                    <a:pt x="1023363" y="1543663"/>
                    <a:pt x="1024814" y="1544751"/>
                  </a:cubicBezTo>
                  <a:lnTo>
                    <a:pt x="1023181" y="1544751"/>
                  </a:lnTo>
                  <a:lnTo>
                    <a:pt x="1021549" y="1544207"/>
                  </a:lnTo>
                  <a:cubicBezTo>
                    <a:pt x="1020460" y="1543844"/>
                    <a:pt x="1019735" y="1543663"/>
                    <a:pt x="1019372" y="1543663"/>
                  </a:cubicBezTo>
                  <a:cubicBezTo>
                    <a:pt x="1018284" y="1542937"/>
                    <a:pt x="1017558" y="1542211"/>
                    <a:pt x="1017196" y="1541486"/>
                  </a:cubicBezTo>
                  <a:cubicBezTo>
                    <a:pt x="1017196" y="1541123"/>
                    <a:pt x="1017558" y="1540942"/>
                    <a:pt x="1018284" y="1540942"/>
                  </a:cubicBezTo>
                  <a:close/>
                  <a:moveTo>
                    <a:pt x="998694" y="1516999"/>
                  </a:moveTo>
                  <a:cubicBezTo>
                    <a:pt x="999783" y="1516999"/>
                    <a:pt x="1001415" y="1518631"/>
                    <a:pt x="1003592" y="1521896"/>
                  </a:cubicBezTo>
                  <a:cubicBezTo>
                    <a:pt x="1005406" y="1524799"/>
                    <a:pt x="1006312" y="1526975"/>
                    <a:pt x="1006312" y="1528426"/>
                  </a:cubicBezTo>
                  <a:lnTo>
                    <a:pt x="1005861" y="1529780"/>
                  </a:lnTo>
                  <a:lnTo>
                    <a:pt x="997900" y="1517396"/>
                  </a:lnTo>
                  <a:close/>
                  <a:moveTo>
                    <a:pt x="1000871" y="1508293"/>
                  </a:moveTo>
                  <a:cubicBezTo>
                    <a:pt x="1002322" y="1509381"/>
                    <a:pt x="1003410" y="1511013"/>
                    <a:pt x="1004136" y="1513190"/>
                  </a:cubicBezTo>
                  <a:lnTo>
                    <a:pt x="1005224" y="1515911"/>
                  </a:lnTo>
                  <a:cubicBezTo>
                    <a:pt x="1005950" y="1516999"/>
                    <a:pt x="1007038" y="1517906"/>
                    <a:pt x="1008489" y="1518631"/>
                  </a:cubicBezTo>
                  <a:cubicBezTo>
                    <a:pt x="1008489" y="1520083"/>
                    <a:pt x="1008126" y="1520808"/>
                    <a:pt x="1007401" y="1520808"/>
                  </a:cubicBezTo>
                  <a:lnTo>
                    <a:pt x="1006857" y="1520264"/>
                  </a:lnTo>
                  <a:cubicBezTo>
                    <a:pt x="1005768" y="1519901"/>
                    <a:pt x="1004680" y="1518631"/>
                    <a:pt x="1003592" y="1516455"/>
                  </a:cubicBezTo>
                  <a:cubicBezTo>
                    <a:pt x="1002503" y="1514641"/>
                    <a:pt x="1001596" y="1513009"/>
                    <a:pt x="1000871" y="1511558"/>
                  </a:cubicBezTo>
                  <a:cubicBezTo>
                    <a:pt x="1000508" y="1510469"/>
                    <a:pt x="1000327" y="1509744"/>
                    <a:pt x="1000327" y="1509381"/>
                  </a:cubicBezTo>
                  <a:cubicBezTo>
                    <a:pt x="1000327" y="1508655"/>
                    <a:pt x="1000508" y="1508293"/>
                    <a:pt x="1000871" y="1508293"/>
                  </a:cubicBezTo>
                  <a:close/>
                  <a:moveTo>
                    <a:pt x="1266962" y="1505572"/>
                  </a:moveTo>
                  <a:cubicBezTo>
                    <a:pt x="1267324" y="1505572"/>
                    <a:pt x="1267506" y="1505753"/>
                    <a:pt x="1267506" y="1506116"/>
                  </a:cubicBezTo>
                  <a:cubicBezTo>
                    <a:pt x="1267506" y="1506842"/>
                    <a:pt x="1267143" y="1507567"/>
                    <a:pt x="1266418" y="1508293"/>
                  </a:cubicBezTo>
                  <a:lnTo>
                    <a:pt x="1263697" y="1508293"/>
                  </a:lnTo>
                  <a:cubicBezTo>
                    <a:pt x="1263697" y="1507930"/>
                    <a:pt x="1264060" y="1507386"/>
                    <a:pt x="1264785" y="1506660"/>
                  </a:cubicBezTo>
                  <a:cubicBezTo>
                    <a:pt x="1265873" y="1505935"/>
                    <a:pt x="1266599" y="1505572"/>
                    <a:pt x="1266962" y="1505572"/>
                  </a:cubicBezTo>
                  <a:close/>
                  <a:moveTo>
                    <a:pt x="2862878" y="1477820"/>
                  </a:moveTo>
                  <a:lnTo>
                    <a:pt x="2864511" y="1478908"/>
                  </a:lnTo>
                  <a:lnTo>
                    <a:pt x="2865599" y="1479452"/>
                  </a:lnTo>
                  <a:lnTo>
                    <a:pt x="2866143" y="1479997"/>
                  </a:lnTo>
                  <a:cubicBezTo>
                    <a:pt x="2866143" y="1481448"/>
                    <a:pt x="2865418" y="1482173"/>
                    <a:pt x="2863966" y="1482173"/>
                  </a:cubicBezTo>
                  <a:lnTo>
                    <a:pt x="2862334" y="1478908"/>
                  </a:lnTo>
                  <a:close/>
                  <a:moveTo>
                    <a:pt x="2053253" y="1477820"/>
                  </a:moveTo>
                  <a:lnTo>
                    <a:pt x="2054886" y="1478908"/>
                  </a:lnTo>
                  <a:lnTo>
                    <a:pt x="2055974" y="1479452"/>
                  </a:lnTo>
                  <a:lnTo>
                    <a:pt x="2056518" y="1479997"/>
                  </a:lnTo>
                  <a:cubicBezTo>
                    <a:pt x="2056518" y="1481448"/>
                    <a:pt x="2055792" y="1482173"/>
                    <a:pt x="2054341" y="1482173"/>
                  </a:cubicBezTo>
                  <a:lnTo>
                    <a:pt x="2052709" y="1478908"/>
                  </a:lnTo>
                  <a:close/>
                  <a:moveTo>
                    <a:pt x="1302876" y="1475099"/>
                  </a:moveTo>
                  <a:cubicBezTo>
                    <a:pt x="1297434" y="1482717"/>
                    <a:pt x="1292900" y="1487433"/>
                    <a:pt x="1289272" y="1489247"/>
                  </a:cubicBezTo>
                  <a:lnTo>
                    <a:pt x="1293081" y="1484350"/>
                  </a:lnTo>
                  <a:lnTo>
                    <a:pt x="1295802" y="1479997"/>
                  </a:lnTo>
                  <a:cubicBezTo>
                    <a:pt x="1297978" y="1477094"/>
                    <a:pt x="1300336" y="1475462"/>
                    <a:pt x="1302876" y="1475099"/>
                  </a:cubicBezTo>
                  <a:close/>
                  <a:moveTo>
                    <a:pt x="2861790" y="1474555"/>
                  </a:moveTo>
                  <a:cubicBezTo>
                    <a:pt x="2862878" y="1475281"/>
                    <a:pt x="2863422" y="1476369"/>
                    <a:pt x="2863422" y="1477820"/>
                  </a:cubicBezTo>
                  <a:lnTo>
                    <a:pt x="2862334" y="1476188"/>
                  </a:lnTo>
                  <a:close/>
                  <a:moveTo>
                    <a:pt x="2052165" y="1474555"/>
                  </a:moveTo>
                  <a:cubicBezTo>
                    <a:pt x="2053253" y="1475281"/>
                    <a:pt x="2053797" y="1476369"/>
                    <a:pt x="2053797" y="1477820"/>
                  </a:cubicBezTo>
                  <a:lnTo>
                    <a:pt x="2052709" y="1476188"/>
                  </a:lnTo>
                  <a:close/>
                  <a:moveTo>
                    <a:pt x="2902057" y="1463128"/>
                  </a:moveTo>
                  <a:cubicBezTo>
                    <a:pt x="2903145" y="1463491"/>
                    <a:pt x="2903690" y="1463853"/>
                    <a:pt x="2903690" y="1464216"/>
                  </a:cubicBezTo>
                  <a:cubicBezTo>
                    <a:pt x="2903690" y="1464579"/>
                    <a:pt x="2903508" y="1464760"/>
                    <a:pt x="2903145" y="1464760"/>
                  </a:cubicBezTo>
                  <a:lnTo>
                    <a:pt x="2902601" y="1465849"/>
                  </a:lnTo>
                  <a:lnTo>
                    <a:pt x="2902601" y="1467481"/>
                  </a:lnTo>
                  <a:cubicBezTo>
                    <a:pt x="2901150" y="1468207"/>
                    <a:pt x="2899699" y="1469476"/>
                    <a:pt x="2898248" y="1471290"/>
                  </a:cubicBezTo>
                  <a:lnTo>
                    <a:pt x="2896616" y="1473467"/>
                  </a:lnTo>
                  <a:lnTo>
                    <a:pt x="2894983" y="1475643"/>
                  </a:lnTo>
                  <a:cubicBezTo>
                    <a:pt x="2892081" y="1479634"/>
                    <a:pt x="2888635" y="1481629"/>
                    <a:pt x="2884644" y="1481629"/>
                  </a:cubicBezTo>
                  <a:lnTo>
                    <a:pt x="2885732" y="1483806"/>
                  </a:lnTo>
                  <a:cubicBezTo>
                    <a:pt x="2886095" y="1484168"/>
                    <a:pt x="2886277" y="1484531"/>
                    <a:pt x="2886277" y="1484894"/>
                  </a:cubicBezTo>
                  <a:lnTo>
                    <a:pt x="2885732" y="1485438"/>
                  </a:lnTo>
                  <a:lnTo>
                    <a:pt x="2875938" y="1487615"/>
                  </a:lnTo>
                  <a:cubicBezTo>
                    <a:pt x="2871947" y="1488703"/>
                    <a:pt x="2869045" y="1489429"/>
                    <a:pt x="2867231" y="1489791"/>
                  </a:cubicBezTo>
                  <a:lnTo>
                    <a:pt x="2866143" y="1486526"/>
                  </a:lnTo>
                  <a:lnTo>
                    <a:pt x="2869408" y="1485438"/>
                  </a:lnTo>
                  <a:lnTo>
                    <a:pt x="2873761" y="1484350"/>
                  </a:lnTo>
                  <a:cubicBezTo>
                    <a:pt x="2878840" y="1482899"/>
                    <a:pt x="2882286" y="1480541"/>
                    <a:pt x="2884100" y="1477276"/>
                  </a:cubicBezTo>
                  <a:cubicBezTo>
                    <a:pt x="2887365" y="1476188"/>
                    <a:pt x="2890630" y="1474192"/>
                    <a:pt x="2893895" y="1471290"/>
                  </a:cubicBezTo>
                  <a:lnTo>
                    <a:pt x="2897704" y="1466937"/>
                  </a:lnTo>
                  <a:close/>
                  <a:moveTo>
                    <a:pt x="2092432" y="1463128"/>
                  </a:moveTo>
                  <a:cubicBezTo>
                    <a:pt x="2093520" y="1463491"/>
                    <a:pt x="2094065" y="1463853"/>
                    <a:pt x="2094065" y="1464216"/>
                  </a:cubicBezTo>
                  <a:cubicBezTo>
                    <a:pt x="2094065" y="1464579"/>
                    <a:pt x="2093883" y="1464760"/>
                    <a:pt x="2093520" y="1464760"/>
                  </a:cubicBezTo>
                  <a:lnTo>
                    <a:pt x="2092976" y="1465849"/>
                  </a:lnTo>
                  <a:lnTo>
                    <a:pt x="2092976" y="1467481"/>
                  </a:lnTo>
                  <a:cubicBezTo>
                    <a:pt x="2091525" y="1468207"/>
                    <a:pt x="2090074" y="1469476"/>
                    <a:pt x="2088623" y="1471290"/>
                  </a:cubicBezTo>
                  <a:lnTo>
                    <a:pt x="2086991" y="1473467"/>
                  </a:lnTo>
                  <a:lnTo>
                    <a:pt x="2085358" y="1475643"/>
                  </a:lnTo>
                  <a:cubicBezTo>
                    <a:pt x="2082456" y="1479634"/>
                    <a:pt x="2079010" y="1481629"/>
                    <a:pt x="2075019" y="1481629"/>
                  </a:cubicBezTo>
                  <a:lnTo>
                    <a:pt x="2076108" y="1483806"/>
                  </a:lnTo>
                  <a:cubicBezTo>
                    <a:pt x="2076470" y="1484168"/>
                    <a:pt x="2076652" y="1484531"/>
                    <a:pt x="2076652" y="1484894"/>
                  </a:cubicBezTo>
                  <a:lnTo>
                    <a:pt x="2076108" y="1485438"/>
                  </a:lnTo>
                  <a:lnTo>
                    <a:pt x="2066313" y="1487615"/>
                  </a:lnTo>
                  <a:cubicBezTo>
                    <a:pt x="2062322" y="1488703"/>
                    <a:pt x="2059420" y="1489429"/>
                    <a:pt x="2057606" y="1489791"/>
                  </a:cubicBezTo>
                  <a:lnTo>
                    <a:pt x="2056518" y="1486526"/>
                  </a:lnTo>
                  <a:lnTo>
                    <a:pt x="2059783" y="1485438"/>
                  </a:lnTo>
                  <a:lnTo>
                    <a:pt x="2064136" y="1484350"/>
                  </a:lnTo>
                  <a:cubicBezTo>
                    <a:pt x="2069215" y="1482899"/>
                    <a:pt x="2072661" y="1480541"/>
                    <a:pt x="2074475" y="1477276"/>
                  </a:cubicBezTo>
                  <a:cubicBezTo>
                    <a:pt x="2077740" y="1476188"/>
                    <a:pt x="2081005" y="1474192"/>
                    <a:pt x="2084270" y="1471290"/>
                  </a:cubicBezTo>
                  <a:lnTo>
                    <a:pt x="2088079" y="1466937"/>
                  </a:lnTo>
                  <a:close/>
                  <a:moveTo>
                    <a:pt x="2884644" y="1462040"/>
                  </a:moveTo>
                  <a:lnTo>
                    <a:pt x="2885732" y="1462040"/>
                  </a:lnTo>
                  <a:cubicBezTo>
                    <a:pt x="2886095" y="1462402"/>
                    <a:pt x="2886277" y="1462947"/>
                    <a:pt x="2886277" y="1463672"/>
                  </a:cubicBezTo>
                  <a:cubicBezTo>
                    <a:pt x="2885188" y="1463309"/>
                    <a:pt x="2884644" y="1462947"/>
                    <a:pt x="2884644" y="1462584"/>
                  </a:cubicBezTo>
                  <a:close/>
                  <a:moveTo>
                    <a:pt x="2075019" y="1462040"/>
                  </a:moveTo>
                  <a:lnTo>
                    <a:pt x="2076108" y="1462040"/>
                  </a:lnTo>
                  <a:cubicBezTo>
                    <a:pt x="2076470" y="1462402"/>
                    <a:pt x="2076652" y="1462947"/>
                    <a:pt x="2076652" y="1463672"/>
                  </a:cubicBezTo>
                  <a:cubicBezTo>
                    <a:pt x="2075564" y="1463309"/>
                    <a:pt x="2075019" y="1462947"/>
                    <a:pt x="2075019" y="1462584"/>
                  </a:cubicBezTo>
                  <a:close/>
                  <a:moveTo>
                    <a:pt x="2906954" y="1460951"/>
                  </a:moveTo>
                  <a:lnTo>
                    <a:pt x="2907499" y="1460951"/>
                  </a:lnTo>
                  <a:lnTo>
                    <a:pt x="2906954" y="1462040"/>
                  </a:lnTo>
                  <a:lnTo>
                    <a:pt x="2906954" y="1463128"/>
                  </a:lnTo>
                  <a:cubicBezTo>
                    <a:pt x="2906592" y="1463491"/>
                    <a:pt x="2906047" y="1463672"/>
                    <a:pt x="2905322" y="1463672"/>
                  </a:cubicBezTo>
                  <a:lnTo>
                    <a:pt x="2904234" y="1463672"/>
                  </a:lnTo>
                  <a:cubicBezTo>
                    <a:pt x="2904959" y="1461858"/>
                    <a:pt x="2905866" y="1460951"/>
                    <a:pt x="2906954" y="1460951"/>
                  </a:cubicBezTo>
                  <a:close/>
                  <a:moveTo>
                    <a:pt x="2097330" y="1460951"/>
                  </a:moveTo>
                  <a:lnTo>
                    <a:pt x="2097874" y="1460951"/>
                  </a:lnTo>
                  <a:lnTo>
                    <a:pt x="2097330" y="1462040"/>
                  </a:lnTo>
                  <a:lnTo>
                    <a:pt x="2097330" y="1463128"/>
                  </a:lnTo>
                  <a:cubicBezTo>
                    <a:pt x="2096967" y="1463491"/>
                    <a:pt x="2096423" y="1463672"/>
                    <a:pt x="2095697" y="1463672"/>
                  </a:cubicBezTo>
                  <a:lnTo>
                    <a:pt x="2094609" y="1463672"/>
                  </a:lnTo>
                  <a:cubicBezTo>
                    <a:pt x="2095334" y="1461858"/>
                    <a:pt x="2096241" y="1460951"/>
                    <a:pt x="2097330" y="1460951"/>
                  </a:cubicBezTo>
                  <a:close/>
                  <a:moveTo>
                    <a:pt x="2914028" y="1457142"/>
                  </a:moveTo>
                  <a:cubicBezTo>
                    <a:pt x="2914754" y="1457142"/>
                    <a:pt x="2915298" y="1457324"/>
                    <a:pt x="2915661" y="1457686"/>
                  </a:cubicBezTo>
                  <a:cubicBezTo>
                    <a:pt x="2916024" y="1457686"/>
                    <a:pt x="2916205" y="1457868"/>
                    <a:pt x="2916205" y="1458230"/>
                  </a:cubicBezTo>
                  <a:lnTo>
                    <a:pt x="2914573" y="1458230"/>
                  </a:lnTo>
                  <a:cubicBezTo>
                    <a:pt x="2914210" y="1457868"/>
                    <a:pt x="2914028" y="1457505"/>
                    <a:pt x="2914028" y="1457142"/>
                  </a:cubicBezTo>
                  <a:close/>
                  <a:moveTo>
                    <a:pt x="2104404" y="1457142"/>
                  </a:moveTo>
                  <a:cubicBezTo>
                    <a:pt x="2105129" y="1457142"/>
                    <a:pt x="2105673" y="1457324"/>
                    <a:pt x="2106036" y="1457686"/>
                  </a:cubicBezTo>
                  <a:cubicBezTo>
                    <a:pt x="2106399" y="1457686"/>
                    <a:pt x="2106580" y="1457868"/>
                    <a:pt x="2106580" y="1458230"/>
                  </a:cubicBezTo>
                  <a:lnTo>
                    <a:pt x="2104948" y="1458230"/>
                  </a:lnTo>
                  <a:cubicBezTo>
                    <a:pt x="2104585" y="1457868"/>
                    <a:pt x="2104404" y="1457505"/>
                    <a:pt x="2104404" y="1457142"/>
                  </a:cubicBezTo>
                  <a:close/>
                  <a:moveTo>
                    <a:pt x="1005224" y="1453877"/>
                  </a:moveTo>
                  <a:lnTo>
                    <a:pt x="1005768" y="1453877"/>
                  </a:lnTo>
                  <a:cubicBezTo>
                    <a:pt x="1006857" y="1453877"/>
                    <a:pt x="1007764" y="1455510"/>
                    <a:pt x="1008489" y="1458775"/>
                  </a:cubicBezTo>
                  <a:lnTo>
                    <a:pt x="1010122" y="1463128"/>
                  </a:lnTo>
                  <a:cubicBezTo>
                    <a:pt x="1010484" y="1464942"/>
                    <a:pt x="1010847" y="1466211"/>
                    <a:pt x="1011210" y="1466937"/>
                  </a:cubicBezTo>
                  <a:lnTo>
                    <a:pt x="1010122" y="1466937"/>
                  </a:lnTo>
                  <a:cubicBezTo>
                    <a:pt x="1008670" y="1466937"/>
                    <a:pt x="1007401" y="1465305"/>
                    <a:pt x="1006312" y="1462040"/>
                  </a:cubicBezTo>
                  <a:cubicBezTo>
                    <a:pt x="1005950" y="1460588"/>
                    <a:pt x="1005768" y="1459137"/>
                    <a:pt x="1005768" y="1457686"/>
                  </a:cubicBezTo>
                  <a:cubicBezTo>
                    <a:pt x="1005406" y="1456235"/>
                    <a:pt x="1005224" y="1454966"/>
                    <a:pt x="1005224" y="1453877"/>
                  </a:cubicBezTo>
                  <a:close/>
                  <a:moveTo>
                    <a:pt x="1344776" y="1447892"/>
                  </a:moveTo>
                  <a:cubicBezTo>
                    <a:pt x="1345501" y="1447892"/>
                    <a:pt x="1345864" y="1448254"/>
                    <a:pt x="1345864" y="1448980"/>
                  </a:cubicBezTo>
                  <a:lnTo>
                    <a:pt x="1345864" y="1449524"/>
                  </a:lnTo>
                  <a:cubicBezTo>
                    <a:pt x="1345864" y="1450612"/>
                    <a:pt x="1345320" y="1451519"/>
                    <a:pt x="1344231" y="1452245"/>
                  </a:cubicBezTo>
                  <a:lnTo>
                    <a:pt x="1343687" y="1452789"/>
                  </a:lnTo>
                  <a:cubicBezTo>
                    <a:pt x="1343324" y="1452789"/>
                    <a:pt x="1343143" y="1452608"/>
                    <a:pt x="1343143" y="1452245"/>
                  </a:cubicBezTo>
                  <a:lnTo>
                    <a:pt x="1343143" y="1451701"/>
                  </a:lnTo>
                  <a:cubicBezTo>
                    <a:pt x="1343143" y="1450975"/>
                    <a:pt x="1343687" y="1449705"/>
                    <a:pt x="1344776" y="1447892"/>
                  </a:cubicBezTo>
                  <a:close/>
                  <a:moveTo>
                    <a:pt x="2907499" y="1437009"/>
                  </a:moveTo>
                  <a:lnTo>
                    <a:pt x="2908587" y="1437009"/>
                  </a:lnTo>
                  <a:lnTo>
                    <a:pt x="2908587" y="1437553"/>
                  </a:lnTo>
                  <a:lnTo>
                    <a:pt x="2906954" y="1437553"/>
                  </a:lnTo>
                  <a:cubicBezTo>
                    <a:pt x="2906954" y="1437190"/>
                    <a:pt x="2907136" y="1437009"/>
                    <a:pt x="2907499" y="1437009"/>
                  </a:cubicBezTo>
                  <a:close/>
                  <a:moveTo>
                    <a:pt x="2097874" y="1437009"/>
                  </a:moveTo>
                  <a:lnTo>
                    <a:pt x="2098962" y="1437009"/>
                  </a:lnTo>
                  <a:lnTo>
                    <a:pt x="2098962" y="1437553"/>
                  </a:lnTo>
                  <a:lnTo>
                    <a:pt x="2097330" y="1437553"/>
                  </a:lnTo>
                  <a:cubicBezTo>
                    <a:pt x="2097330" y="1437190"/>
                    <a:pt x="2097511" y="1437009"/>
                    <a:pt x="2097874" y="1437009"/>
                  </a:cubicBezTo>
                  <a:close/>
                  <a:moveTo>
                    <a:pt x="973119" y="1434832"/>
                  </a:moveTo>
                  <a:cubicBezTo>
                    <a:pt x="973482" y="1435920"/>
                    <a:pt x="973663" y="1436646"/>
                    <a:pt x="973663" y="1437009"/>
                  </a:cubicBezTo>
                  <a:lnTo>
                    <a:pt x="973663" y="1438097"/>
                  </a:lnTo>
                  <a:cubicBezTo>
                    <a:pt x="973301" y="1438097"/>
                    <a:pt x="973119" y="1437915"/>
                    <a:pt x="973119" y="1437553"/>
                  </a:cubicBezTo>
                  <a:close/>
                  <a:moveTo>
                    <a:pt x="2928074" y="1434390"/>
                  </a:moveTo>
                  <a:lnTo>
                    <a:pt x="2914028" y="1457142"/>
                  </a:lnTo>
                  <a:lnTo>
                    <a:pt x="2912940" y="1458230"/>
                  </a:lnTo>
                  <a:lnTo>
                    <a:pt x="2911308" y="1458775"/>
                  </a:lnTo>
                  <a:cubicBezTo>
                    <a:pt x="2909857" y="1459500"/>
                    <a:pt x="2908950" y="1460226"/>
                    <a:pt x="2908587" y="1460951"/>
                  </a:cubicBezTo>
                  <a:lnTo>
                    <a:pt x="2907499" y="1460951"/>
                  </a:lnTo>
                  <a:cubicBezTo>
                    <a:pt x="2908587" y="1457686"/>
                    <a:pt x="2910401" y="1454240"/>
                    <a:pt x="2912940" y="1450612"/>
                  </a:cubicBezTo>
                  <a:lnTo>
                    <a:pt x="2916749" y="1446259"/>
                  </a:lnTo>
                  <a:lnTo>
                    <a:pt x="2920014" y="1441906"/>
                  </a:lnTo>
                  <a:lnTo>
                    <a:pt x="2926000" y="1436464"/>
                  </a:lnTo>
                  <a:close/>
                  <a:moveTo>
                    <a:pt x="2118451" y="1434388"/>
                  </a:moveTo>
                  <a:lnTo>
                    <a:pt x="2104404" y="1457142"/>
                  </a:lnTo>
                  <a:lnTo>
                    <a:pt x="2103315" y="1458230"/>
                  </a:lnTo>
                  <a:lnTo>
                    <a:pt x="2101683" y="1458775"/>
                  </a:lnTo>
                  <a:cubicBezTo>
                    <a:pt x="2100232" y="1459500"/>
                    <a:pt x="2099325" y="1460226"/>
                    <a:pt x="2098962" y="1460951"/>
                  </a:cubicBezTo>
                  <a:lnTo>
                    <a:pt x="2097874" y="1460951"/>
                  </a:lnTo>
                  <a:cubicBezTo>
                    <a:pt x="2098962" y="1457686"/>
                    <a:pt x="2100776" y="1454240"/>
                    <a:pt x="2103315" y="1450612"/>
                  </a:cubicBezTo>
                  <a:lnTo>
                    <a:pt x="2107124" y="1446259"/>
                  </a:lnTo>
                  <a:lnTo>
                    <a:pt x="2110389" y="1441906"/>
                  </a:lnTo>
                  <a:lnTo>
                    <a:pt x="2116375" y="1436464"/>
                  </a:lnTo>
                  <a:close/>
                  <a:moveTo>
                    <a:pt x="2123514" y="1426187"/>
                  </a:moveTo>
                  <a:lnTo>
                    <a:pt x="2121272" y="1431567"/>
                  </a:lnTo>
                  <a:lnTo>
                    <a:pt x="2118451" y="1434388"/>
                  </a:lnTo>
                  <a:close/>
                  <a:moveTo>
                    <a:pt x="2933140" y="1426184"/>
                  </a:moveTo>
                  <a:lnTo>
                    <a:pt x="2930897" y="1431567"/>
                  </a:lnTo>
                  <a:lnTo>
                    <a:pt x="2928074" y="1434390"/>
                  </a:lnTo>
                  <a:close/>
                  <a:moveTo>
                    <a:pt x="2912940" y="1421772"/>
                  </a:moveTo>
                  <a:lnTo>
                    <a:pt x="2914028" y="1421772"/>
                  </a:lnTo>
                  <a:lnTo>
                    <a:pt x="2914028" y="1422316"/>
                  </a:lnTo>
                  <a:cubicBezTo>
                    <a:pt x="2914028" y="1422679"/>
                    <a:pt x="2913847" y="1423405"/>
                    <a:pt x="2913484" y="1424493"/>
                  </a:cubicBezTo>
                  <a:cubicBezTo>
                    <a:pt x="2912759" y="1424130"/>
                    <a:pt x="2912215" y="1423767"/>
                    <a:pt x="2911852" y="1423405"/>
                  </a:cubicBezTo>
                  <a:lnTo>
                    <a:pt x="2911852" y="1422316"/>
                  </a:lnTo>
                  <a:close/>
                  <a:moveTo>
                    <a:pt x="2103315" y="1421772"/>
                  </a:moveTo>
                  <a:lnTo>
                    <a:pt x="2104404" y="1421772"/>
                  </a:lnTo>
                  <a:lnTo>
                    <a:pt x="2104404" y="1422316"/>
                  </a:lnTo>
                  <a:cubicBezTo>
                    <a:pt x="2104404" y="1422679"/>
                    <a:pt x="2104222" y="1423405"/>
                    <a:pt x="2103859" y="1424493"/>
                  </a:cubicBezTo>
                  <a:cubicBezTo>
                    <a:pt x="2103134" y="1424130"/>
                    <a:pt x="2102590" y="1423767"/>
                    <a:pt x="2102227" y="1423405"/>
                  </a:cubicBezTo>
                  <a:lnTo>
                    <a:pt x="2102227" y="1422316"/>
                  </a:lnTo>
                  <a:close/>
                  <a:moveTo>
                    <a:pt x="2923823" y="1414154"/>
                  </a:moveTo>
                  <a:lnTo>
                    <a:pt x="2926544" y="1414698"/>
                  </a:lnTo>
                  <a:lnTo>
                    <a:pt x="2927088" y="1416875"/>
                  </a:lnTo>
                  <a:lnTo>
                    <a:pt x="2924367" y="1416331"/>
                  </a:lnTo>
                  <a:close/>
                  <a:moveTo>
                    <a:pt x="2114198" y="1414154"/>
                  </a:moveTo>
                  <a:lnTo>
                    <a:pt x="2116919" y="1414698"/>
                  </a:lnTo>
                  <a:lnTo>
                    <a:pt x="2117463" y="1416875"/>
                  </a:lnTo>
                  <a:lnTo>
                    <a:pt x="2114742" y="1416331"/>
                  </a:lnTo>
                  <a:close/>
                  <a:moveTo>
                    <a:pt x="2918926" y="1413610"/>
                  </a:moveTo>
                  <a:lnTo>
                    <a:pt x="2919470" y="1413610"/>
                  </a:lnTo>
                  <a:lnTo>
                    <a:pt x="2919470" y="1414154"/>
                  </a:lnTo>
                  <a:lnTo>
                    <a:pt x="2918926" y="1414154"/>
                  </a:lnTo>
                  <a:close/>
                  <a:moveTo>
                    <a:pt x="2109301" y="1413610"/>
                  </a:moveTo>
                  <a:lnTo>
                    <a:pt x="2109845" y="1413610"/>
                  </a:lnTo>
                  <a:lnTo>
                    <a:pt x="2109845" y="1414154"/>
                  </a:lnTo>
                  <a:lnTo>
                    <a:pt x="2109301" y="1414154"/>
                  </a:lnTo>
                  <a:close/>
                  <a:moveTo>
                    <a:pt x="2926000" y="1413066"/>
                  </a:moveTo>
                  <a:lnTo>
                    <a:pt x="2928176" y="1413610"/>
                  </a:lnTo>
                  <a:cubicBezTo>
                    <a:pt x="2928539" y="1413973"/>
                    <a:pt x="2928721" y="1414336"/>
                    <a:pt x="2928721" y="1414698"/>
                  </a:cubicBezTo>
                  <a:lnTo>
                    <a:pt x="2926000" y="1414154"/>
                  </a:lnTo>
                  <a:close/>
                  <a:moveTo>
                    <a:pt x="2116375" y="1413066"/>
                  </a:moveTo>
                  <a:lnTo>
                    <a:pt x="2118552" y="1413610"/>
                  </a:lnTo>
                  <a:cubicBezTo>
                    <a:pt x="2118914" y="1413973"/>
                    <a:pt x="2119096" y="1414336"/>
                    <a:pt x="2119096" y="1414698"/>
                  </a:cubicBezTo>
                  <a:lnTo>
                    <a:pt x="2116375" y="1414154"/>
                  </a:lnTo>
                  <a:close/>
                  <a:moveTo>
                    <a:pt x="2941242" y="1413060"/>
                  </a:moveTo>
                  <a:lnTo>
                    <a:pt x="2933140" y="1426184"/>
                  </a:lnTo>
                  <a:lnTo>
                    <a:pt x="2933618" y="1425037"/>
                  </a:lnTo>
                  <a:lnTo>
                    <a:pt x="2934706" y="1421772"/>
                  </a:lnTo>
                  <a:lnTo>
                    <a:pt x="2935795" y="1419052"/>
                  </a:lnTo>
                  <a:lnTo>
                    <a:pt x="2939604" y="1414698"/>
                  </a:lnTo>
                  <a:close/>
                  <a:moveTo>
                    <a:pt x="2131619" y="1413058"/>
                  </a:moveTo>
                  <a:lnTo>
                    <a:pt x="2123514" y="1426187"/>
                  </a:lnTo>
                  <a:lnTo>
                    <a:pt x="2123993" y="1425037"/>
                  </a:lnTo>
                  <a:lnTo>
                    <a:pt x="2125081" y="1421772"/>
                  </a:lnTo>
                  <a:lnTo>
                    <a:pt x="2126170" y="1419052"/>
                  </a:lnTo>
                  <a:lnTo>
                    <a:pt x="2129979" y="1414698"/>
                  </a:lnTo>
                  <a:close/>
                  <a:moveTo>
                    <a:pt x="2920014" y="1412522"/>
                  </a:moveTo>
                  <a:lnTo>
                    <a:pt x="2920014" y="1413610"/>
                  </a:lnTo>
                  <a:lnTo>
                    <a:pt x="2919470" y="1413610"/>
                  </a:lnTo>
                  <a:lnTo>
                    <a:pt x="2919470" y="1413066"/>
                  </a:lnTo>
                  <a:cubicBezTo>
                    <a:pt x="2919470" y="1412703"/>
                    <a:pt x="2919651" y="1412522"/>
                    <a:pt x="2920014" y="1412522"/>
                  </a:cubicBezTo>
                  <a:close/>
                  <a:moveTo>
                    <a:pt x="2110389" y="1412522"/>
                  </a:moveTo>
                  <a:lnTo>
                    <a:pt x="2110389" y="1413610"/>
                  </a:lnTo>
                  <a:lnTo>
                    <a:pt x="2109845" y="1413610"/>
                  </a:lnTo>
                  <a:lnTo>
                    <a:pt x="2109845" y="1413066"/>
                  </a:lnTo>
                  <a:cubicBezTo>
                    <a:pt x="2109845" y="1412703"/>
                    <a:pt x="2110026" y="1412522"/>
                    <a:pt x="2110389" y="1412522"/>
                  </a:cubicBezTo>
                  <a:close/>
                  <a:moveTo>
                    <a:pt x="2920014" y="1411433"/>
                  </a:moveTo>
                  <a:lnTo>
                    <a:pt x="2920558" y="1411978"/>
                  </a:lnTo>
                  <a:lnTo>
                    <a:pt x="2921102" y="1412522"/>
                  </a:lnTo>
                  <a:lnTo>
                    <a:pt x="2920014" y="1412522"/>
                  </a:lnTo>
                  <a:close/>
                  <a:moveTo>
                    <a:pt x="2110389" y="1411433"/>
                  </a:moveTo>
                  <a:lnTo>
                    <a:pt x="2110934" y="1411978"/>
                  </a:lnTo>
                  <a:lnTo>
                    <a:pt x="2111478" y="1412522"/>
                  </a:lnTo>
                  <a:lnTo>
                    <a:pt x="2110389" y="1412522"/>
                  </a:lnTo>
                  <a:close/>
                  <a:moveTo>
                    <a:pt x="3105268" y="1404824"/>
                  </a:moveTo>
                  <a:lnTo>
                    <a:pt x="3102901" y="1409257"/>
                  </a:lnTo>
                  <a:lnTo>
                    <a:pt x="3102901" y="1408713"/>
                  </a:lnTo>
                  <a:close/>
                  <a:moveTo>
                    <a:pt x="2840024" y="1403271"/>
                  </a:moveTo>
                  <a:cubicBezTo>
                    <a:pt x="2841475" y="1404359"/>
                    <a:pt x="2842200" y="1406717"/>
                    <a:pt x="2842200" y="1410345"/>
                  </a:cubicBezTo>
                  <a:lnTo>
                    <a:pt x="2841656" y="1415242"/>
                  </a:lnTo>
                  <a:lnTo>
                    <a:pt x="2842200" y="1420140"/>
                  </a:lnTo>
                  <a:cubicBezTo>
                    <a:pt x="2840749" y="1419052"/>
                    <a:pt x="2840024" y="1416512"/>
                    <a:pt x="2840024" y="1412522"/>
                  </a:cubicBezTo>
                  <a:lnTo>
                    <a:pt x="2840568" y="1407624"/>
                  </a:lnTo>
                  <a:cubicBezTo>
                    <a:pt x="2840568" y="1405810"/>
                    <a:pt x="2840386" y="1404359"/>
                    <a:pt x="2840024" y="1403271"/>
                  </a:cubicBezTo>
                  <a:close/>
                  <a:moveTo>
                    <a:pt x="2030399" y="1403271"/>
                  </a:moveTo>
                  <a:cubicBezTo>
                    <a:pt x="2031850" y="1404359"/>
                    <a:pt x="2032575" y="1406717"/>
                    <a:pt x="2032575" y="1410345"/>
                  </a:cubicBezTo>
                  <a:lnTo>
                    <a:pt x="2032031" y="1415242"/>
                  </a:lnTo>
                  <a:lnTo>
                    <a:pt x="2032575" y="1420140"/>
                  </a:lnTo>
                  <a:cubicBezTo>
                    <a:pt x="2031124" y="1419052"/>
                    <a:pt x="2030399" y="1416512"/>
                    <a:pt x="2030399" y="1412522"/>
                  </a:cubicBezTo>
                  <a:lnTo>
                    <a:pt x="2030943" y="1407624"/>
                  </a:lnTo>
                  <a:cubicBezTo>
                    <a:pt x="2030943" y="1405810"/>
                    <a:pt x="2030762" y="1404359"/>
                    <a:pt x="2030399" y="1403271"/>
                  </a:cubicBezTo>
                  <a:close/>
                  <a:moveTo>
                    <a:pt x="2929265" y="1396741"/>
                  </a:moveTo>
                  <a:cubicBezTo>
                    <a:pt x="2929990" y="1397104"/>
                    <a:pt x="2930353" y="1397467"/>
                    <a:pt x="2930353" y="1397830"/>
                  </a:cubicBezTo>
                  <a:lnTo>
                    <a:pt x="2930353" y="1398374"/>
                  </a:lnTo>
                  <a:lnTo>
                    <a:pt x="2929809" y="1398918"/>
                  </a:lnTo>
                  <a:close/>
                  <a:moveTo>
                    <a:pt x="2119640" y="1396741"/>
                  </a:moveTo>
                  <a:cubicBezTo>
                    <a:pt x="2120365" y="1397104"/>
                    <a:pt x="2120728" y="1397467"/>
                    <a:pt x="2120728" y="1397830"/>
                  </a:cubicBezTo>
                  <a:lnTo>
                    <a:pt x="2120728" y="1398374"/>
                  </a:lnTo>
                  <a:lnTo>
                    <a:pt x="2120184" y="1398918"/>
                  </a:lnTo>
                  <a:close/>
                  <a:moveTo>
                    <a:pt x="2936339" y="1394565"/>
                  </a:moveTo>
                  <a:lnTo>
                    <a:pt x="2936883" y="1395109"/>
                  </a:lnTo>
                  <a:lnTo>
                    <a:pt x="2937971" y="1396197"/>
                  </a:lnTo>
                  <a:lnTo>
                    <a:pt x="2938515" y="1397285"/>
                  </a:lnTo>
                  <a:lnTo>
                    <a:pt x="2936883" y="1396197"/>
                  </a:lnTo>
                  <a:lnTo>
                    <a:pt x="2935795" y="1395109"/>
                  </a:lnTo>
                  <a:cubicBezTo>
                    <a:pt x="2935794" y="1394746"/>
                    <a:pt x="2935976" y="1394565"/>
                    <a:pt x="2936339" y="1394565"/>
                  </a:cubicBezTo>
                  <a:close/>
                  <a:moveTo>
                    <a:pt x="2126714" y="1394565"/>
                  </a:moveTo>
                  <a:lnTo>
                    <a:pt x="2127258" y="1395109"/>
                  </a:lnTo>
                  <a:lnTo>
                    <a:pt x="2128346" y="1396197"/>
                  </a:lnTo>
                  <a:lnTo>
                    <a:pt x="2128890" y="1397285"/>
                  </a:lnTo>
                  <a:lnTo>
                    <a:pt x="2127258" y="1396197"/>
                  </a:lnTo>
                  <a:lnTo>
                    <a:pt x="2126170" y="1395109"/>
                  </a:lnTo>
                  <a:cubicBezTo>
                    <a:pt x="2126170" y="1394746"/>
                    <a:pt x="2126351" y="1394565"/>
                    <a:pt x="2126714" y="1394565"/>
                  </a:cubicBezTo>
                  <a:close/>
                  <a:moveTo>
                    <a:pt x="2941236" y="1388035"/>
                  </a:moveTo>
                  <a:cubicBezTo>
                    <a:pt x="2941599" y="1388035"/>
                    <a:pt x="2941780" y="1388216"/>
                    <a:pt x="2941780" y="1388579"/>
                  </a:cubicBezTo>
                  <a:lnTo>
                    <a:pt x="2942324" y="1389123"/>
                  </a:lnTo>
                  <a:cubicBezTo>
                    <a:pt x="2942324" y="1389486"/>
                    <a:pt x="2942143" y="1389667"/>
                    <a:pt x="2941780" y="1389667"/>
                  </a:cubicBezTo>
                  <a:lnTo>
                    <a:pt x="2941780" y="1390211"/>
                  </a:lnTo>
                  <a:cubicBezTo>
                    <a:pt x="2941780" y="1390574"/>
                    <a:pt x="2941962" y="1391118"/>
                    <a:pt x="2942324" y="1391844"/>
                  </a:cubicBezTo>
                  <a:cubicBezTo>
                    <a:pt x="2941599" y="1391844"/>
                    <a:pt x="2941055" y="1391481"/>
                    <a:pt x="2940692" y="1390756"/>
                  </a:cubicBezTo>
                  <a:lnTo>
                    <a:pt x="2940148" y="1389667"/>
                  </a:lnTo>
                  <a:lnTo>
                    <a:pt x="2940692" y="1388579"/>
                  </a:lnTo>
                  <a:close/>
                  <a:moveTo>
                    <a:pt x="2131611" y="1388035"/>
                  </a:moveTo>
                  <a:cubicBezTo>
                    <a:pt x="2131974" y="1388035"/>
                    <a:pt x="2132155" y="1388216"/>
                    <a:pt x="2132155" y="1388579"/>
                  </a:cubicBezTo>
                  <a:lnTo>
                    <a:pt x="2132699" y="1389123"/>
                  </a:lnTo>
                  <a:cubicBezTo>
                    <a:pt x="2132699" y="1389486"/>
                    <a:pt x="2132518" y="1389667"/>
                    <a:pt x="2132155" y="1389667"/>
                  </a:cubicBezTo>
                  <a:lnTo>
                    <a:pt x="2132155" y="1390211"/>
                  </a:lnTo>
                  <a:cubicBezTo>
                    <a:pt x="2132155" y="1390574"/>
                    <a:pt x="2132337" y="1391118"/>
                    <a:pt x="2132699" y="1391844"/>
                  </a:cubicBezTo>
                  <a:cubicBezTo>
                    <a:pt x="2131974" y="1391844"/>
                    <a:pt x="2131430" y="1391481"/>
                    <a:pt x="2131067" y="1390756"/>
                  </a:cubicBezTo>
                  <a:lnTo>
                    <a:pt x="2130523" y="1389667"/>
                  </a:lnTo>
                  <a:lnTo>
                    <a:pt x="2131067" y="1388579"/>
                  </a:lnTo>
                  <a:close/>
                  <a:moveTo>
                    <a:pt x="2964090" y="1387491"/>
                  </a:moveTo>
                  <a:cubicBezTo>
                    <a:pt x="2964816" y="1387853"/>
                    <a:pt x="2965179" y="1388216"/>
                    <a:pt x="2965179" y="1388579"/>
                  </a:cubicBezTo>
                  <a:lnTo>
                    <a:pt x="2965179" y="1389123"/>
                  </a:lnTo>
                  <a:lnTo>
                    <a:pt x="2964635" y="1390211"/>
                  </a:lnTo>
                  <a:lnTo>
                    <a:pt x="2964635" y="1391300"/>
                  </a:lnTo>
                  <a:cubicBezTo>
                    <a:pt x="2963184" y="1390574"/>
                    <a:pt x="2962458" y="1389849"/>
                    <a:pt x="2962458" y="1389123"/>
                  </a:cubicBezTo>
                  <a:lnTo>
                    <a:pt x="2962458" y="1388579"/>
                  </a:lnTo>
                  <a:lnTo>
                    <a:pt x="2963546" y="1388035"/>
                  </a:lnTo>
                  <a:close/>
                  <a:moveTo>
                    <a:pt x="2154466" y="1387491"/>
                  </a:moveTo>
                  <a:cubicBezTo>
                    <a:pt x="2155191" y="1387853"/>
                    <a:pt x="2155554" y="1388216"/>
                    <a:pt x="2155554" y="1388579"/>
                  </a:cubicBezTo>
                  <a:lnTo>
                    <a:pt x="2155554" y="1389123"/>
                  </a:lnTo>
                  <a:lnTo>
                    <a:pt x="2155010" y="1390211"/>
                  </a:lnTo>
                  <a:lnTo>
                    <a:pt x="2155010" y="1391300"/>
                  </a:lnTo>
                  <a:cubicBezTo>
                    <a:pt x="2153559" y="1390574"/>
                    <a:pt x="2152833" y="1389849"/>
                    <a:pt x="2152833" y="1389123"/>
                  </a:cubicBezTo>
                  <a:lnTo>
                    <a:pt x="2152833" y="1388579"/>
                  </a:lnTo>
                  <a:lnTo>
                    <a:pt x="2153921" y="1388035"/>
                  </a:lnTo>
                  <a:close/>
                  <a:moveTo>
                    <a:pt x="2935795" y="1386947"/>
                  </a:moveTo>
                  <a:cubicBezTo>
                    <a:pt x="2936883" y="1387672"/>
                    <a:pt x="2937427" y="1388398"/>
                    <a:pt x="2937427" y="1389123"/>
                  </a:cubicBezTo>
                  <a:lnTo>
                    <a:pt x="2937427" y="1389667"/>
                  </a:lnTo>
                  <a:cubicBezTo>
                    <a:pt x="2937427" y="1390030"/>
                    <a:pt x="2937064" y="1390211"/>
                    <a:pt x="2936339" y="1390211"/>
                  </a:cubicBezTo>
                  <a:lnTo>
                    <a:pt x="2935250" y="1390211"/>
                  </a:lnTo>
                  <a:lnTo>
                    <a:pt x="2935250" y="1389123"/>
                  </a:lnTo>
                  <a:lnTo>
                    <a:pt x="2935795" y="1389123"/>
                  </a:lnTo>
                  <a:cubicBezTo>
                    <a:pt x="2936157" y="1388760"/>
                    <a:pt x="2936339" y="1388398"/>
                    <a:pt x="2936339" y="1388035"/>
                  </a:cubicBezTo>
                  <a:cubicBezTo>
                    <a:pt x="2936339" y="1387672"/>
                    <a:pt x="2936157" y="1387309"/>
                    <a:pt x="2935795" y="1386947"/>
                  </a:cubicBezTo>
                  <a:close/>
                  <a:moveTo>
                    <a:pt x="2126170" y="1386947"/>
                  </a:moveTo>
                  <a:cubicBezTo>
                    <a:pt x="2127258" y="1387672"/>
                    <a:pt x="2127802" y="1388398"/>
                    <a:pt x="2127802" y="1389123"/>
                  </a:cubicBezTo>
                  <a:lnTo>
                    <a:pt x="2127802" y="1389667"/>
                  </a:lnTo>
                  <a:cubicBezTo>
                    <a:pt x="2127802" y="1390030"/>
                    <a:pt x="2127439" y="1390211"/>
                    <a:pt x="2126714" y="1390211"/>
                  </a:cubicBezTo>
                  <a:lnTo>
                    <a:pt x="2125626" y="1390211"/>
                  </a:lnTo>
                  <a:lnTo>
                    <a:pt x="2125626" y="1389123"/>
                  </a:lnTo>
                  <a:lnTo>
                    <a:pt x="2126170" y="1389123"/>
                  </a:lnTo>
                  <a:cubicBezTo>
                    <a:pt x="2126532" y="1388760"/>
                    <a:pt x="2126714" y="1388398"/>
                    <a:pt x="2126714" y="1388035"/>
                  </a:cubicBezTo>
                  <a:cubicBezTo>
                    <a:pt x="2126714" y="1387672"/>
                    <a:pt x="2126532" y="1387309"/>
                    <a:pt x="2126170" y="1386947"/>
                  </a:cubicBezTo>
                  <a:close/>
                  <a:moveTo>
                    <a:pt x="2963248" y="1377415"/>
                  </a:moveTo>
                  <a:lnTo>
                    <a:pt x="2961914" y="1380417"/>
                  </a:lnTo>
                  <a:lnTo>
                    <a:pt x="2958649" y="1385314"/>
                  </a:lnTo>
                  <a:lnTo>
                    <a:pt x="2955384" y="1390211"/>
                  </a:lnTo>
                  <a:cubicBezTo>
                    <a:pt x="2953207" y="1394202"/>
                    <a:pt x="2951394" y="1397830"/>
                    <a:pt x="2949943" y="1401094"/>
                  </a:cubicBezTo>
                  <a:cubicBezTo>
                    <a:pt x="2949217" y="1403634"/>
                    <a:pt x="2947222" y="1406717"/>
                    <a:pt x="2943957" y="1410345"/>
                  </a:cubicBezTo>
                  <a:lnTo>
                    <a:pt x="2941242" y="1413060"/>
                  </a:lnTo>
                  <a:close/>
                  <a:moveTo>
                    <a:pt x="2153624" y="1377413"/>
                  </a:moveTo>
                  <a:lnTo>
                    <a:pt x="2152289" y="1380417"/>
                  </a:lnTo>
                  <a:lnTo>
                    <a:pt x="2149024" y="1385314"/>
                  </a:lnTo>
                  <a:lnTo>
                    <a:pt x="2145759" y="1390211"/>
                  </a:lnTo>
                  <a:cubicBezTo>
                    <a:pt x="2143582" y="1394202"/>
                    <a:pt x="2141769" y="1397830"/>
                    <a:pt x="2140318" y="1401094"/>
                  </a:cubicBezTo>
                  <a:cubicBezTo>
                    <a:pt x="2139592" y="1403634"/>
                    <a:pt x="2137597" y="1406717"/>
                    <a:pt x="2134332" y="1410345"/>
                  </a:cubicBezTo>
                  <a:lnTo>
                    <a:pt x="2131619" y="1413058"/>
                  </a:lnTo>
                  <a:close/>
                  <a:moveTo>
                    <a:pt x="2944501" y="1371710"/>
                  </a:moveTo>
                  <a:lnTo>
                    <a:pt x="2945045" y="1371710"/>
                  </a:lnTo>
                  <a:lnTo>
                    <a:pt x="2945045" y="1372254"/>
                  </a:lnTo>
                  <a:lnTo>
                    <a:pt x="2944501" y="1372254"/>
                  </a:lnTo>
                  <a:close/>
                  <a:moveTo>
                    <a:pt x="2134876" y="1371710"/>
                  </a:moveTo>
                  <a:lnTo>
                    <a:pt x="2135420" y="1371710"/>
                  </a:lnTo>
                  <a:lnTo>
                    <a:pt x="2135420" y="1372254"/>
                  </a:lnTo>
                  <a:lnTo>
                    <a:pt x="2134876" y="1372254"/>
                  </a:lnTo>
                  <a:close/>
                  <a:moveTo>
                    <a:pt x="3123836" y="1370051"/>
                  </a:moveTo>
                  <a:lnTo>
                    <a:pt x="3121946" y="1378240"/>
                  </a:lnTo>
                  <a:cubicBezTo>
                    <a:pt x="3120858" y="1380054"/>
                    <a:pt x="3119225" y="1382956"/>
                    <a:pt x="3117049" y="1386947"/>
                  </a:cubicBezTo>
                  <a:lnTo>
                    <a:pt x="3113784" y="1391300"/>
                  </a:lnTo>
                  <a:lnTo>
                    <a:pt x="3110519" y="1396197"/>
                  </a:lnTo>
                  <a:lnTo>
                    <a:pt x="3105268" y="1404824"/>
                  </a:lnTo>
                  <a:close/>
                  <a:moveTo>
                    <a:pt x="2840568" y="1355386"/>
                  </a:moveTo>
                  <a:lnTo>
                    <a:pt x="2841112" y="1355386"/>
                  </a:lnTo>
                  <a:cubicBezTo>
                    <a:pt x="2841475" y="1355748"/>
                    <a:pt x="2841838" y="1356474"/>
                    <a:pt x="2842200" y="1357562"/>
                  </a:cubicBezTo>
                  <a:cubicBezTo>
                    <a:pt x="2842563" y="1358288"/>
                    <a:pt x="2842744" y="1359013"/>
                    <a:pt x="2842744" y="1359739"/>
                  </a:cubicBezTo>
                  <a:cubicBezTo>
                    <a:pt x="2842744" y="1360102"/>
                    <a:pt x="2842563" y="1360646"/>
                    <a:pt x="2842200" y="1361371"/>
                  </a:cubicBezTo>
                  <a:cubicBezTo>
                    <a:pt x="2841838" y="1362460"/>
                    <a:pt x="2841293" y="1363185"/>
                    <a:pt x="2840568" y="1363548"/>
                  </a:cubicBezTo>
                  <a:cubicBezTo>
                    <a:pt x="2839842" y="1363185"/>
                    <a:pt x="2839479" y="1362641"/>
                    <a:pt x="2839480" y="1361915"/>
                  </a:cubicBezTo>
                  <a:lnTo>
                    <a:pt x="2840024" y="1359195"/>
                  </a:lnTo>
                  <a:cubicBezTo>
                    <a:pt x="2840386" y="1358469"/>
                    <a:pt x="2840568" y="1357925"/>
                    <a:pt x="2840568" y="1357562"/>
                  </a:cubicBezTo>
                  <a:cubicBezTo>
                    <a:pt x="2840568" y="1356474"/>
                    <a:pt x="2840024" y="1355930"/>
                    <a:pt x="2838935" y="1355930"/>
                  </a:cubicBezTo>
                  <a:cubicBezTo>
                    <a:pt x="2839298" y="1355567"/>
                    <a:pt x="2839842" y="1355386"/>
                    <a:pt x="2840568" y="1355386"/>
                  </a:cubicBezTo>
                  <a:close/>
                  <a:moveTo>
                    <a:pt x="2030943" y="1355386"/>
                  </a:moveTo>
                  <a:lnTo>
                    <a:pt x="2031487" y="1355386"/>
                  </a:lnTo>
                  <a:cubicBezTo>
                    <a:pt x="2031850" y="1355748"/>
                    <a:pt x="2032212" y="1356474"/>
                    <a:pt x="2032575" y="1357562"/>
                  </a:cubicBezTo>
                  <a:cubicBezTo>
                    <a:pt x="2032938" y="1358288"/>
                    <a:pt x="2033120" y="1359013"/>
                    <a:pt x="2033120" y="1359739"/>
                  </a:cubicBezTo>
                  <a:cubicBezTo>
                    <a:pt x="2033120" y="1360102"/>
                    <a:pt x="2032938" y="1360646"/>
                    <a:pt x="2032575" y="1361371"/>
                  </a:cubicBezTo>
                  <a:cubicBezTo>
                    <a:pt x="2032212" y="1362460"/>
                    <a:pt x="2031668" y="1363185"/>
                    <a:pt x="2030943" y="1363548"/>
                  </a:cubicBezTo>
                  <a:cubicBezTo>
                    <a:pt x="2030217" y="1363185"/>
                    <a:pt x="2029855" y="1362641"/>
                    <a:pt x="2029855" y="1361915"/>
                  </a:cubicBezTo>
                  <a:lnTo>
                    <a:pt x="2030399" y="1359195"/>
                  </a:lnTo>
                  <a:cubicBezTo>
                    <a:pt x="2030762" y="1358469"/>
                    <a:pt x="2030943" y="1357925"/>
                    <a:pt x="2030943" y="1357562"/>
                  </a:cubicBezTo>
                  <a:cubicBezTo>
                    <a:pt x="2030943" y="1356474"/>
                    <a:pt x="2030399" y="1355930"/>
                    <a:pt x="2029310" y="1355930"/>
                  </a:cubicBezTo>
                  <a:cubicBezTo>
                    <a:pt x="2029673" y="1355567"/>
                    <a:pt x="2030217" y="1355386"/>
                    <a:pt x="2030943" y="1355386"/>
                  </a:cubicBezTo>
                  <a:close/>
                  <a:moveTo>
                    <a:pt x="2818258" y="1351849"/>
                  </a:moveTo>
                  <a:lnTo>
                    <a:pt x="2818802" y="1352665"/>
                  </a:lnTo>
                  <a:lnTo>
                    <a:pt x="2818258" y="1358106"/>
                  </a:lnTo>
                  <a:cubicBezTo>
                    <a:pt x="2818258" y="1360283"/>
                    <a:pt x="2818439" y="1361915"/>
                    <a:pt x="2818802" y="1363004"/>
                  </a:cubicBezTo>
                  <a:lnTo>
                    <a:pt x="2817713" y="1361915"/>
                  </a:lnTo>
                  <a:lnTo>
                    <a:pt x="2816081" y="1361371"/>
                  </a:lnTo>
                  <a:cubicBezTo>
                    <a:pt x="2814630" y="1361371"/>
                    <a:pt x="2813723" y="1362097"/>
                    <a:pt x="2813360" y="1363548"/>
                  </a:cubicBezTo>
                  <a:cubicBezTo>
                    <a:pt x="2813360" y="1364273"/>
                    <a:pt x="2813723" y="1364999"/>
                    <a:pt x="2814448" y="1365725"/>
                  </a:cubicBezTo>
                  <a:lnTo>
                    <a:pt x="2816081" y="1367357"/>
                  </a:lnTo>
                  <a:cubicBezTo>
                    <a:pt x="2817532" y="1368083"/>
                    <a:pt x="2818258" y="1368989"/>
                    <a:pt x="2818258" y="1370078"/>
                  </a:cubicBezTo>
                  <a:cubicBezTo>
                    <a:pt x="2818258" y="1370441"/>
                    <a:pt x="2818076" y="1370803"/>
                    <a:pt x="2817713" y="1371166"/>
                  </a:cubicBezTo>
                  <a:lnTo>
                    <a:pt x="2817169" y="1371166"/>
                  </a:lnTo>
                  <a:cubicBezTo>
                    <a:pt x="2815356" y="1371166"/>
                    <a:pt x="2814448" y="1372799"/>
                    <a:pt x="2814448" y="1376063"/>
                  </a:cubicBezTo>
                  <a:lnTo>
                    <a:pt x="2815537" y="1379873"/>
                  </a:lnTo>
                  <a:lnTo>
                    <a:pt x="2816081" y="1381505"/>
                  </a:lnTo>
                  <a:lnTo>
                    <a:pt x="2816081" y="1383137"/>
                  </a:lnTo>
                  <a:lnTo>
                    <a:pt x="2816625" y="1380961"/>
                  </a:lnTo>
                  <a:lnTo>
                    <a:pt x="2817169" y="1378784"/>
                  </a:lnTo>
                  <a:cubicBezTo>
                    <a:pt x="2817169" y="1376970"/>
                    <a:pt x="2817532" y="1376063"/>
                    <a:pt x="2818258" y="1376063"/>
                  </a:cubicBezTo>
                  <a:cubicBezTo>
                    <a:pt x="2817895" y="1380417"/>
                    <a:pt x="2817713" y="1385133"/>
                    <a:pt x="2817713" y="1390211"/>
                  </a:cubicBezTo>
                  <a:cubicBezTo>
                    <a:pt x="2817713" y="1395653"/>
                    <a:pt x="2817895" y="1401457"/>
                    <a:pt x="2818258" y="1407624"/>
                  </a:cubicBezTo>
                  <a:lnTo>
                    <a:pt x="2819346" y="1423405"/>
                  </a:lnTo>
                  <a:lnTo>
                    <a:pt x="2820434" y="1439185"/>
                  </a:lnTo>
                  <a:cubicBezTo>
                    <a:pt x="2817169" y="1430842"/>
                    <a:pt x="2814993" y="1417238"/>
                    <a:pt x="2813904" y="1398374"/>
                  </a:cubicBezTo>
                  <a:lnTo>
                    <a:pt x="2813360" y="1387491"/>
                  </a:lnTo>
                  <a:lnTo>
                    <a:pt x="2812816" y="1377152"/>
                  </a:lnTo>
                  <a:cubicBezTo>
                    <a:pt x="2812090" y="1369896"/>
                    <a:pt x="2811184" y="1364092"/>
                    <a:pt x="2810095" y="1359739"/>
                  </a:cubicBezTo>
                  <a:lnTo>
                    <a:pt x="2813360" y="1358651"/>
                  </a:lnTo>
                  <a:lnTo>
                    <a:pt x="2816081" y="1358106"/>
                  </a:lnTo>
                  <a:cubicBezTo>
                    <a:pt x="2817532" y="1357018"/>
                    <a:pt x="2818258" y="1355204"/>
                    <a:pt x="2818258" y="1352665"/>
                  </a:cubicBezTo>
                  <a:close/>
                  <a:moveTo>
                    <a:pt x="2008633" y="1351849"/>
                  </a:moveTo>
                  <a:lnTo>
                    <a:pt x="2009177" y="1352665"/>
                  </a:lnTo>
                  <a:lnTo>
                    <a:pt x="2008633" y="1358106"/>
                  </a:lnTo>
                  <a:cubicBezTo>
                    <a:pt x="2008633" y="1360283"/>
                    <a:pt x="2008814" y="1361915"/>
                    <a:pt x="2009177" y="1363004"/>
                  </a:cubicBezTo>
                  <a:lnTo>
                    <a:pt x="2008088" y="1361915"/>
                  </a:lnTo>
                  <a:lnTo>
                    <a:pt x="2006456" y="1361371"/>
                  </a:lnTo>
                  <a:cubicBezTo>
                    <a:pt x="2005005" y="1361371"/>
                    <a:pt x="2004098" y="1362097"/>
                    <a:pt x="2003735" y="1363548"/>
                  </a:cubicBezTo>
                  <a:cubicBezTo>
                    <a:pt x="2003735" y="1364273"/>
                    <a:pt x="2004098" y="1364999"/>
                    <a:pt x="2004824" y="1365725"/>
                  </a:cubicBezTo>
                  <a:lnTo>
                    <a:pt x="2006456" y="1367357"/>
                  </a:lnTo>
                  <a:cubicBezTo>
                    <a:pt x="2007907" y="1368083"/>
                    <a:pt x="2008633" y="1368989"/>
                    <a:pt x="2008633" y="1370078"/>
                  </a:cubicBezTo>
                  <a:cubicBezTo>
                    <a:pt x="2008633" y="1370441"/>
                    <a:pt x="2008451" y="1370803"/>
                    <a:pt x="2008088" y="1371166"/>
                  </a:cubicBezTo>
                  <a:lnTo>
                    <a:pt x="2007544" y="1371166"/>
                  </a:lnTo>
                  <a:cubicBezTo>
                    <a:pt x="2005730" y="1371166"/>
                    <a:pt x="2004824" y="1372799"/>
                    <a:pt x="2004824" y="1376063"/>
                  </a:cubicBezTo>
                  <a:lnTo>
                    <a:pt x="2005912" y="1379873"/>
                  </a:lnTo>
                  <a:lnTo>
                    <a:pt x="2006456" y="1381505"/>
                  </a:lnTo>
                  <a:lnTo>
                    <a:pt x="2006456" y="1383137"/>
                  </a:lnTo>
                  <a:lnTo>
                    <a:pt x="2007000" y="1380961"/>
                  </a:lnTo>
                  <a:lnTo>
                    <a:pt x="2007544" y="1378784"/>
                  </a:lnTo>
                  <a:cubicBezTo>
                    <a:pt x="2007544" y="1376970"/>
                    <a:pt x="2007907" y="1376063"/>
                    <a:pt x="2008633" y="1376063"/>
                  </a:cubicBezTo>
                  <a:cubicBezTo>
                    <a:pt x="2008270" y="1380417"/>
                    <a:pt x="2008088" y="1385133"/>
                    <a:pt x="2008088" y="1390211"/>
                  </a:cubicBezTo>
                  <a:cubicBezTo>
                    <a:pt x="2008088" y="1395653"/>
                    <a:pt x="2008270" y="1401457"/>
                    <a:pt x="2008633" y="1407624"/>
                  </a:cubicBezTo>
                  <a:lnTo>
                    <a:pt x="2009721" y="1423405"/>
                  </a:lnTo>
                  <a:lnTo>
                    <a:pt x="2010809" y="1439185"/>
                  </a:lnTo>
                  <a:cubicBezTo>
                    <a:pt x="2007544" y="1430842"/>
                    <a:pt x="2005368" y="1417238"/>
                    <a:pt x="2004280" y="1398374"/>
                  </a:cubicBezTo>
                  <a:lnTo>
                    <a:pt x="2003735" y="1387491"/>
                  </a:lnTo>
                  <a:lnTo>
                    <a:pt x="2003191" y="1377152"/>
                  </a:lnTo>
                  <a:cubicBezTo>
                    <a:pt x="2002466" y="1369896"/>
                    <a:pt x="2001559" y="1364092"/>
                    <a:pt x="2000470" y="1359739"/>
                  </a:cubicBezTo>
                  <a:lnTo>
                    <a:pt x="2003735" y="1358651"/>
                  </a:lnTo>
                  <a:lnTo>
                    <a:pt x="2006456" y="1358106"/>
                  </a:lnTo>
                  <a:cubicBezTo>
                    <a:pt x="2007907" y="1357018"/>
                    <a:pt x="2008633" y="1355204"/>
                    <a:pt x="2008633" y="1352665"/>
                  </a:cubicBezTo>
                  <a:close/>
                  <a:moveTo>
                    <a:pt x="2817713" y="1351032"/>
                  </a:moveTo>
                  <a:lnTo>
                    <a:pt x="2818258" y="1351032"/>
                  </a:lnTo>
                  <a:lnTo>
                    <a:pt x="2818258" y="1351849"/>
                  </a:lnTo>
                  <a:close/>
                  <a:moveTo>
                    <a:pt x="2008089" y="1351032"/>
                  </a:moveTo>
                  <a:lnTo>
                    <a:pt x="2008633" y="1351032"/>
                  </a:lnTo>
                  <a:lnTo>
                    <a:pt x="2008633" y="1351849"/>
                  </a:lnTo>
                  <a:close/>
                  <a:moveTo>
                    <a:pt x="2959737" y="1342326"/>
                  </a:moveTo>
                  <a:lnTo>
                    <a:pt x="2960826" y="1342870"/>
                  </a:lnTo>
                  <a:lnTo>
                    <a:pt x="2962458" y="1343414"/>
                  </a:lnTo>
                  <a:lnTo>
                    <a:pt x="2963002" y="1345047"/>
                  </a:lnTo>
                  <a:lnTo>
                    <a:pt x="2962458" y="1345047"/>
                  </a:lnTo>
                  <a:cubicBezTo>
                    <a:pt x="2961370" y="1345047"/>
                    <a:pt x="2960463" y="1344140"/>
                    <a:pt x="2959737" y="1342326"/>
                  </a:cubicBezTo>
                  <a:close/>
                  <a:moveTo>
                    <a:pt x="2150112" y="1342326"/>
                  </a:moveTo>
                  <a:lnTo>
                    <a:pt x="2151201" y="1342870"/>
                  </a:lnTo>
                  <a:lnTo>
                    <a:pt x="2152833" y="1343414"/>
                  </a:lnTo>
                  <a:lnTo>
                    <a:pt x="2153377" y="1345047"/>
                  </a:lnTo>
                  <a:lnTo>
                    <a:pt x="2152833" y="1345047"/>
                  </a:lnTo>
                  <a:cubicBezTo>
                    <a:pt x="2151745" y="1345047"/>
                    <a:pt x="2150838" y="1344140"/>
                    <a:pt x="2150112" y="1342326"/>
                  </a:cubicBezTo>
                  <a:close/>
                  <a:moveTo>
                    <a:pt x="2961914" y="1339061"/>
                  </a:moveTo>
                  <a:cubicBezTo>
                    <a:pt x="2962277" y="1339424"/>
                    <a:pt x="2962821" y="1339605"/>
                    <a:pt x="2963546" y="1339605"/>
                  </a:cubicBezTo>
                  <a:cubicBezTo>
                    <a:pt x="2963546" y="1339968"/>
                    <a:pt x="2963728" y="1340331"/>
                    <a:pt x="2964090" y="1340694"/>
                  </a:cubicBezTo>
                  <a:cubicBezTo>
                    <a:pt x="2963365" y="1340694"/>
                    <a:pt x="2962640" y="1340512"/>
                    <a:pt x="2961914" y="1340149"/>
                  </a:cubicBezTo>
                  <a:close/>
                  <a:moveTo>
                    <a:pt x="2152289" y="1339061"/>
                  </a:moveTo>
                  <a:cubicBezTo>
                    <a:pt x="2152652" y="1339424"/>
                    <a:pt x="2153196" y="1339605"/>
                    <a:pt x="2153921" y="1339605"/>
                  </a:cubicBezTo>
                  <a:cubicBezTo>
                    <a:pt x="2153921" y="1339968"/>
                    <a:pt x="2154103" y="1340331"/>
                    <a:pt x="2154466" y="1340694"/>
                  </a:cubicBezTo>
                  <a:cubicBezTo>
                    <a:pt x="2153740" y="1340694"/>
                    <a:pt x="2153014" y="1340512"/>
                    <a:pt x="2152289" y="1340149"/>
                  </a:cubicBezTo>
                  <a:close/>
                  <a:moveTo>
                    <a:pt x="1541083" y="1334466"/>
                  </a:moveTo>
                  <a:lnTo>
                    <a:pt x="1527741" y="1341238"/>
                  </a:lnTo>
                  <a:cubicBezTo>
                    <a:pt x="1527741" y="1340149"/>
                    <a:pt x="1531006" y="1338336"/>
                    <a:pt x="1537536" y="1335796"/>
                  </a:cubicBezTo>
                  <a:close/>
                  <a:moveTo>
                    <a:pt x="2965723" y="1333620"/>
                  </a:moveTo>
                  <a:lnTo>
                    <a:pt x="2966811" y="1334708"/>
                  </a:lnTo>
                  <a:lnTo>
                    <a:pt x="2966811" y="1335796"/>
                  </a:lnTo>
                  <a:cubicBezTo>
                    <a:pt x="2966448" y="1335796"/>
                    <a:pt x="2965904" y="1335615"/>
                    <a:pt x="2965179" y="1335252"/>
                  </a:cubicBezTo>
                  <a:lnTo>
                    <a:pt x="2965179" y="1334164"/>
                  </a:lnTo>
                  <a:cubicBezTo>
                    <a:pt x="2965542" y="1334164"/>
                    <a:pt x="2965723" y="1333982"/>
                    <a:pt x="2965723" y="1333620"/>
                  </a:cubicBezTo>
                  <a:close/>
                  <a:moveTo>
                    <a:pt x="2156098" y="1333620"/>
                  </a:moveTo>
                  <a:lnTo>
                    <a:pt x="2157186" y="1334708"/>
                  </a:lnTo>
                  <a:lnTo>
                    <a:pt x="2157186" y="1335796"/>
                  </a:lnTo>
                  <a:cubicBezTo>
                    <a:pt x="2156824" y="1335796"/>
                    <a:pt x="2156279" y="1335615"/>
                    <a:pt x="2155554" y="1335252"/>
                  </a:cubicBezTo>
                  <a:lnTo>
                    <a:pt x="2155554" y="1334164"/>
                  </a:lnTo>
                  <a:cubicBezTo>
                    <a:pt x="2155917" y="1334164"/>
                    <a:pt x="2156098" y="1333982"/>
                    <a:pt x="2156098" y="1333620"/>
                  </a:cubicBezTo>
                  <a:close/>
                  <a:moveTo>
                    <a:pt x="1422589" y="1333620"/>
                  </a:moveTo>
                  <a:lnTo>
                    <a:pt x="1423134" y="1335252"/>
                  </a:lnTo>
                  <a:lnTo>
                    <a:pt x="1423678" y="1336340"/>
                  </a:lnTo>
                  <a:cubicBezTo>
                    <a:pt x="1424040" y="1337066"/>
                    <a:pt x="1424222" y="1337791"/>
                    <a:pt x="1424222" y="1338517"/>
                  </a:cubicBezTo>
                  <a:cubicBezTo>
                    <a:pt x="1424222" y="1339242"/>
                    <a:pt x="1424040" y="1340149"/>
                    <a:pt x="1423678" y="1341238"/>
                  </a:cubicBezTo>
                  <a:cubicBezTo>
                    <a:pt x="1423315" y="1341600"/>
                    <a:pt x="1422952" y="1341782"/>
                    <a:pt x="1422589" y="1341782"/>
                  </a:cubicBezTo>
                  <a:cubicBezTo>
                    <a:pt x="1421501" y="1341782"/>
                    <a:pt x="1420957" y="1341056"/>
                    <a:pt x="1420957" y="1339605"/>
                  </a:cubicBezTo>
                  <a:lnTo>
                    <a:pt x="1422045" y="1336884"/>
                  </a:lnTo>
                  <a:close/>
                  <a:moveTo>
                    <a:pt x="2988578" y="1333075"/>
                  </a:moveTo>
                  <a:cubicBezTo>
                    <a:pt x="2988940" y="1333438"/>
                    <a:pt x="2989122" y="1333982"/>
                    <a:pt x="2989122" y="1334708"/>
                  </a:cubicBezTo>
                  <a:cubicBezTo>
                    <a:pt x="2989122" y="1335796"/>
                    <a:pt x="2988215" y="1337429"/>
                    <a:pt x="2986401" y="1339605"/>
                  </a:cubicBezTo>
                  <a:cubicBezTo>
                    <a:pt x="2984950" y="1341056"/>
                    <a:pt x="2984043" y="1342326"/>
                    <a:pt x="2983680" y="1343414"/>
                  </a:cubicBezTo>
                  <a:lnTo>
                    <a:pt x="2983680" y="1344503"/>
                  </a:lnTo>
                  <a:cubicBezTo>
                    <a:pt x="2983680" y="1345591"/>
                    <a:pt x="2984043" y="1346861"/>
                    <a:pt x="2984768" y="1348312"/>
                  </a:cubicBezTo>
                  <a:lnTo>
                    <a:pt x="2983680" y="1348312"/>
                  </a:lnTo>
                  <a:cubicBezTo>
                    <a:pt x="2982954" y="1348312"/>
                    <a:pt x="2982410" y="1348493"/>
                    <a:pt x="2982048" y="1348856"/>
                  </a:cubicBezTo>
                  <a:lnTo>
                    <a:pt x="2981504" y="1349944"/>
                  </a:lnTo>
                  <a:cubicBezTo>
                    <a:pt x="2981141" y="1350307"/>
                    <a:pt x="2980596" y="1350488"/>
                    <a:pt x="2979871" y="1350488"/>
                  </a:cubicBezTo>
                  <a:lnTo>
                    <a:pt x="2963248" y="1377415"/>
                  </a:lnTo>
                  <a:lnTo>
                    <a:pt x="2964090" y="1375519"/>
                  </a:lnTo>
                  <a:lnTo>
                    <a:pt x="2965723" y="1370078"/>
                  </a:lnTo>
                  <a:cubicBezTo>
                    <a:pt x="2967537" y="1365725"/>
                    <a:pt x="2968988" y="1362460"/>
                    <a:pt x="2970076" y="1360283"/>
                  </a:cubicBezTo>
                  <a:lnTo>
                    <a:pt x="2971709" y="1358651"/>
                  </a:lnTo>
                  <a:lnTo>
                    <a:pt x="2973885" y="1357562"/>
                  </a:lnTo>
                  <a:cubicBezTo>
                    <a:pt x="2975336" y="1356474"/>
                    <a:pt x="2976243" y="1355567"/>
                    <a:pt x="2976606" y="1354841"/>
                  </a:cubicBezTo>
                  <a:lnTo>
                    <a:pt x="2978783" y="1348856"/>
                  </a:lnTo>
                  <a:lnTo>
                    <a:pt x="2980415" y="1342870"/>
                  </a:lnTo>
                  <a:cubicBezTo>
                    <a:pt x="2982592" y="1338517"/>
                    <a:pt x="2985312" y="1335252"/>
                    <a:pt x="2988578" y="1333075"/>
                  </a:cubicBezTo>
                  <a:close/>
                  <a:moveTo>
                    <a:pt x="2178952" y="1333075"/>
                  </a:moveTo>
                  <a:cubicBezTo>
                    <a:pt x="2179315" y="1333438"/>
                    <a:pt x="2179497" y="1333982"/>
                    <a:pt x="2179497" y="1334708"/>
                  </a:cubicBezTo>
                  <a:cubicBezTo>
                    <a:pt x="2179497" y="1335796"/>
                    <a:pt x="2178590" y="1337429"/>
                    <a:pt x="2176776" y="1339605"/>
                  </a:cubicBezTo>
                  <a:cubicBezTo>
                    <a:pt x="2175325" y="1341056"/>
                    <a:pt x="2174418" y="1342326"/>
                    <a:pt x="2174055" y="1343414"/>
                  </a:cubicBezTo>
                  <a:lnTo>
                    <a:pt x="2174055" y="1344503"/>
                  </a:lnTo>
                  <a:cubicBezTo>
                    <a:pt x="2174055" y="1345591"/>
                    <a:pt x="2174418" y="1346861"/>
                    <a:pt x="2175143" y="1348312"/>
                  </a:cubicBezTo>
                  <a:lnTo>
                    <a:pt x="2174055" y="1348312"/>
                  </a:lnTo>
                  <a:cubicBezTo>
                    <a:pt x="2173330" y="1348312"/>
                    <a:pt x="2172785" y="1348493"/>
                    <a:pt x="2172423" y="1348856"/>
                  </a:cubicBezTo>
                  <a:lnTo>
                    <a:pt x="2171878" y="1349944"/>
                  </a:lnTo>
                  <a:cubicBezTo>
                    <a:pt x="2171516" y="1350307"/>
                    <a:pt x="2170972" y="1350488"/>
                    <a:pt x="2170246" y="1350488"/>
                  </a:cubicBezTo>
                  <a:lnTo>
                    <a:pt x="2153624" y="1377413"/>
                  </a:lnTo>
                  <a:lnTo>
                    <a:pt x="2154466" y="1375519"/>
                  </a:lnTo>
                  <a:lnTo>
                    <a:pt x="2156098" y="1370078"/>
                  </a:lnTo>
                  <a:cubicBezTo>
                    <a:pt x="2157912" y="1365725"/>
                    <a:pt x="2159363" y="1362460"/>
                    <a:pt x="2160451" y="1360283"/>
                  </a:cubicBezTo>
                  <a:lnTo>
                    <a:pt x="2162084" y="1358651"/>
                  </a:lnTo>
                  <a:lnTo>
                    <a:pt x="2164260" y="1357562"/>
                  </a:lnTo>
                  <a:cubicBezTo>
                    <a:pt x="2165711" y="1356474"/>
                    <a:pt x="2166618" y="1355567"/>
                    <a:pt x="2166981" y="1354841"/>
                  </a:cubicBezTo>
                  <a:lnTo>
                    <a:pt x="2169158" y="1348856"/>
                  </a:lnTo>
                  <a:lnTo>
                    <a:pt x="2170790" y="1342870"/>
                  </a:lnTo>
                  <a:cubicBezTo>
                    <a:pt x="2172967" y="1338517"/>
                    <a:pt x="2175688" y="1335252"/>
                    <a:pt x="2178952" y="1333075"/>
                  </a:cubicBezTo>
                  <a:close/>
                  <a:moveTo>
                    <a:pt x="2968988" y="1329266"/>
                  </a:moveTo>
                  <a:lnTo>
                    <a:pt x="2970076" y="1329266"/>
                  </a:lnTo>
                  <a:lnTo>
                    <a:pt x="2970076" y="1330355"/>
                  </a:lnTo>
                  <a:cubicBezTo>
                    <a:pt x="2970076" y="1330717"/>
                    <a:pt x="2969895" y="1330899"/>
                    <a:pt x="2969532" y="1330899"/>
                  </a:cubicBezTo>
                  <a:lnTo>
                    <a:pt x="2968444" y="1330355"/>
                  </a:lnTo>
                  <a:lnTo>
                    <a:pt x="2967900" y="1330355"/>
                  </a:lnTo>
                  <a:lnTo>
                    <a:pt x="2967900" y="1329810"/>
                  </a:lnTo>
                  <a:cubicBezTo>
                    <a:pt x="2967900" y="1329448"/>
                    <a:pt x="2968262" y="1329266"/>
                    <a:pt x="2968988" y="1329266"/>
                  </a:cubicBezTo>
                  <a:close/>
                  <a:moveTo>
                    <a:pt x="2841656" y="1329266"/>
                  </a:moveTo>
                  <a:lnTo>
                    <a:pt x="2842200" y="1329266"/>
                  </a:lnTo>
                  <a:cubicBezTo>
                    <a:pt x="2842926" y="1329266"/>
                    <a:pt x="2843470" y="1329629"/>
                    <a:pt x="2843833" y="1330355"/>
                  </a:cubicBezTo>
                  <a:lnTo>
                    <a:pt x="2843833" y="1331987"/>
                  </a:lnTo>
                  <a:lnTo>
                    <a:pt x="2843289" y="1333075"/>
                  </a:lnTo>
                  <a:lnTo>
                    <a:pt x="2842744" y="1332531"/>
                  </a:lnTo>
                  <a:cubicBezTo>
                    <a:pt x="2842382" y="1331806"/>
                    <a:pt x="2842019" y="1331443"/>
                    <a:pt x="2841656" y="1331443"/>
                  </a:cubicBezTo>
                  <a:close/>
                  <a:moveTo>
                    <a:pt x="2159363" y="1329266"/>
                  </a:moveTo>
                  <a:lnTo>
                    <a:pt x="2160451" y="1329266"/>
                  </a:lnTo>
                  <a:lnTo>
                    <a:pt x="2160451" y="1330355"/>
                  </a:lnTo>
                  <a:cubicBezTo>
                    <a:pt x="2160451" y="1330717"/>
                    <a:pt x="2160270" y="1330899"/>
                    <a:pt x="2159907" y="1330899"/>
                  </a:cubicBezTo>
                  <a:lnTo>
                    <a:pt x="2158819" y="1330355"/>
                  </a:lnTo>
                  <a:lnTo>
                    <a:pt x="2158275" y="1330355"/>
                  </a:lnTo>
                  <a:lnTo>
                    <a:pt x="2158275" y="1329810"/>
                  </a:lnTo>
                  <a:cubicBezTo>
                    <a:pt x="2158275" y="1329448"/>
                    <a:pt x="2158637" y="1329266"/>
                    <a:pt x="2159363" y="1329266"/>
                  </a:cubicBezTo>
                  <a:close/>
                  <a:moveTo>
                    <a:pt x="2032031" y="1329266"/>
                  </a:moveTo>
                  <a:lnTo>
                    <a:pt x="2032575" y="1329266"/>
                  </a:lnTo>
                  <a:cubicBezTo>
                    <a:pt x="2033301" y="1329266"/>
                    <a:pt x="2033845" y="1329629"/>
                    <a:pt x="2034208" y="1330355"/>
                  </a:cubicBezTo>
                  <a:lnTo>
                    <a:pt x="2034208" y="1331987"/>
                  </a:lnTo>
                  <a:lnTo>
                    <a:pt x="2033664" y="1333075"/>
                  </a:lnTo>
                  <a:lnTo>
                    <a:pt x="2033120" y="1332531"/>
                  </a:lnTo>
                  <a:cubicBezTo>
                    <a:pt x="2032757" y="1331806"/>
                    <a:pt x="2032394" y="1331443"/>
                    <a:pt x="2032031" y="1331443"/>
                  </a:cubicBezTo>
                  <a:close/>
                  <a:moveTo>
                    <a:pt x="1551930" y="1328960"/>
                  </a:moveTo>
                  <a:lnTo>
                    <a:pt x="1549507" y="1330899"/>
                  </a:lnTo>
                  <a:lnTo>
                    <a:pt x="1545698" y="1332531"/>
                  </a:lnTo>
                  <a:lnTo>
                    <a:pt x="1541889" y="1334164"/>
                  </a:lnTo>
                  <a:lnTo>
                    <a:pt x="1541083" y="1334466"/>
                  </a:lnTo>
                  <a:close/>
                  <a:moveTo>
                    <a:pt x="3109975" y="1320560"/>
                  </a:moveTo>
                  <a:cubicBezTo>
                    <a:pt x="3109974" y="1340875"/>
                    <a:pt x="3104352" y="1360283"/>
                    <a:pt x="3093106" y="1378784"/>
                  </a:cubicBezTo>
                  <a:lnTo>
                    <a:pt x="3092562" y="1379873"/>
                  </a:lnTo>
                  <a:cubicBezTo>
                    <a:pt x="3084581" y="1388216"/>
                    <a:pt x="3076963" y="1393114"/>
                    <a:pt x="3069707" y="1394565"/>
                  </a:cubicBezTo>
                  <a:cubicBezTo>
                    <a:pt x="3066805" y="1395290"/>
                    <a:pt x="3063903" y="1395653"/>
                    <a:pt x="3061001" y="1395653"/>
                  </a:cubicBezTo>
                  <a:lnTo>
                    <a:pt x="3058280" y="1395653"/>
                  </a:lnTo>
                  <a:cubicBezTo>
                    <a:pt x="3056829" y="1395653"/>
                    <a:pt x="3055378" y="1395472"/>
                    <a:pt x="3053927" y="1395109"/>
                  </a:cubicBezTo>
                  <a:lnTo>
                    <a:pt x="3052838" y="1394565"/>
                  </a:lnTo>
                  <a:cubicBezTo>
                    <a:pt x="3052838" y="1394202"/>
                    <a:pt x="3052657" y="1393839"/>
                    <a:pt x="3052294" y="1393476"/>
                  </a:cubicBezTo>
                  <a:lnTo>
                    <a:pt x="3051750" y="1392932"/>
                  </a:lnTo>
                  <a:lnTo>
                    <a:pt x="3051750" y="1391844"/>
                  </a:lnTo>
                  <a:cubicBezTo>
                    <a:pt x="3051388" y="1391118"/>
                    <a:pt x="3051206" y="1390211"/>
                    <a:pt x="3051206" y="1389123"/>
                  </a:cubicBezTo>
                  <a:cubicBezTo>
                    <a:pt x="3051206" y="1388035"/>
                    <a:pt x="3051388" y="1386584"/>
                    <a:pt x="3051750" y="1384770"/>
                  </a:cubicBezTo>
                  <a:cubicBezTo>
                    <a:pt x="3052476" y="1380779"/>
                    <a:pt x="3054108" y="1376608"/>
                    <a:pt x="3056648" y="1372254"/>
                  </a:cubicBezTo>
                  <a:cubicBezTo>
                    <a:pt x="3059187" y="1367176"/>
                    <a:pt x="3061908" y="1362822"/>
                    <a:pt x="3064810" y="1359195"/>
                  </a:cubicBezTo>
                  <a:cubicBezTo>
                    <a:pt x="3065173" y="1358832"/>
                    <a:pt x="3065717" y="1358288"/>
                    <a:pt x="3066442" y="1357562"/>
                  </a:cubicBezTo>
                  <a:lnTo>
                    <a:pt x="3068075" y="1355930"/>
                  </a:lnTo>
                  <a:lnTo>
                    <a:pt x="3071340" y="1352665"/>
                  </a:lnTo>
                  <a:lnTo>
                    <a:pt x="3078414" y="1345591"/>
                  </a:lnTo>
                  <a:cubicBezTo>
                    <a:pt x="3082767" y="1341600"/>
                    <a:pt x="3087846" y="1337247"/>
                    <a:pt x="3093650" y="1332531"/>
                  </a:cubicBezTo>
                  <a:lnTo>
                    <a:pt x="3101812" y="1326546"/>
                  </a:lnTo>
                  <a:close/>
                  <a:moveTo>
                    <a:pt x="2282393" y="1315662"/>
                  </a:moveTo>
                  <a:lnTo>
                    <a:pt x="2283481" y="1315662"/>
                  </a:lnTo>
                  <a:lnTo>
                    <a:pt x="2286202" y="1316207"/>
                  </a:lnTo>
                  <a:lnTo>
                    <a:pt x="2288378" y="1316207"/>
                  </a:lnTo>
                  <a:cubicBezTo>
                    <a:pt x="2288378" y="1316932"/>
                    <a:pt x="2287834" y="1317295"/>
                    <a:pt x="2286746" y="1317295"/>
                  </a:cubicBezTo>
                  <a:lnTo>
                    <a:pt x="2280760" y="1317295"/>
                  </a:lnTo>
                  <a:lnTo>
                    <a:pt x="2280760" y="1316207"/>
                  </a:lnTo>
                  <a:cubicBezTo>
                    <a:pt x="2280760" y="1315844"/>
                    <a:pt x="2281304" y="1315662"/>
                    <a:pt x="2282393" y="1315662"/>
                  </a:cubicBezTo>
                  <a:close/>
                  <a:moveTo>
                    <a:pt x="2293820" y="1314574"/>
                  </a:moveTo>
                  <a:cubicBezTo>
                    <a:pt x="2294183" y="1314937"/>
                    <a:pt x="2294545" y="1315118"/>
                    <a:pt x="2294908" y="1315118"/>
                  </a:cubicBezTo>
                  <a:lnTo>
                    <a:pt x="2295452" y="1315118"/>
                  </a:lnTo>
                  <a:cubicBezTo>
                    <a:pt x="2295815" y="1315481"/>
                    <a:pt x="2296178" y="1316025"/>
                    <a:pt x="2296541" y="1316751"/>
                  </a:cubicBezTo>
                  <a:cubicBezTo>
                    <a:pt x="2295815" y="1316751"/>
                    <a:pt x="2295090" y="1316932"/>
                    <a:pt x="2294364" y="1317295"/>
                  </a:cubicBezTo>
                  <a:cubicBezTo>
                    <a:pt x="2294001" y="1316932"/>
                    <a:pt x="2293457" y="1316751"/>
                    <a:pt x="2292732" y="1316751"/>
                  </a:cubicBezTo>
                  <a:cubicBezTo>
                    <a:pt x="2292369" y="1316388"/>
                    <a:pt x="2292006" y="1316025"/>
                    <a:pt x="2291643" y="1315662"/>
                  </a:cubicBezTo>
                  <a:close/>
                  <a:moveTo>
                    <a:pt x="2309600" y="1313486"/>
                  </a:moveTo>
                  <a:lnTo>
                    <a:pt x="2313954" y="1313486"/>
                  </a:lnTo>
                  <a:lnTo>
                    <a:pt x="2313954" y="1314030"/>
                  </a:lnTo>
                  <a:cubicBezTo>
                    <a:pt x="2313953" y="1314756"/>
                    <a:pt x="2313228" y="1315300"/>
                    <a:pt x="2311777" y="1315662"/>
                  </a:cubicBezTo>
                  <a:lnTo>
                    <a:pt x="2308512" y="1316207"/>
                  </a:lnTo>
                  <a:cubicBezTo>
                    <a:pt x="2307424" y="1316207"/>
                    <a:pt x="2306698" y="1316569"/>
                    <a:pt x="2306335" y="1317295"/>
                  </a:cubicBezTo>
                  <a:lnTo>
                    <a:pt x="2304703" y="1315118"/>
                  </a:lnTo>
                  <a:cubicBezTo>
                    <a:pt x="2306517" y="1314393"/>
                    <a:pt x="2308149" y="1313849"/>
                    <a:pt x="2309600" y="1313486"/>
                  </a:cubicBezTo>
                  <a:close/>
                  <a:moveTo>
                    <a:pt x="2247023" y="1309133"/>
                  </a:moveTo>
                  <a:cubicBezTo>
                    <a:pt x="2248836" y="1310221"/>
                    <a:pt x="2250650" y="1311309"/>
                    <a:pt x="2252464" y="1312398"/>
                  </a:cubicBezTo>
                  <a:lnTo>
                    <a:pt x="2254097" y="1314030"/>
                  </a:lnTo>
                  <a:lnTo>
                    <a:pt x="2255729" y="1315118"/>
                  </a:lnTo>
                  <a:cubicBezTo>
                    <a:pt x="2255729" y="1315844"/>
                    <a:pt x="2255366" y="1316207"/>
                    <a:pt x="2254641" y="1316207"/>
                  </a:cubicBezTo>
                  <a:cubicBezTo>
                    <a:pt x="2253915" y="1316207"/>
                    <a:pt x="2253008" y="1315844"/>
                    <a:pt x="2251920" y="1315118"/>
                  </a:cubicBezTo>
                  <a:lnTo>
                    <a:pt x="2249744" y="1312942"/>
                  </a:lnTo>
                  <a:lnTo>
                    <a:pt x="2247023" y="1311309"/>
                  </a:lnTo>
                  <a:close/>
                  <a:moveTo>
                    <a:pt x="2980959" y="1303147"/>
                  </a:moveTo>
                  <a:cubicBezTo>
                    <a:pt x="2981685" y="1303510"/>
                    <a:pt x="2982229" y="1304054"/>
                    <a:pt x="2982592" y="1304779"/>
                  </a:cubicBezTo>
                  <a:lnTo>
                    <a:pt x="2982592" y="1306412"/>
                  </a:lnTo>
                  <a:cubicBezTo>
                    <a:pt x="2981504" y="1305686"/>
                    <a:pt x="2980959" y="1304779"/>
                    <a:pt x="2980959" y="1303691"/>
                  </a:cubicBezTo>
                  <a:close/>
                  <a:moveTo>
                    <a:pt x="2253008" y="1303147"/>
                  </a:moveTo>
                  <a:cubicBezTo>
                    <a:pt x="2257724" y="1306049"/>
                    <a:pt x="2260808" y="1307863"/>
                    <a:pt x="2262259" y="1308589"/>
                  </a:cubicBezTo>
                  <a:lnTo>
                    <a:pt x="2264980" y="1309677"/>
                  </a:lnTo>
                  <a:lnTo>
                    <a:pt x="2266612" y="1310765"/>
                  </a:lnTo>
                  <a:lnTo>
                    <a:pt x="2270965" y="1312942"/>
                  </a:lnTo>
                  <a:cubicBezTo>
                    <a:pt x="2272779" y="1313304"/>
                    <a:pt x="2274412" y="1313667"/>
                    <a:pt x="2275863" y="1314030"/>
                  </a:cubicBezTo>
                  <a:cubicBezTo>
                    <a:pt x="2274774" y="1314393"/>
                    <a:pt x="2273686" y="1314574"/>
                    <a:pt x="2272598" y="1314574"/>
                  </a:cubicBezTo>
                  <a:cubicBezTo>
                    <a:pt x="2270784" y="1314574"/>
                    <a:pt x="2268426" y="1314030"/>
                    <a:pt x="2265524" y="1312942"/>
                  </a:cubicBezTo>
                  <a:cubicBezTo>
                    <a:pt x="2262259" y="1311491"/>
                    <a:pt x="2259357" y="1309858"/>
                    <a:pt x="2256818" y="1308044"/>
                  </a:cubicBezTo>
                  <a:cubicBezTo>
                    <a:pt x="2254278" y="1306231"/>
                    <a:pt x="2253008" y="1304779"/>
                    <a:pt x="2253008" y="1303691"/>
                  </a:cubicBezTo>
                  <a:close/>
                  <a:moveTo>
                    <a:pt x="2171334" y="1303147"/>
                  </a:moveTo>
                  <a:cubicBezTo>
                    <a:pt x="2172060" y="1303510"/>
                    <a:pt x="2172604" y="1304054"/>
                    <a:pt x="2172967" y="1304779"/>
                  </a:cubicBezTo>
                  <a:lnTo>
                    <a:pt x="2172967" y="1306412"/>
                  </a:lnTo>
                  <a:cubicBezTo>
                    <a:pt x="2171878" y="1305686"/>
                    <a:pt x="2171334" y="1304779"/>
                    <a:pt x="2171334" y="1303691"/>
                  </a:cubicBezTo>
                  <a:close/>
                  <a:moveTo>
                    <a:pt x="2238316" y="1297705"/>
                  </a:moveTo>
                  <a:cubicBezTo>
                    <a:pt x="2239042" y="1298431"/>
                    <a:pt x="2239768" y="1298975"/>
                    <a:pt x="2240493" y="1299338"/>
                  </a:cubicBezTo>
                  <a:lnTo>
                    <a:pt x="2240493" y="1299882"/>
                  </a:lnTo>
                  <a:cubicBezTo>
                    <a:pt x="2240493" y="1300245"/>
                    <a:pt x="2240674" y="1300608"/>
                    <a:pt x="2241037" y="1300970"/>
                  </a:cubicBezTo>
                  <a:lnTo>
                    <a:pt x="2240493" y="1302603"/>
                  </a:lnTo>
                  <a:cubicBezTo>
                    <a:pt x="2239768" y="1301877"/>
                    <a:pt x="2239042" y="1301333"/>
                    <a:pt x="2238316" y="1300970"/>
                  </a:cubicBezTo>
                  <a:lnTo>
                    <a:pt x="2238316" y="1300426"/>
                  </a:lnTo>
                  <a:cubicBezTo>
                    <a:pt x="2238316" y="1300063"/>
                    <a:pt x="2238135" y="1299701"/>
                    <a:pt x="2237772" y="1299338"/>
                  </a:cubicBezTo>
                  <a:cubicBezTo>
                    <a:pt x="2238135" y="1298975"/>
                    <a:pt x="2238316" y="1298431"/>
                    <a:pt x="2238316" y="1297705"/>
                  </a:cubicBezTo>
                  <a:close/>
                  <a:moveTo>
                    <a:pt x="1443248" y="1295249"/>
                  </a:moveTo>
                  <a:lnTo>
                    <a:pt x="1443705" y="1298008"/>
                  </a:lnTo>
                  <a:lnTo>
                    <a:pt x="1442723" y="1299882"/>
                  </a:lnTo>
                  <a:lnTo>
                    <a:pt x="1436193" y="1309677"/>
                  </a:lnTo>
                  <a:cubicBezTo>
                    <a:pt x="1430389" y="1317658"/>
                    <a:pt x="1426580" y="1324913"/>
                    <a:pt x="1424766" y="1331443"/>
                  </a:cubicBezTo>
                  <a:lnTo>
                    <a:pt x="1420957" y="1332531"/>
                  </a:lnTo>
                  <a:cubicBezTo>
                    <a:pt x="1419506" y="1333257"/>
                    <a:pt x="1418780" y="1334164"/>
                    <a:pt x="1418780" y="1335252"/>
                  </a:cubicBezTo>
                  <a:lnTo>
                    <a:pt x="1417148" y="1335796"/>
                  </a:lnTo>
                  <a:cubicBezTo>
                    <a:pt x="1418599" y="1329629"/>
                    <a:pt x="1422952" y="1321648"/>
                    <a:pt x="1430208" y="1311853"/>
                  </a:cubicBezTo>
                  <a:lnTo>
                    <a:pt x="1439458" y="1299882"/>
                  </a:lnTo>
                  <a:close/>
                  <a:moveTo>
                    <a:pt x="3009255" y="1293352"/>
                  </a:moveTo>
                  <a:lnTo>
                    <a:pt x="3005990" y="1303691"/>
                  </a:lnTo>
                  <a:lnTo>
                    <a:pt x="3002181" y="1314030"/>
                  </a:lnTo>
                  <a:cubicBezTo>
                    <a:pt x="2999279" y="1321648"/>
                    <a:pt x="2995651" y="1327271"/>
                    <a:pt x="2991298" y="1330899"/>
                  </a:cubicBezTo>
                  <a:cubicBezTo>
                    <a:pt x="2990210" y="1330173"/>
                    <a:pt x="2989666" y="1329448"/>
                    <a:pt x="2989666" y="1328722"/>
                  </a:cubicBezTo>
                  <a:cubicBezTo>
                    <a:pt x="2989666" y="1327997"/>
                    <a:pt x="2990028" y="1327090"/>
                    <a:pt x="2990754" y="1326001"/>
                  </a:cubicBezTo>
                  <a:lnTo>
                    <a:pt x="2992931" y="1322736"/>
                  </a:lnTo>
                  <a:cubicBezTo>
                    <a:pt x="2994019" y="1321648"/>
                    <a:pt x="2994744" y="1320741"/>
                    <a:pt x="2995107" y="1320016"/>
                  </a:cubicBezTo>
                  <a:cubicBezTo>
                    <a:pt x="2996558" y="1309495"/>
                    <a:pt x="3001274" y="1300608"/>
                    <a:pt x="3009255" y="1293352"/>
                  </a:cubicBezTo>
                  <a:close/>
                  <a:moveTo>
                    <a:pt x="2199630" y="1293352"/>
                  </a:moveTo>
                  <a:lnTo>
                    <a:pt x="2196365" y="1303691"/>
                  </a:lnTo>
                  <a:lnTo>
                    <a:pt x="2192556" y="1314030"/>
                  </a:lnTo>
                  <a:cubicBezTo>
                    <a:pt x="2189654" y="1321648"/>
                    <a:pt x="2186026" y="1327271"/>
                    <a:pt x="2181673" y="1330899"/>
                  </a:cubicBezTo>
                  <a:cubicBezTo>
                    <a:pt x="2180585" y="1330173"/>
                    <a:pt x="2180041" y="1329448"/>
                    <a:pt x="2180041" y="1328722"/>
                  </a:cubicBezTo>
                  <a:cubicBezTo>
                    <a:pt x="2180041" y="1327997"/>
                    <a:pt x="2180404" y="1327090"/>
                    <a:pt x="2181129" y="1326001"/>
                  </a:cubicBezTo>
                  <a:lnTo>
                    <a:pt x="2183306" y="1322736"/>
                  </a:lnTo>
                  <a:cubicBezTo>
                    <a:pt x="2184394" y="1321648"/>
                    <a:pt x="2185120" y="1320741"/>
                    <a:pt x="2185482" y="1320016"/>
                  </a:cubicBezTo>
                  <a:cubicBezTo>
                    <a:pt x="2186933" y="1309495"/>
                    <a:pt x="2191649" y="1300608"/>
                    <a:pt x="2199630" y="1293352"/>
                  </a:cubicBezTo>
                  <a:close/>
                  <a:moveTo>
                    <a:pt x="2506919" y="1291176"/>
                  </a:moveTo>
                  <a:cubicBezTo>
                    <a:pt x="2504016" y="1311491"/>
                    <a:pt x="2501477" y="1327271"/>
                    <a:pt x="2499300" y="1338517"/>
                  </a:cubicBezTo>
                  <a:cubicBezTo>
                    <a:pt x="2496036" y="1355567"/>
                    <a:pt x="2492589" y="1369534"/>
                    <a:pt x="2488962" y="1380417"/>
                  </a:cubicBezTo>
                  <a:cubicBezTo>
                    <a:pt x="2488599" y="1380054"/>
                    <a:pt x="2488417" y="1379328"/>
                    <a:pt x="2488417" y="1378240"/>
                  </a:cubicBezTo>
                  <a:cubicBezTo>
                    <a:pt x="2488417" y="1376789"/>
                    <a:pt x="2488962" y="1374068"/>
                    <a:pt x="2490050" y="1370078"/>
                  </a:cubicBezTo>
                  <a:lnTo>
                    <a:pt x="2491138" y="1366269"/>
                  </a:lnTo>
                  <a:lnTo>
                    <a:pt x="2492226" y="1362460"/>
                  </a:lnTo>
                  <a:cubicBezTo>
                    <a:pt x="2493315" y="1359557"/>
                    <a:pt x="2493859" y="1357381"/>
                    <a:pt x="2493859" y="1355930"/>
                  </a:cubicBezTo>
                  <a:cubicBezTo>
                    <a:pt x="2497849" y="1330899"/>
                    <a:pt x="2502202" y="1309314"/>
                    <a:pt x="2506919" y="1291176"/>
                  </a:cubicBezTo>
                  <a:close/>
                  <a:moveTo>
                    <a:pt x="1697294" y="1291176"/>
                  </a:moveTo>
                  <a:cubicBezTo>
                    <a:pt x="1694391" y="1311491"/>
                    <a:pt x="1691852" y="1327271"/>
                    <a:pt x="1689675" y="1338517"/>
                  </a:cubicBezTo>
                  <a:cubicBezTo>
                    <a:pt x="1686411" y="1355567"/>
                    <a:pt x="1682964" y="1369534"/>
                    <a:pt x="1679336" y="1380417"/>
                  </a:cubicBezTo>
                  <a:cubicBezTo>
                    <a:pt x="1678974" y="1380054"/>
                    <a:pt x="1678792" y="1379328"/>
                    <a:pt x="1678792" y="1378240"/>
                  </a:cubicBezTo>
                  <a:cubicBezTo>
                    <a:pt x="1678792" y="1376789"/>
                    <a:pt x="1679336" y="1374068"/>
                    <a:pt x="1680425" y="1370078"/>
                  </a:cubicBezTo>
                  <a:lnTo>
                    <a:pt x="1681513" y="1366269"/>
                  </a:lnTo>
                  <a:lnTo>
                    <a:pt x="1682601" y="1362460"/>
                  </a:lnTo>
                  <a:cubicBezTo>
                    <a:pt x="1683690" y="1359557"/>
                    <a:pt x="1684234" y="1357381"/>
                    <a:pt x="1684234" y="1355930"/>
                  </a:cubicBezTo>
                  <a:cubicBezTo>
                    <a:pt x="1688224" y="1330899"/>
                    <a:pt x="1692578" y="1309314"/>
                    <a:pt x="1697294" y="1291176"/>
                  </a:cubicBezTo>
                  <a:close/>
                  <a:moveTo>
                    <a:pt x="1587073" y="1289250"/>
                  </a:moveTo>
                  <a:lnTo>
                    <a:pt x="1585965" y="1292264"/>
                  </a:lnTo>
                  <a:cubicBezTo>
                    <a:pt x="1584877" y="1293352"/>
                    <a:pt x="1583063" y="1295166"/>
                    <a:pt x="1580524" y="1297705"/>
                  </a:cubicBezTo>
                  <a:lnTo>
                    <a:pt x="1577803" y="1300426"/>
                  </a:lnTo>
                  <a:lnTo>
                    <a:pt x="1574538" y="1303691"/>
                  </a:lnTo>
                  <a:cubicBezTo>
                    <a:pt x="1569822" y="1307682"/>
                    <a:pt x="1567464" y="1310221"/>
                    <a:pt x="1567464" y="1311309"/>
                  </a:cubicBezTo>
                  <a:close/>
                  <a:moveTo>
                    <a:pt x="2231242" y="1287911"/>
                  </a:moveTo>
                  <a:cubicBezTo>
                    <a:pt x="2231968" y="1287911"/>
                    <a:pt x="2232693" y="1288636"/>
                    <a:pt x="2233419" y="1290087"/>
                  </a:cubicBezTo>
                  <a:lnTo>
                    <a:pt x="2234507" y="1293352"/>
                  </a:lnTo>
                  <a:cubicBezTo>
                    <a:pt x="2234870" y="1294441"/>
                    <a:pt x="2235233" y="1294985"/>
                    <a:pt x="2235596" y="1294985"/>
                  </a:cubicBezTo>
                  <a:lnTo>
                    <a:pt x="2235051" y="1294985"/>
                  </a:lnTo>
                  <a:cubicBezTo>
                    <a:pt x="2234326" y="1294985"/>
                    <a:pt x="2233600" y="1294259"/>
                    <a:pt x="2232875" y="1292808"/>
                  </a:cubicBezTo>
                  <a:lnTo>
                    <a:pt x="2231242" y="1290631"/>
                  </a:lnTo>
                  <a:lnTo>
                    <a:pt x="2230154" y="1288999"/>
                  </a:lnTo>
                  <a:cubicBezTo>
                    <a:pt x="2230517" y="1288273"/>
                    <a:pt x="2230880" y="1287911"/>
                    <a:pt x="2231242" y="1287911"/>
                  </a:cubicBezTo>
                  <a:close/>
                  <a:moveTo>
                    <a:pt x="2847098" y="1283558"/>
                  </a:moveTo>
                  <a:cubicBezTo>
                    <a:pt x="2847460" y="1283920"/>
                    <a:pt x="2848005" y="1284283"/>
                    <a:pt x="2848730" y="1284646"/>
                  </a:cubicBezTo>
                  <a:cubicBezTo>
                    <a:pt x="2849093" y="1285009"/>
                    <a:pt x="2849274" y="1285371"/>
                    <a:pt x="2849274" y="1285734"/>
                  </a:cubicBezTo>
                  <a:lnTo>
                    <a:pt x="2848730" y="1286278"/>
                  </a:lnTo>
                  <a:cubicBezTo>
                    <a:pt x="2849093" y="1287004"/>
                    <a:pt x="2849274" y="1287911"/>
                    <a:pt x="2849274" y="1288999"/>
                  </a:cubicBezTo>
                  <a:cubicBezTo>
                    <a:pt x="2849274" y="1291176"/>
                    <a:pt x="2848730" y="1293715"/>
                    <a:pt x="2847642" y="1296617"/>
                  </a:cubicBezTo>
                  <a:lnTo>
                    <a:pt x="2846009" y="1302603"/>
                  </a:lnTo>
                  <a:cubicBezTo>
                    <a:pt x="2845647" y="1305142"/>
                    <a:pt x="2845465" y="1307500"/>
                    <a:pt x="2845465" y="1309677"/>
                  </a:cubicBezTo>
                  <a:lnTo>
                    <a:pt x="2845465" y="1313486"/>
                  </a:lnTo>
                  <a:lnTo>
                    <a:pt x="2844921" y="1314574"/>
                  </a:lnTo>
                  <a:lnTo>
                    <a:pt x="2844377" y="1314574"/>
                  </a:lnTo>
                  <a:cubicBezTo>
                    <a:pt x="2844014" y="1314574"/>
                    <a:pt x="2843833" y="1314211"/>
                    <a:pt x="2843833" y="1313486"/>
                  </a:cubicBezTo>
                  <a:cubicBezTo>
                    <a:pt x="2843833" y="1312398"/>
                    <a:pt x="2844014" y="1311128"/>
                    <a:pt x="2844377" y="1309677"/>
                  </a:cubicBezTo>
                  <a:lnTo>
                    <a:pt x="2844377" y="1305868"/>
                  </a:lnTo>
                  <a:cubicBezTo>
                    <a:pt x="2844377" y="1303328"/>
                    <a:pt x="2844558" y="1300426"/>
                    <a:pt x="2844921" y="1297161"/>
                  </a:cubicBezTo>
                  <a:lnTo>
                    <a:pt x="2846009" y="1290631"/>
                  </a:lnTo>
                  <a:close/>
                  <a:moveTo>
                    <a:pt x="2037473" y="1283558"/>
                  </a:moveTo>
                  <a:cubicBezTo>
                    <a:pt x="2037836" y="1283920"/>
                    <a:pt x="2038380" y="1284283"/>
                    <a:pt x="2039105" y="1284646"/>
                  </a:cubicBezTo>
                  <a:cubicBezTo>
                    <a:pt x="2039468" y="1285009"/>
                    <a:pt x="2039649" y="1285371"/>
                    <a:pt x="2039649" y="1285734"/>
                  </a:cubicBezTo>
                  <a:lnTo>
                    <a:pt x="2039105" y="1286278"/>
                  </a:lnTo>
                  <a:cubicBezTo>
                    <a:pt x="2039468" y="1287004"/>
                    <a:pt x="2039649" y="1287911"/>
                    <a:pt x="2039649" y="1288999"/>
                  </a:cubicBezTo>
                  <a:cubicBezTo>
                    <a:pt x="2039649" y="1291176"/>
                    <a:pt x="2039105" y="1293715"/>
                    <a:pt x="2038017" y="1296617"/>
                  </a:cubicBezTo>
                  <a:lnTo>
                    <a:pt x="2036384" y="1302603"/>
                  </a:lnTo>
                  <a:cubicBezTo>
                    <a:pt x="2036022" y="1305142"/>
                    <a:pt x="2035840" y="1307500"/>
                    <a:pt x="2035840" y="1309677"/>
                  </a:cubicBezTo>
                  <a:lnTo>
                    <a:pt x="2035840" y="1313486"/>
                  </a:lnTo>
                  <a:lnTo>
                    <a:pt x="2035296" y="1314574"/>
                  </a:lnTo>
                  <a:lnTo>
                    <a:pt x="2034752" y="1314574"/>
                  </a:lnTo>
                  <a:cubicBezTo>
                    <a:pt x="2034389" y="1314574"/>
                    <a:pt x="2034208" y="1314211"/>
                    <a:pt x="2034208" y="1313486"/>
                  </a:cubicBezTo>
                  <a:cubicBezTo>
                    <a:pt x="2034208" y="1312398"/>
                    <a:pt x="2034389" y="1311128"/>
                    <a:pt x="2034752" y="1309677"/>
                  </a:cubicBezTo>
                  <a:lnTo>
                    <a:pt x="2034752" y="1305868"/>
                  </a:lnTo>
                  <a:cubicBezTo>
                    <a:pt x="2034752" y="1303328"/>
                    <a:pt x="2034933" y="1300426"/>
                    <a:pt x="2035296" y="1297161"/>
                  </a:cubicBezTo>
                  <a:lnTo>
                    <a:pt x="2036384" y="1290631"/>
                  </a:lnTo>
                  <a:close/>
                  <a:moveTo>
                    <a:pt x="3127932" y="1283013"/>
                  </a:moveTo>
                  <a:cubicBezTo>
                    <a:pt x="3131559" y="1295347"/>
                    <a:pt x="3133917" y="1306956"/>
                    <a:pt x="3135006" y="1317839"/>
                  </a:cubicBezTo>
                  <a:cubicBezTo>
                    <a:pt x="3135368" y="1321104"/>
                    <a:pt x="3135550" y="1324550"/>
                    <a:pt x="3135550" y="1328178"/>
                  </a:cubicBezTo>
                  <a:cubicBezTo>
                    <a:pt x="3135550" y="1336159"/>
                    <a:pt x="3134643" y="1344503"/>
                    <a:pt x="3132829" y="1353209"/>
                  </a:cubicBezTo>
                  <a:lnTo>
                    <a:pt x="3123836" y="1370051"/>
                  </a:lnTo>
                  <a:lnTo>
                    <a:pt x="3133373" y="1328722"/>
                  </a:lnTo>
                  <a:lnTo>
                    <a:pt x="3133373" y="1325457"/>
                  </a:lnTo>
                  <a:cubicBezTo>
                    <a:pt x="3133373" y="1312760"/>
                    <a:pt x="3131559" y="1298612"/>
                    <a:pt x="3127932" y="1283013"/>
                  </a:cubicBezTo>
                  <a:close/>
                  <a:moveTo>
                    <a:pt x="2838391" y="1279204"/>
                  </a:moveTo>
                  <a:lnTo>
                    <a:pt x="2839480" y="1279204"/>
                  </a:lnTo>
                  <a:cubicBezTo>
                    <a:pt x="2840568" y="1279204"/>
                    <a:pt x="2841112" y="1279567"/>
                    <a:pt x="2841112" y="1280293"/>
                  </a:cubicBezTo>
                  <a:lnTo>
                    <a:pt x="2841112" y="1280837"/>
                  </a:lnTo>
                  <a:lnTo>
                    <a:pt x="2840568" y="1282469"/>
                  </a:lnTo>
                  <a:cubicBezTo>
                    <a:pt x="2840205" y="1283558"/>
                    <a:pt x="2840024" y="1284464"/>
                    <a:pt x="2840024" y="1285190"/>
                  </a:cubicBezTo>
                  <a:cubicBezTo>
                    <a:pt x="2839298" y="1284464"/>
                    <a:pt x="2838935" y="1283558"/>
                    <a:pt x="2838935" y="1282469"/>
                  </a:cubicBezTo>
                  <a:lnTo>
                    <a:pt x="2838935" y="1280837"/>
                  </a:lnTo>
                  <a:close/>
                  <a:moveTo>
                    <a:pt x="2028766" y="1279204"/>
                  </a:moveTo>
                  <a:lnTo>
                    <a:pt x="2029855" y="1279204"/>
                  </a:lnTo>
                  <a:cubicBezTo>
                    <a:pt x="2030943" y="1279204"/>
                    <a:pt x="2031487" y="1279567"/>
                    <a:pt x="2031487" y="1280293"/>
                  </a:cubicBezTo>
                  <a:lnTo>
                    <a:pt x="2031487" y="1280837"/>
                  </a:lnTo>
                  <a:lnTo>
                    <a:pt x="2030943" y="1282469"/>
                  </a:lnTo>
                  <a:cubicBezTo>
                    <a:pt x="2030580" y="1283558"/>
                    <a:pt x="2030399" y="1284464"/>
                    <a:pt x="2030399" y="1285190"/>
                  </a:cubicBezTo>
                  <a:cubicBezTo>
                    <a:pt x="2029673" y="1284464"/>
                    <a:pt x="2029310" y="1283558"/>
                    <a:pt x="2029310" y="1282469"/>
                  </a:cubicBezTo>
                  <a:lnTo>
                    <a:pt x="2029310" y="1280837"/>
                  </a:lnTo>
                  <a:close/>
                  <a:moveTo>
                    <a:pt x="3003270" y="1278660"/>
                  </a:moveTo>
                  <a:cubicBezTo>
                    <a:pt x="3003632" y="1279386"/>
                    <a:pt x="3003814" y="1279930"/>
                    <a:pt x="3003814" y="1280293"/>
                  </a:cubicBezTo>
                  <a:lnTo>
                    <a:pt x="3003270" y="1281381"/>
                  </a:lnTo>
                  <a:lnTo>
                    <a:pt x="3003270" y="1281925"/>
                  </a:lnTo>
                  <a:cubicBezTo>
                    <a:pt x="3003270" y="1282651"/>
                    <a:pt x="3003451" y="1283376"/>
                    <a:pt x="3003814" y="1284102"/>
                  </a:cubicBezTo>
                  <a:lnTo>
                    <a:pt x="3004358" y="1283558"/>
                  </a:lnTo>
                  <a:lnTo>
                    <a:pt x="3004902" y="1283558"/>
                  </a:lnTo>
                  <a:cubicBezTo>
                    <a:pt x="3005265" y="1283195"/>
                    <a:pt x="3005628" y="1283013"/>
                    <a:pt x="3005990" y="1283013"/>
                  </a:cubicBezTo>
                  <a:cubicBezTo>
                    <a:pt x="3006353" y="1283013"/>
                    <a:pt x="3006897" y="1283195"/>
                    <a:pt x="3007623" y="1283558"/>
                  </a:cubicBezTo>
                  <a:lnTo>
                    <a:pt x="3007078" y="1285190"/>
                  </a:lnTo>
                  <a:lnTo>
                    <a:pt x="3006534" y="1286822"/>
                  </a:lnTo>
                  <a:cubicBezTo>
                    <a:pt x="3006172" y="1287548"/>
                    <a:pt x="3005628" y="1287911"/>
                    <a:pt x="3004902" y="1287911"/>
                  </a:cubicBezTo>
                  <a:lnTo>
                    <a:pt x="3003814" y="1287911"/>
                  </a:lnTo>
                  <a:lnTo>
                    <a:pt x="3003814" y="1289543"/>
                  </a:lnTo>
                  <a:cubicBezTo>
                    <a:pt x="3003814" y="1290631"/>
                    <a:pt x="3003632" y="1291720"/>
                    <a:pt x="3003270" y="1292808"/>
                  </a:cubicBezTo>
                  <a:lnTo>
                    <a:pt x="3000549" y="1297705"/>
                  </a:lnTo>
                  <a:cubicBezTo>
                    <a:pt x="2998372" y="1300970"/>
                    <a:pt x="2997284" y="1303691"/>
                    <a:pt x="2997284" y="1305868"/>
                  </a:cubicBezTo>
                  <a:lnTo>
                    <a:pt x="2997284" y="1307500"/>
                  </a:lnTo>
                  <a:cubicBezTo>
                    <a:pt x="2995470" y="1307863"/>
                    <a:pt x="2993294" y="1310765"/>
                    <a:pt x="2990754" y="1316207"/>
                  </a:cubicBezTo>
                  <a:cubicBezTo>
                    <a:pt x="2987852" y="1320923"/>
                    <a:pt x="2986220" y="1324369"/>
                    <a:pt x="2985857" y="1326546"/>
                  </a:cubicBezTo>
                  <a:cubicBezTo>
                    <a:pt x="2984043" y="1324732"/>
                    <a:pt x="2982048" y="1323825"/>
                    <a:pt x="2979871" y="1323825"/>
                  </a:cubicBezTo>
                  <a:lnTo>
                    <a:pt x="2978238" y="1323825"/>
                  </a:lnTo>
                  <a:lnTo>
                    <a:pt x="2978238" y="1324369"/>
                  </a:lnTo>
                  <a:lnTo>
                    <a:pt x="2978783" y="1324913"/>
                  </a:lnTo>
                  <a:lnTo>
                    <a:pt x="2980415" y="1325457"/>
                  </a:lnTo>
                  <a:lnTo>
                    <a:pt x="2981504" y="1326001"/>
                  </a:lnTo>
                  <a:lnTo>
                    <a:pt x="2980415" y="1326001"/>
                  </a:lnTo>
                  <a:cubicBezTo>
                    <a:pt x="2980052" y="1326001"/>
                    <a:pt x="2979508" y="1325820"/>
                    <a:pt x="2978783" y="1325457"/>
                  </a:cubicBezTo>
                  <a:lnTo>
                    <a:pt x="2977694" y="1324913"/>
                  </a:lnTo>
                  <a:lnTo>
                    <a:pt x="2977150" y="1324913"/>
                  </a:lnTo>
                  <a:lnTo>
                    <a:pt x="2979327" y="1321104"/>
                  </a:lnTo>
                  <a:lnTo>
                    <a:pt x="2981504" y="1316751"/>
                  </a:lnTo>
                  <a:cubicBezTo>
                    <a:pt x="2983317" y="1312760"/>
                    <a:pt x="2984950" y="1309677"/>
                    <a:pt x="2986401" y="1307500"/>
                  </a:cubicBezTo>
                  <a:cubicBezTo>
                    <a:pt x="2990754" y="1300245"/>
                    <a:pt x="2994744" y="1296436"/>
                    <a:pt x="2998372" y="1296073"/>
                  </a:cubicBezTo>
                  <a:cubicBezTo>
                    <a:pt x="2996558" y="1293534"/>
                    <a:pt x="2995652" y="1291176"/>
                    <a:pt x="2995652" y="1288999"/>
                  </a:cubicBezTo>
                  <a:cubicBezTo>
                    <a:pt x="2995652" y="1287548"/>
                    <a:pt x="2995833" y="1286278"/>
                    <a:pt x="2996196" y="1285190"/>
                  </a:cubicBezTo>
                  <a:cubicBezTo>
                    <a:pt x="2997647" y="1281925"/>
                    <a:pt x="3000005" y="1279748"/>
                    <a:pt x="3003270" y="1278660"/>
                  </a:cubicBezTo>
                  <a:close/>
                  <a:moveTo>
                    <a:pt x="2193644" y="1278660"/>
                  </a:moveTo>
                  <a:cubicBezTo>
                    <a:pt x="2194007" y="1279386"/>
                    <a:pt x="2194189" y="1279930"/>
                    <a:pt x="2194189" y="1280293"/>
                  </a:cubicBezTo>
                  <a:lnTo>
                    <a:pt x="2193644" y="1281381"/>
                  </a:lnTo>
                  <a:lnTo>
                    <a:pt x="2193644" y="1281925"/>
                  </a:lnTo>
                  <a:cubicBezTo>
                    <a:pt x="2193644" y="1282651"/>
                    <a:pt x="2193826" y="1283376"/>
                    <a:pt x="2194189" y="1284102"/>
                  </a:cubicBezTo>
                  <a:lnTo>
                    <a:pt x="2194733" y="1283558"/>
                  </a:lnTo>
                  <a:lnTo>
                    <a:pt x="2195277" y="1283558"/>
                  </a:lnTo>
                  <a:cubicBezTo>
                    <a:pt x="2195640" y="1283195"/>
                    <a:pt x="2196002" y="1283013"/>
                    <a:pt x="2196365" y="1283013"/>
                  </a:cubicBezTo>
                  <a:cubicBezTo>
                    <a:pt x="2196728" y="1283013"/>
                    <a:pt x="2197272" y="1283195"/>
                    <a:pt x="2197998" y="1283558"/>
                  </a:cubicBezTo>
                  <a:lnTo>
                    <a:pt x="2197454" y="1285190"/>
                  </a:lnTo>
                  <a:lnTo>
                    <a:pt x="2196910" y="1286822"/>
                  </a:lnTo>
                  <a:cubicBezTo>
                    <a:pt x="2196547" y="1287548"/>
                    <a:pt x="2196002" y="1287911"/>
                    <a:pt x="2195277" y="1287911"/>
                  </a:cubicBezTo>
                  <a:lnTo>
                    <a:pt x="2194189" y="1287911"/>
                  </a:lnTo>
                  <a:lnTo>
                    <a:pt x="2194189" y="1289543"/>
                  </a:lnTo>
                  <a:cubicBezTo>
                    <a:pt x="2194189" y="1290631"/>
                    <a:pt x="2194007" y="1291720"/>
                    <a:pt x="2193644" y="1292808"/>
                  </a:cubicBezTo>
                  <a:lnTo>
                    <a:pt x="2190924" y="1297705"/>
                  </a:lnTo>
                  <a:cubicBezTo>
                    <a:pt x="2188747" y="1300970"/>
                    <a:pt x="2187659" y="1303691"/>
                    <a:pt x="2187659" y="1305868"/>
                  </a:cubicBezTo>
                  <a:lnTo>
                    <a:pt x="2187659" y="1307500"/>
                  </a:lnTo>
                  <a:cubicBezTo>
                    <a:pt x="2185845" y="1307863"/>
                    <a:pt x="2183668" y="1310765"/>
                    <a:pt x="2181129" y="1316207"/>
                  </a:cubicBezTo>
                  <a:cubicBezTo>
                    <a:pt x="2178227" y="1320923"/>
                    <a:pt x="2176594" y="1324369"/>
                    <a:pt x="2176232" y="1326546"/>
                  </a:cubicBezTo>
                  <a:cubicBezTo>
                    <a:pt x="2174418" y="1324732"/>
                    <a:pt x="2172423" y="1323825"/>
                    <a:pt x="2170246" y="1323825"/>
                  </a:cubicBezTo>
                  <a:lnTo>
                    <a:pt x="2168614" y="1323825"/>
                  </a:lnTo>
                  <a:lnTo>
                    <a:pt x="2168614" y="1324369"/>
                  </a:lnTo>
                  <a:lnTo>
                    <a:pt x="2169158" y="1324913"/>
                  </a:lnTo>
                  <a:lnTo>
                    <a:pt x="2170790" y="1325457"/>
                  </a:lnTo>
                  <a:lnTo>
                    <a:pt x="2171878" y="1326001"/>
                  </a:lnTo>
                  <a:lnTo>
                    <a:pt x="2170790" y="1326001"/>
                  </a:lnTo>
                  <a:cubicBezTo>
                    <a:pt x="2170427" y="1326001"/>
                    <a:pt x="2169883" y="1325820"/>
                    <a:pt x="2169158" y="1325457"/>
                  </a:cubicBezTo>
                  <a:lnTo>
                    <a:pt x="2168069" y="1324913"/>
                  </a:lnTo>
                  <a:lnTo>
                    <a:pt x="2167525" y="1324913"/>
                  </a:lnTo>
                  <a:lnTo>
                    <a:pt x="2169702" y="1321104"/>
                  </a:lnTo>
                  <a:lnTo>
                    <a:pt x="2171878" y="1316751"/>
                  </a:lnTo>
                  <a:cubicBezTo>
                    <a:pt x="2173692" y="1312760"/>
                    <a:pt x="2175325" y="1309677"/>
                    <a:pt x="2176776" y="1307500"/>
                  </a:cubicBezTo>
                  <a:cubicBezTo>
                    <a:pt x="2181129" y="1300245"/>
                    <a:pt x="2185120" y="1296436"/>
                    <a:pt x="2188747" y="1296073"/>
                  </a:cubicBezTo>
                  <a:cubicBezTo>
                    <a:pt x="2186933" y="1293534"/>
                    <a:pt x="2186026" y="1291176"/>
                    <a:pt x="2186026" y="1288999"/>
                  </a:cubicBezTo>
                  <a:cubicBezTo>
                    <a:pt x="2186026" y="1287548"/>
                    <a:pt x="2186208" y="1286278"/>
                    <a:pt x="2186571" y="1285190"/>
                  </a:cubicBezTo>
                  <a:cubicBezTo>
                    <a:pt x="2188022" y="1281925"/>
                    <a:pt x="2190380" y="1279748"/>
                    <a:pt x="2193644" y="1278660"/>
                  </a:cubicBezTo>
                  <a:close/>
                  <a:moveTo>
                    <a:pt x="3014697" y="1278116"/>
                  </a:moveTo>
                  <a:cubicBezTo>
                    <a:pt x="3015060" y="1279204"/>
                    <a:pt x="3015241" y="1280111"/>
                    <a:pt x="3015241" y="1280837"/>
                  </a:cubicBezTo>
                  <a:cubicBezTo>
                    <a:pt x="3015241" y="1282651"/>
                    <a:pt x="3014697" y="1284283"/>
                    <a:pt x="3013608" y="1285734"/>
                  </a:cubicBezTo>
                  <a:lnTo>
                    <a:pt x="3011432" y="1288455"/>
                  </a:lnTo>
                  <a:cubicBezTo>
                    <a:pt x="3010706" y="1289906"/>
                    <a:pt x="3010344" y="1291357"/>
                    <a:pt x="3010344" y="1292808"/>
                  </a:cubicBezTo>
                  <a:cubicBezTo>
                    <a:pt x="3009618" y="1291720"/>
                    <a:pt x="3009255" y="1290450"/>
                    <a:pt x="3009255" y="1288999"/>
                  </a:cubicBezTo>
                  <a:cubicBezTo>
                    <a:pt x="3009255" y="1287911"/>
                    <a:pt x="3009618" y="1286641"/>
                    <a:pt x="3010344" y="1285190"/>
                  </a:cubicBezTo>
                  <a:lnTo>
                    <a:pt x="3013064" y="1281381"/>
                  </a:lnTo>
                  <a:close/>
                  <a:moveTo>
                    <a:pt x="2205072" y="1278116"/>
                  </a:moveTo>
                  <a:cubicBezTo>
                    <a:pt x="2205434" y="1279204"/>
                    <a:pt x="2205616" y="1280111"/>
                    <a:pt x="2205616" y="1280837"/>
                  </a:cubicBezTo>
                  <a:cubicBezTo>
                    <a:pt x="2205616" y="1282651"/>
                    <a:pt x="2205072" y="1284283"/>
                    <a:pt x="2203984" y="1285734"/>
                  </a:cubicBezTo>
                  <a:lnTo>
                    <a:pt x="2201807" y="1288455"/>
                  </a:lnTo>
                  <a:cubicBezTo>
                    <a:pt x="2201081" y="1289906"/>
                    <a:pt x="2200718" y="1291357"/>
                    <a:pt x="2200718" y="1292808"/>
                  </a:cubicBezTo>
                  <a:cubicBezTo>
                    <a:pt x="2199993" y="1291720"/>
                    <a:pt x="2199630" y="1290450"/>
                    <a:pt x="2199630" y="1288999"/>
                  </a:cubicBezTo>
                  <a:cubicBezTo>
                    <a:pt x="2199630" y="1287911"/>
                    <a:pt x="2199993" y="1286641"/>
                    <a:pt x="2200718" y="1285190"/>
                  </a:cubicBezTo>
                  <a:lnTo>
                    <a:pt x="2203439" y="1281381"/>
                  </a:lnTo>
                  <a:close/>
                  <a:moveTo>
                    <a:pt x="1604467" y="1278116"/>
                  </a:moveTo>
                  <a:cubicBezTo>
                    <a:pt x="1596123" y="1294441"/>
                    <a:pt x="1585557" y="1307863"/>
                    <a:pt x="1572770" y="1318383"/>
                  </a:cubicBezTo>
                  <a:lnTo>
                    <a:pt x="1551930" y="1328960"/>
                  </a:lnTo>
                  <a:lnTo>
                    <a:pt x="1552228" y="1328722"/>
                  </a:lnTo>
                  <a:cubicBezTo>
                    <a:pt x="1573994" y="1314574"/>
                    <a:pt x="1591407" y="1297705"/>
                    <a:pt x="1604467" y="1278116"/>
                  </a:cubicBezTo>
                  <a:close/>
                  <a:moveTo>
                    <a:pt x="2205330" y="1276355"/>
                  </a:moveTo>
                  <a:lnTo>
                    <a:pt x="2205618" y="1278116"/>
                  </a:lnTo>
                  <a:lnTo>
                    <a:pt x="2205616" y="1278116"/>
                  </a:lnTo>
                  <a:lnTo>
                    <a:pt x="2205072" y="1276484"/>
                  </a:lnTo>
                  <a:close/>
                  <a:moveTo>
                    <a:pt x="3015785" y="1275939"/>
                  </a:moveTo>
                  <a:lnTo>
                    <a:pt x="3016329" y="1276484"/>
                  </a:lnTo>
                  <a:lnTo>
                    <a:pt x="3016329" y="1277572"/>
                  </a:lnTo>
                  <a:cubicBezTo>
                    <a:pt x="3016329" y="1277935"/>
                    <a:pt x="3016148" y="1278116"/>
                    <a:pt x="3015785" y="1278116"/>
                  </a:cubicBezTo>
                  <a:lnTo>
                    <a:pt x="3015241" y="1278116"/>
                  </a:lnTo>
                  <a:lnTo>
                    <a:pt x="3014697" y="1276484"/>
                  </a:lnTo>
                  <a:cubicBezTo>
                    <a:pt x="3015422" y="1276484"/>
                    <a:pt x="3015785" y="1276302"/>
                    <a:pt x="3015785" y="1275939"/>
                  </a:cubicBezTo>
                  <a:close/>
                  <a:moveTo>
                    <a:pt x="976928" y="1274851"/>
                  </a:moveTo>
                  <a:lnTo>
                    <a:pt x="978561" y="1274851"/>
                  </a:lnTo>
                  <a:lnTo>
                    <a:pt x="979105" y="1280837"/>
                  </a:lnTo>
                  <a:cubicBezTo>
                    <a:pt x="978379" y="1283013"/>
                    <a:pt x="977654" y="1284102"/>
                    <a:pt x="976928" y="1284102"/>
                  </a:cubicBezTo>
                  <a:lnTo>
                    <a:pt x="976384" y="1283013"/>
                  </a:lnTo>
                  <a:lnTo>
                    <a:pt x="976046" y="1281437"/>
                  </a:lnTo>
                  <a:lnTo>
                    <a:pt x="976822" y="1274878"/>
                  </a:lnTo>
                  <a:close/>
                  <a:moveTo>
                    <a:pt x="2232331" y="1268865"/>
                  </a:moveTo>
                  <a:cubicBezTo>
                    <a:pt x="2233782" y="1269954"/>
                    <a:pt x="2235233" y="1272130"/>
                    <a:pt x="2236684" y="1275395"/>
                  </a:cubicBezTo>
                  <a:lnTo>
                    <a:pt x="2238316" y="1280293"/>
                  </a:lnTo>
                  <a:lnTo>
                    <a:pt x="2240493" y="1284646"/>
                  </a:lnTo>
                  <a:cubicBezTo>
                    <a:pt x="2243758" y="1292627"/>
                    <a:pt x="2247567" y="1298250"/>
                    <a:pt x="2251920" y="1301515"/>
                  </a:cubicBezTo>
                  <a:cubicBezTo>
                    <a:pt x="2246478" y="1299701"/>
                    <a:pt x="2242307" y="1295166"/>
                    <a:pt x="2239404" y="1287911"/>
                  </a:cubicBezTo>
                  <a:lnTo>
                    <a:pt x="2236140" y="1278660"/>
                  </a:lnTo>
                  <a:close/>
                  <a:moveTo>
                    <a:pt x="3018506" y="1268321"/>
                  </a:moveTo>
                  <a:cubicBezTo>
                    <a:pt x="3019594" y="1269410"/>
                    <a:pt x="3020138" y="1270498"/>
                    <a:pt x="3020138" y="1271586"/>
                  </a:cubicBezTo>
                  <a:cubicBezTo>
                    <a:pt x="3020138" y="1272312"/>
                    <a:pt x="3019957" y="1272856"/>
                    <a:pt x="3019594" y="1273219"/>
                  </a:cubicBezTo>
                  <a:lnTo>
                    <a:pt x="3017962" y="1274851"/>
                  </a:lnTo>
                  <a:lnTo>
                    <a:pt x="3016329" y="1276484"/>
                  </a:lnTo>
                  <a:cubicBezTo>
                    <a:pt x="3015966" y="1275758"/>
                    <a:pt x="3015785" y="1275032"/>
                    <a:pt x="3015785" y="1274307"/>
                  </a:cubicBezTo>
                  <a:cubicBezTo>
                    <a:pt x="3015785" y="1273219"/>
                    <a:pt x="3016148" y="1272312"/>
                    <a:pt x="3016873" y="1271586"/>
                  </a:cubicBezTo>
                  <a:lnTo>
                    <a:pt x="3017962" y="1270498"/>
                  </a:lnTo>
                  <a:cubicBezTo>
                    <a:pt x="3018324" y="1269772"/>
                    <a:pt x="3018506" y="1269047"/>
                    <a:pt x="3018506" y="1268321"/>
                  </a:cubicBezTo>
                  <a:close/>
                  <a:moveTo>
                    <a:pt x="1444086" y="1267178"/>
                  </a:moveTo>
                  <a:lnTo>
                    <a:pt x="1443942" y="1270498"/>
                  </a:lnTo>
                  <a:lnTo>
                    <a:pt x="1442823" y="1277486"/>
                  </a:lnTo>
                  <a:lnTo>
                    <a:pt x="1440410" y="1281381"/>
                  </a:lnTo>
                  <a:cubicBezTo>
                    <a:pt x="1437962" y="1285009"/>
                    <a:pt x="1435649" y="1288092"/>
                    <a:pt x="1433472" y="1290631"/>
                  </a:cubicBezTo>
                  <a:cubicBezTo>
                    <a:pt x="1426943" y="1304779"/>
                    <a:pt x="1416966" y="1321830"/>
                    <a:pt x="1403544" y="1341782"/>
                  </a:cubicBezTo>
                  <a:lnTo>
                    <a:pt x="1387219" y="1365725"/>
                  </a:lnTo>
                  <a:cubicBezTo>
                    <a:pt x="1381052" y="1375157"/>
                    <a:pt x="1375792" y="1384044"/>
                    <a:pt x="1371439" y="1392388"/>
                  </a:cubicBezTo>
                  <a:cubicBezTo>
                    <a:pt x="1366723" y="1397830"/>
                    <a:pt x="1361463" y="1404359"/>
                    <a:pt x="1355659" y="1411978"/>
                  </a:cubicBezTo>
                  <a:lnTo>
                    <a:pt x="1340422" y="1432655"/>
                  </a:lnTo>
                  <a:cubicBezTo>
                    <a:pt x="1327000" y="1450068"/>
                    <a:pt x="1316117" y="1463309"/>
                    <a:pt x="1307773" y="1472379"/>
                  </a:cubicBezTo>
                  <a:lnTo>
                    <a:pt x="1306685" y="1472379"/>
                  </a:lnTo>
                  <a:cubicBezTo>
                    <a:pt x="1305959" y="1472379"/>
                    <a:pt x="1305596" y="1472197"/>
                    <a:pt x="1305596" y="1471834"/>
                  </a:cubicBezTo>
                  <a:cubicBezTo>
                    <a:pt x="1305596" y="1471109"/>
                    <a:pt x="1306141" y="1470202"/>
                    <a:pt x="1307229" y="1469114"/>
                  </a:cubicBezTo>
                  <a:lnTo>
                    <a:pt x="1309406" y="1466937"/>
                  </a:lnTo>
                  <a:lnTo>
                    <a:pt x="1311582" y="1464216"/>
                  </a:lnTo>
                  <a:cubicBezTo>
                    <a:pt x="1313033" y="1462402"/>
                    <a:pt x="1313759" y="1460588"/>
                    <a:pt x="1313759" y="1458775"/>
                  </a:cubicBezTo>
                  <a:cubicBezTo>
                    <a:pt x="1318838" y="1454059"/>
                    <a:pt x="1324279" y="1447710"/>
                    <a:pt x="1330083" y="1439729"/>
                  </a:cubicBezTo>
                  <a:lnTo>
                    <a:pt x="1337702" y="1428846"/>
                  </a:lnTo>
                  <a:lnTo>
                    <a:pt x="1345320" y="1417419"/>
                  </a:lnTo>
                  <a:cubicBezTo>
                    <a:pt x="1358017" y="1397830"/>
                    <a:pt x="1368174" y="1384589"/>
                    <a:pt x="1375792" y="1377696"/>
                  </a:cubicBezTo>
                  <a:lnTo>
                    <a:pt x="1375792" y="1375519"/>
                  </a:lnTo>
                  <a:cubicBezTo>
                    <a:pt x="1375792" y="1371529"/>
                    <a:pt x="1376518" y="1368264"/>
                    <a:pt x="1377969" y="1365725"/>
                  </a:cubicBezTo>
                  <a:cubicBezTo>
                    <a:pt x="1390666" y="1351577"/>
                    <a:pt x="1404451" y="1332531"/>
                    <a:pt x="1419324" y="1308589"/>
                  </a:cubicBezTo>
                  <a:cubicBezTo>
                    <a:pt x="1424040" y="1300970"/>
                    <a:pt x="1430026" y="1290994"/>
                    <a:pt x="1437282" y="1278660"/>
                  </a:cubicBezTo>
                  <a:close/>
                  <a:moveTo>
                    <a:pt x="2226240" y="1266279"/>
                  </a:moveTo>
                  <a:lnTo>
                    <a:pt x="2226345" y="1266689"/>
                  </a:lnTo>
                  <a:lnTo>
                    <a:pt x="2227433" y="1272130"/>
                  </a:lnTo>
                  <a:cubicBezTo>
                    <a:pt x="2227796" y="1275758"/>
                    <a:pt x="2228703" y="1279204"/>
                    <a:pt x="2230154" y="1282469"/>
                  </a:cubicBezTo>
                  <a:cubicBezTo>
                    <a:pt x="2227252" y="1280293"/>
                    <a:pt x="2225438" y="1276846"/>
                    <a:pt x="2224712" y="1272130"/>
                  </a:cubicBezTo>
                  <a:lnTo>
                    <a:pt x="2224479" y="1269566"/>
                  </a:lnTo>
                  <a:close/>
                  <a:moveTo>
                    <a:pt x="2203580" y="1265662"/>
                  </a:moveTo>
                  <a:lnTo>
                    <a:pt x="2204379" y="1270548"/>
                  </a:lnTo>
                  <a:lnTo>
                    <a:pt x="2203439" y="1274307"/>
                  </a:lnTo>
                  <a:cubicBezTo>
                    <a:pt x="2202351" y="1276846"/>
                    <a:pt x="2200718" y="1279930"/>
                    <a:pt x="2198542" y="1283558"/>
                  </a:cubicBezTo>
                  <a:cubicBezTo>
                    <a:pt x="2197454" y="1283195"/>
                    <a:pt x="2196547" y="1282288"/>
                    <a:pt x="2195821" y="1280837"/>
                  </a:cubicBezTo>
                  <a:lnTo>
                    <a:pt x="2195277" y="1279204"/>
                  </a:lnTo>
                  <a:lnTo>
                    <a:pt x="2194189" y="1277572"/>
                  </a:lnTo>
                  <a:cubicBezTo>
                    <a:pt x="2195640" y="1277935"/>
                    <a:pt x="2196547" y="1278116"/>
                    <a:pt x="2196910" y="1278116"/>
                  </a:cubicBezTo>
                  <a:cubicBezTo>
                    <a:pt x="2197635" y="1278116"/>
                    <a:pt x="2197998" y="1277935"/>
                    <a:pt x="2197998" y="1277572"/>
                  </a:cubicBezTo>
                  <a:cubicBezTo>
                    <a:pt x="2197272" y="1276846"/>
                    <a:pt x="2196547" y="1276484"/>
                    <a:pt x="2195821" y="1276484"/>
                  </a:cubicBezTo>
                  <a:lnTo>
                    <a:pt x="2195277" y="1276484"/>
                  </a:lnTo>
                  <a:lnTo>
                    <a:pt x="2194733" y="1277028"/>
                  </a:lnTo>
                  <a:lnTo>
                    <a:pt x="2193100" y="1277028"/>
                  </a:lnTo>
                  <a:lnTo>
                    <a:pt x="2193644" y="1274851"/>
                  </a:lnTo>
                  <a:lnTo>
                    <a:pt x="2194733" y="1273763"/>
                  </a:lnTo>
                  <a:cubicBezTo>
                    <a:pt x="2195096" y="1273037"/>
                    <a:pt x="2195277" y="1272312"/>
                    <a:pt x="2195277" y="1271586"/>
                  </a:cubicBezTo>
                  <a:lnTo>
                    <a:pt x="2195277" y="1269954"/>
                  </a:lnTo>
                  <a:cubicBezTo>
                    <a:pt x="2196002" y="1270679"/>
                    <a:pt x="2196547" y="1271223"/>
                    <a:pt x="2196910" y="1271586"/>
                  </a:cubicBezTo>
                  <a:lnTo>
                    <a:pt x="2197454" y="1273763"/>
                  </a:lnTo>
                  <a:cubicBezTo>
                    <a:pt x="2198179" y="1273400"/>
                    <a:pt x="2198542" y="1273037"/>
                    <a:pt x="2198542" y="1272674"/>
                  </a:cubicBezTo>
                  <a:lnTo>
                    <a:pt x="2199086" y="1271586"/>
                  </a:lnTo>
                  <a:cubicBezTo>
                    <a:pt x="2199449" y="1270861"/>
                    <a:pt x="2199812" y="1270498"/>
                    <a:pt x="2200174" y="1270498"/>
                  </a:cubicBezTo>
                  <a:lnTo>
                    <a:pt x="2200718" y="1270498"/>
                  </a:lnTo>
                  <a:lnTo>
                    <a:pt x="2200174" y="1269410"/>
                  </a:lnTo>
                  <a:lnTo>
                    <a:pt x="2199630" y="1268321"/>
                  </a:lnTo>
                  <a:cubicBezTo>
                    <a:pt x="2198542" y="1268321"/>
                    <a:pt x="2197998" y="1268684"/>
                    <a:pt x="2197998" y="1269410"/>
                  </a:cubicBezTo>
                  <a:lnTo>
                    <a:pt x="2198542" y="1270498"/>
                  </a:lnTo>
                  <a:cubicBezTo>
                    <a:pt x="2197454" y="1270135"/>
                    <a:pt x="2196910" y="1269591"/>
                    <a:pt x="2196910" y="1268865"/>
                  </a:cubicBezTo>
                  <a:lnTo>
                    <a:pt x="2196365" y="1267777"/>
                  </a:lnTo>
                  <a:lnTo>
                    <a:pt x="2195821" y="1266689"/>
                  </a:lnTo>
                  <a:cubicBezTo>
                    <a:pt x="2197635" y="1267052"/>
                    <a:pt x="2199086" y="1267233"/>
                    <a:pt x="2200174" y="1267233"/>
                  </a:cubicBezTo>
                  <a:cubicBezTo>
                    <a:pt x="2201263" y="1267233"/>
                    <a:pt x="2202170" y="1267052"/>
                    <a:pt x="2202895" y="1266689"/>
                  </a:cubicBezTo>
                  <a:close/>
                  <a:moveTo>
                    <a:pt x="3021771" y="1265056"/>
                  </a:moveTo>
                  <a:cubicBezTo>
                    <a:pt x="3022496" y="1265419"/>
                    <a:pt x="3022859" y="1265963"/>
                    <a:pt x="3022859" y="1266689"/>
                  </a:cubicBezTo>
                  <a:lnTo>
                    <a:pt x="3022315" y="1267233"/>
                  </a:lnTo>
                  <a:lnTo>
                    <a:pt x="3022315" y="1268321"/>
                  </a:lnTo>
                  <a:cubicBezTo>
                    <a:pt x="3020864" y="1267958"/>
                    <a:pt x="3020138" y="1267414"/>
                    <a:pt x="3020138" y="1266689"/>
                  </a:cubicBezTo>
                  <a:lnTo>
                    <a:pt x="3020682" y="1266145"/>
                  </a:lnTo>
                  <a:lnTo>
                    <a:pt x="3021226" y="1265600"/>
                  </a:lnTo>
                  <a:close/>
                  <a:moveTo>
                    <a:pt x="2849818" y="1265056"/>
                  </a:moveTo>
                  <a:cubicBezTo>
                    <a:pt x="2851270" y="1265782"/>
                    <a:pt x="2851995" y="1267958"/>
                    <a:pt x="2851995" y="1271586"/>
                  </a:cubicBezTo>
                  <a:lnTo>
                    <a:pt x="2851995" y="1273763"/>
                  </a:lnTo>
                  <a:cubicBezTo>
                    <a:pt x="2851632" y="1278116"/>
                    <a:pt x="2850363" y="1280293"/>
                    <a:pt x="2848186" y="1280293"/>
                  </a:cubicBezTo>
                  <a:lnTo>
                    <a:pt x="2847642" y="1280293"/>
                  </a:lnTo>
                  <a:lnTo>
                    <a:pt x="2848186" y="1275939"/>
                  </a:lnTo>
                  <a:lnTo>
                    <a:pt x="2849274" y="1272130"/>
                  </a:lnTo>
                  <a:cubicBezTo>
                    <a:pt x="2849637" y="1269954"/>
                    <a:pt x="2849818" y="1267596"/>
                    <a:pt x="2849818" y="1265056"/>
                  </a:cubicBezTo>
                  <a:close/>
                  <a:moveTo>
                    <a:pt x="2040194" y="1265056"/>
                  </a:moveTo>
                  <a:cubicBezTo>
                    <a:pt x="2041644" y="1265782"/>
                    <a:pt x="2042370" y="1267958"/>
                    <a:pt x="2042370" y="1271586"/>
                  </a:cubicBezTo>
                  <a:lnTo>
                    <a:pt x="2042370" y="1273763"/>
                  </a:lnTo>
                  <a:cubicBezTo>
                    <a:pt x="2042007" y="1278116"/>
                    <a:pt x="2040738" y="1280293"/>
                    <a:pt x="2038561" y="1280293"/>
                  </a:cubicBezTo>
                  <a:lnTo>
                    <a:pt x="2038017" y="1280293"/>
                  </a:lnTo>
                  <a:lnTo>
                    <a:pt x="2038561" y="1275939"/>
                  </a:lnTo>
                  <a:lnTo>
                    <a:pt x="2039649" y="1272130"/>
                  </a:lnTo>
                  <a:cubicBezTo>
                    <a:pt x="2040012" y="1269954"/>
                    <a:pt x="2040194" y="1267596"/>
                    <a:pt x="2040194" y="1265056"/>
                  </a:cubicBezTo>
                  <a:close/>
                  <a:moveTo>
                    <a:pt x="2840568" y="1263968"/>
                  </a:moveTo>
                  <a:lnTo>
                    <a:pt x="2841112" y="1263968"/>
                  </a:lnTo>
                  <a:cubicBezTo>
                    <a:pt x="2841838" y="1263968"/>
                    <a:pt x="2842200" y="1264331"/>
                    <a:pt x="2842200" y="1265056"/>
                  </a:cubicBezTo>
                  <a:lnTo>
                    <a:pt x="2842200" y="1271042"/>
                  </a:lnTo>
                  <a:cubicBezTo>
                    <a:pt x="2841112" y="1270316"/>
                    <a:pt x="2840386" y="1269047"/>
                    <a:pt x="2840024" y="1267233"/>
                  </a:cubicBezTo>
                  <a:cubicBezTo>
                    <a:pt x="2840024" y="1265419"/>
                    <a:pt x="2840205" y="1264331"/>
                    <a:pt x="2840568" y="1263968"/>
                  </a:cubicBezTo>
                  <a:close/>
                  <a:moveTo>
                    <a:pt x="2030943" y="1263968"/>
                  </a:moveTo>
                  <a:lnTo>
                    <a:pt x="2031487" y="1263968"/>
                  </a:lnTo>
                  <a:cubicBezTo>
                    <a:pt x="2032212" y="1263968"/>
                    <a:pt x="2032575" y="1264331"/>
                    <a:pt x="2032575" y="1265056"/>
                  </a:cubicBezTo>
                  <a:lnTo>
                    <a:pt x="2032575" y="1271042"/>
                  </a:lnTo>
                  <a:cubicBezTo>
                    <a:pt x="2031487" y="1270316"/>
                    <a:pt x="2030762" y="1269047"/>
                    <a:pt x="2030399" y="1267233"/>
                  </a:cubicBezTo>
                  <a:cubicBezTo>
                    <a:pt x="2030399" y="1265419"/>
                    <a:pt x="2030580" y="1264331"/>
                    <a:pt x="2030943" y="1263968"/>
                  </a:cubicBezTo>
                  <a:close/>
                  <a:moveTo>
                    <a:pt x="3012520" y="1262336"/>
                  </a:moveTo>
                  <a:cubicBezTo>
                    <a:pt x="3014334" y="1263061"/>
                    <a:pt x="3015422" y="1263424"/>
                    <a:pt x="3015785" y="1263424"/>
                  </a:cubicBezTo>
                  <a:cubicBezTo>
                    <a:pt x="3015422" y="1266689"/>
                    <a:pt x="3014516" y="1270316"/>
                    <a:pt x="3013064" y="1274307"/>
                  </a:cubicBezTo>
                  <a:cubicBezTo>
                    <a:pt x="3011976" y="1276846"/>
                    <a:pt x="3010344" y="1279930"/>
                    <a:pt x="3008167" y="1283558"/>
                  </a:cubicBezTo>
                  <a:cubicBezTo>
                    <a:pt x="3007078" y="1283195"/>
                    <a:pt x="3006172" y="1282288"/>
                    <a:pt x="3005446" y="1280837"/>
                  </a:cubicBezTo>
                  <a:lnTo>
                    <a:pt x="3004902" y="1279204"/>
                  </a:lnTo>
                  <a:lnTo>
                    <a:pt x="3003814" y="1277572"/>
                  </a:lnTo>
                  <a:cubicBezTo>
                    <a:pt x="3005265" y="1277935"/>
                    <a:pt x="3006172" y="1278116"/>
                    <a:pt x="3006534" y="1278116"/>
                  </a:cubicBezTo>
                  <a:cubicBezTo>
                    <a:pt x="3007260" y="1278116"/>
                    <a:pt x="3007623" y="1277935"/>
                    <a:pt x="3007623" y="1277572"/>
                  </a:cubicBezTo>
                  <a:cubicBezTo>
                    <a:pt x="3006897" y="1276846"/>
                    <a:pt x="3006172" y="1276484"/>
                    <a:pt x="3005446" y="1276484"/>
                  </a:cubicBezTo>
                  <a:lnTo>
                    <a:pt x="3004902" y="1276484"/>
                  </a:lnTo>
                  <a:lnTo>
                    <a:pt x="3004358" y="1277028"/>
                  </a:lnTo>
                  <a:lnTo>
                    <a:pt x="3002726" y="1277028"/>
                  </a:lnTo>
                  <a:lnTo>
                    <a:pt x="3003270" y="1274851"/>
                  </a:lnTo>
                  <a:lnTo>
                    <a:pt x="3004358" y="1273763"/>
                  </a:lnTo>
                  <a:cubicBezTo>
                    <a:pt x="3004721" y="1273037"/>
                    <a:pt x="3004902" y="1272312"/>
                    <a:pt x="3004902" y="1271586"/>
                  </a:cubicBezTo>
                  <a:lnTo>
                    <a:pt x="3004902" y="1269954"/>
                  </a:lnTo>
                  <a:cubicBezTo>
                    <a:pt x="3005628" y="1270679"/>
                    <a:pt x="3006172" y="1271223"/>
                    <a:pt x="3006534" y="1271586"/>
                  </a:cubicBezTo>
                  <a:lnTo>
                    <a:pt x="3007078" y="1273763"/>
                  </a:lnTo>
                  <a:cubicBezTo>
                    <a:pt x="3007804" y="1273400"/>
                    <a:pt x="3008167" y="1273037"/>
                    <a:pt x="3008167" y="1272674"/>
                  </a:cubicBezTo>
                  <a:lnTo>
                    <a:pt x="3008711" y="1271586"/>
                  </a:lnTo>
                  <a:cubicBezTo>
                    <a:pt x="3009074" y="1270861"/>
                    <a:pt x="3009436" y="1270498"/>
                    <a:pt x="3009800" y="1270498"/>
                  </a:cubicBezTo>
                  <a:lnTo>
                    <a:pt x="3010344" y="1270498"/>
                  </a:lnTo>
                  <a:lnTo>
                    <a:pt x="3009800" y="1269410"/>
                  </a:lnTo>
                  <a:lnTo>
                    <a:pt x="3009255" y="1268321"/>
                  </a:lnTo>
                  <a:cubicBezTo>
                    <a:pt x="3008167" y="1268321"/>
                    <a:pt x="3007623" y="1268684"/>
                    <a:pt x="3007623" y="1269410"/>
                  </a:cubicBezTo>
                  <a:lnTo>
                    <a:pt x="3008167" y="1270498"/>
                  </a:lnTo>
                  <a:cubicBezTo>
                    <a:pt x="3007078" y="1270135"/>
                    <a:pt x="3006534" y="1269591"/>
                    <a:pt x="3006534" y="1268865"/>
                  </a:cubicBezTo>
                  <a:lnTo>
                    <a:pt x="3005990" y="1267777"/>
                  </a:lnTo>
                  <a:lnTo>
                    <a:pt x="3005446" y="1266689"/>
                  </a:lnTo>
                  <a:cubicBezTo>
                    <a:pt x="3007260" y="1267052"/>
                    <a:pt x="3008711" y="1267233"/>
                    <a:pt x="3009800" y="1267233"/>
                  </a:cubicBezTo>
                  <a:cubicBezTo>
                    <a:pt x="3010888" y="1267233"/>
                    <a:pt x="3011794" y="1267052"/>
                    <a:pt x="3012520" y="1266689"/>
                  </a:cubicBezTo>
                  <a:cubicBezTo>
                    <a:pt x="3013246" y="1266326"/>
                    <a:pt x="3013608" y="1265782"/>
                    <a:pt x="3013608" y="1265056"/>
                  </a:cubicBezTo>
                  <a:cubicBezTo>
                    <a:pt x="3013608" y="1264331"/>
                    <a:pt x="3013246" y="1263424"/>
                    <a:pt x="3012520" y="1262336"/>
                  </a:cubicBezTo>
                  <a:close/>
                  <a:moveTo>
                    <a:pt x="2202895" y="1262336"/>
                  </a:moveTo>
                  <a:lnTo>
                    <a:pt x="2203043" y="1262385"/>
                  </a:lnTo>
                  <a:lnTo>
                    <a:pt x="2203132" y="1262929"/>
                  </a:lnTo>
                  <a:close/>
                  <a:moveTo>
                    <a:pt x="3021226" y="1261791"/>
                  </a:moveTo>
                  <a:lnTo>
                    <a:pt x="3021771" y="1261791"/>
                  </a:lnTo>
                  <a:cubicBezTo>
                    <a:pt x="3022496" y="1261791"/>
                    <a:pt x="3023040" y="1261973"/>
                    <a:pt x="3023403" y="1262336"/>
                  </a:cubicBezTo>
                  <a:lnTo>
                    <a:pt x="3023403" y="1263424"/>
                  </a:lnTo>
                  <a:cubicBezTo>
                    <a:pt x="3023040" y="1263424"/>
                    <a:pt x="3022859" y="1263605"/>
                    <a:pt x="3022859" y="1263968"/>
                  </a:cubicBezTo>
                  <a:cubicBezTo>
                    <a:pt x="3022496" y="1263605"/>
                    <a:pt x="3021952" y="1263242"/>
                    <a:pt x="3021226" y="1262880"/>
                  </a:cubicBezTo>
                  <a:close/>
                  <a:moveTo>
                    <a:pt x="2231025" y="1257341"/>
                  </a:moveTo>
                  <a:lnTo>
                    <a:pt x="2231242" y="1261247"/>
                  </a:lnTo>
                  <a:lnTo>
                    <a:pt x="2230931" y="1257517"/>
                  </a:lnTo>
                  <a:close/>
                  <a:moveTo>
                    <a:pt x="3026124" y="1256350"/>
                  </a:moveTo>
                  <a:cubicBezTo>
                    <a:pt x="3026849" y="1256713"/>
                    <a:pt x="3027212" y="1257257"/>
                    <a:pt x="3027212" y="1257982"/>
                  </a:cubicBezTo>
                  <a:lnTo>
                    <a:pt x="3027212" y="1258526"/>
                  </a:lnTo>
                  <a:lnTo>
                    <a:pt x="3026668" y="1259071"/>
                  </a:lnTo>
                  <a:lnTo>
                    <a:pt x="3026668" y="1260703"/>
                  </a:lnTo>
                  <a:lnTo>
                    <a:pt x="3024492" y="1259615"/>
                  </a:lnTo>
                  <a:lnTo>
                    <a:pt x="3024492" y="1258526"/>
                  </a:lnTo>
                  <a:cubicBezTo>
                    <a:pt x="3024492" y="1258164"/>
                    <a:pt x="3024673" y="1257801"/>
                    <a:pt x="3025036" y="1257438"/>
                  </a:cubicBezTo>
                  <a:lnTo>
                    <a:pt x="3025580" y="1256894"/>
                  </a:lnTo>
                  <a:close/>
                  <a:moveTo>
                    <a:pt x="980737" y="1254717"/>
                  </a:moveTo>
                  <a:lnTo>
                    <a:pt x="980737" y="1259071"/>
                  </a:lnTo>
                  <a:cubicBezTo>
                    <a:pt x="980012" y="1259796"/>
                    <a:pt x="979286" y="1260340"/>
                    <a:pt x="978561" y="1260703"/>
                  </a:cubicBezTo>
                  <a:lnTo>
                    <a:pt x="978561" y="1260170"/>
                  </a:lnTo>
                  <a:lnTo>
                    <a:pt x="979041" y="1256110"/>
                  </a:lnTo>
                  <a:lnTo>
                    <a:pt x="979649" y="1255806"/>
                  </a:lnTo>
                  <a:close/>
                  <a:moveTo>
                    <a:pt x="2512360" y="1253085"/>
                  </a:moveTo>
                  <a:cubicBezTo>
                    <a:pt x="2512723" y="1254536"/>
                    <a:pt x="2512904" y="1256168"/>
                    <a:pt x="2512904" y="1257982"/>
                  </a:cubicBezTo>
                  <a:cubicBezTo>
                    <a:pt x="2512904" y="1261247"/>
                    <a:pt x="2512360" y="1265056"/>
                    <a:pt x="2511272" y="1269410"/>
                  </a:cubicBezTo>
                  <a:lnTo>
                    <a:pt x="2509095" y="1278116"/>
                  </a:lnTo>
                  <a:cubicBezTo>
                    <a:pt x="2508370" y="1281381"/>
                    <a:pt x="2508007" y="1284464"/>
                    <a:pt x="2508007" y="1287367"/>
                  </a:cubicBezTo>
                  <a:cubicBezTo>
                    <a:pt x="2507281" y="1285553"/>
                    <a:pt x="2506919" y="1283376"/>
                    <a:pt x="2506919" y="1280837"/>
                  </a:cubicBezTo>
                  <a:cubicBezTo>
                    <a:pt x="2506919" y="1277935"/>
                    <a:pt x="2507281" y="1274670"/>
                    <a:pt x="2508007" y="1271042"/>
                  </a:cubicBezTo>
                  <a:lnTo>
                    <a:pt x="2510728" y="1261791"/>
                  </a:lnTo>
                  <a:cubicBezTo>
                    <a:pt x="2511453" y="1258164"/>
                    <a:pt x="2511997" y="1255262"/>
                    <a:pt x="2512360" y="1253085"/>
                  </a:cubicBezTo>
                  <a:close/>
                  <a:moveTo>
                    <a:pt x="1702735" y="1253085"/>
                  </a:moveTo>
                  <a:cubicBezTo>
                    <a:pt x="1703098" y="1254536"/>
                    <a:pt x="1703279" y="1256168"/>
                    <a:pt x="1703279" y="1257982"/>
                  </a:cubicBezTo>
                  <a:cubicBezTo>
                    <a:pt x="1703279" y="1261247"/>
                    <a:pt x="1702735" y="1265056"/>
                    <a:pt x="1701647" y="1269410"/>
                  </a:cubicBezTo>
                  <a:lnTo>
                    <a:pt x="1699470" y="1278116"/>
                  </a:lnTo>
                  <a:cubicBezTo>
                    <a:pt x="1698744" y="1281381"/>
                    <a:pt x="1698382" y="1284464"/>
                    <a:pt x="1698382" y="1287367"/>
                  </a:cubicBezTo>
                  <a:cubicBezTo>
                    <a:pt x="1697656" y="1285553"/>
                    <a:pt x="1697294" y="1283376"/>
                    <a:pt x="1697294" y="1280837"/>
                  </a:cubicBezTo>
                  <a:cubicBezTo>
                    <a:pt x="1697294" y="1277935"/>
                    <a:pt x="1697656" y="1274670"/>
                    <a:pt x="1698382" y="1271042"/>
                  </a:cubicBezTo>
                  <a:lnTo>
                    <a:pt x="1701103" y="1261791"/>
                  </a:lnTo>
                  <a:cubicBezTo>
                    <a:pt x="1701828" y="1258164"/>
                    <a:pt x="1702372" y="1255262"/>
                    <a:pt x="1702735" y="1253085"/>
                  </a:cubicBezTo>
                  <a:close/>
                  <a:moveTo>
                    <a:pt x="3016329" y="1249820"/>
                  </a:moveTo>
                  <a:cubicBezTo>
                    <a:pt x="3017418" y="1250183"/>
                    <a:pt x="3019776" y="1251452"/>
                    <a:pt x="3023403" y="1253629"/>
                  </a:cubicBezTo>
                  <a:cubicBezTo>
                    <a:pt x="3022315" y="1254717"/>
                    <a:pt x="3021226" y="1256350"/>
                    <a:pt x="3020138" y="1258526"/>
                  </a:cubicBezTo>
                  <a:lnTo>
                    <a:pt x="3017418" y="1263424"/>
                  </a:lnTo>
                  <a:cubicBezTo>
                    <a:pt x="3016692" y="1263061"/>
                    <a:pt x="3015966" y="1262517"/>
                    <a:pt x="3015241" y="1261791"/>
                  </a:cubicBezTo>
                  <a:lnTo>
                    <a:pt x="3014152" y="1260703"/>
                  </a:lnTo>
                  <a:lnTo>
                    <a:pt x="3013064" y="1259615"/>
                  </a:lnTo>
                  <a:lnTo>
                    <a:pt x="3014152" y="1259615"/>
                  </a:lnTo>
                  <a:cubicBezTo>
                    <a:pt x="3014878" y="1259615"/>
                    <a:pt x="3015241" y="1259252"/>
                    <a:pt x="3015241" y="1258526"/>
                  </a:cubicBezTo>
                  <a:cubicBezTo>
                    <a:pt x="3015241" y="1257801"/>
                    <a:pt x="3015060" y="1256894"/>
                    <a:pt x="3014697" y="1255806"/>
                  </a:cubicBezTo>
                  <a:lnTo>
                    <a:pt x="3014697" y="1255262"/>
                  </a:lnTo>
                  <a:cubicBezTo>
                    <a:pt x="3014697" y="1254899"/>
                    <a:pt x="3014878" y="1254717"/>
                    <a:pt x="3015241" y="1254717"/>
                  </a:cubicBezTo>
                  <a:lnTo>
                    <a:pt x="3017418" y="1254717"/>
                  </a:lnTo>
                  <a:cubicBezTo>
                    <a:pt x="3018868" y="1254717"/>
                    <a:pt x="3019594" y="1254355"/>
                    <a:pt x="3019594" y="1253629"/>
                  </a:cubicBezTo>
                  <a:cubicBezTo>
                    <a:pt x="3019594" y="1253266"/>
                    <a:pt x="3019413" y="1252904"/>
                    <a:pt x="3019050" y="1252541"/>
                  </a:cubicBezTo>
                  <a:lnTo>
                    <a:pt x="3018506" y="1253085"/>
                  </a:lnTo>
                  <a:lnTo>
                    <a:pt x="3016329" y="1253085"/>
                  </a:lnTo>
                  <a:close/>
                  <a:moveTo>
                    <a:pt x="2853083" y="1249276"/>
                  </a:moveTo>
                  <a:cubicBezTo>
                    <a:pt x="2854534" y="1250001"/>
                    <a:pt x="2855260" y="1251090"/>
                    <a:pt x="2855260" y="1252541"/>
                  </a:cubicBezTo>
                  <a:cubicBezTo>
                    <a:pt x="2855260" y="1253266"/>
                    <a:pt x="2855079" y="1253992"/>
                    <a:pt x="2854716" y="1254717"/>
                  </a:cubicBezTo>
                  <a:lnTo>
                    <a:pt x="2853083" y="1258526"/>
                  </a:lnTo>
                  <a:cubicBezTo>
                    <a:pt x="2852720" y="1259978"/>
                    <a:pt x="2852539" y="1261066"/>
                    <a:pt x="2852539" y="1261791"/>
                  </a:cubicBezTo>
                  <a:cubicBezTo>
                    <a:pt x="2851451" y="1261429"/>
                    <a:pt x="2850907" y="1260703"/>
                    <a:pt x="2850907" y="1259615"/>
                  </a:cubicBezTo>
                  <a:cubicBezTo>
                    <a:pt x="2850907" y="1258889"/>
                    <a:pt x="2851088" y="1258164"/>
                    <a:pt x="2851451" y="1257438"/>
                  </a:cubicBezTo>
                  <a:lnTo>
                    <a:pt x="2851995" y="1255806"/>
                  </a:lnTo>
                  <a:lnTo>
                    <a:pt x="2852539" y="1253629"/>
                  </a:lnTo>
                  <a:cubicBezTo>
                    <a:pt x="2852902" y="1252178"/>
                    <a:pt x="2853083" y="1250727"/>
                    <a:pt x="2853083" y="1249276"/>
                  </a:cubicBezTo>
                  <a:close/>
                  <a:moveTo>
                    <a:pt x="2043458" y="1249276"/>
                  </a:moveTo>
                  <a:cubicBezTo>
                    <a:pt x="2044910" y="1250001"/>
                    <a:pt x="2045635" y="1251090"/>
                    <a:pt x="2045635" y="1252541"/>
                  </a:cubicBezTo>
                  <a:cubicBezTo>
                    <a:pt x="2045635" y="1253266"/>
                    <a:pt x="2045454" y="1253992"/>
                    <a:pt x="2045091" y="1254717"/>
                  </a:cubicBezTo>
                  <a:lnTo>
                    <a:pt x="2043458" y="1258526"/>
                  </a:lnTo>
                  <a:cubicBezTo>
                    <a:pt x="2043096" y="1259978"/>
                    <a:pt x="2042914" y="1261066"/>
                    <a:pt x="2042914" y="1261791"/>
                  </a:cubicBezTo>
                  <a:cubicBezTo>
                    <a:pt x="2041826" y="1261429"/>
                    <a:pt x="2041282" y="1260703"/>
                    <a:pt x="2041282" y="1259615"/>
                  </a:cubicBezTo>
                  <a:cubicBezTo>
                    <a:pt x="2041282" y="1258889"/>
                    <a:pt x="2041463" y="1258164"/>
                    <a:pt x="2041826" y="1257438"/>
                  </a:cubicBezTo>
                  <a:lnTo>
                    <a:pt x="2042370" y="1255806"/>
                  </a:lnTo>
                  <a:lnTo>
                    <a:pt x="2042914" y="1253629"/>
                  </a:lnTo>
                  <a:cubicBezTo>
                    <a:pt x="2043277" y="1252178"/>
                    <a:pt x="2043458" y="1250727"/>
                    <a:pt x="2043458" y="1249276"/>
                  </a:cubicBezTo>
                  <a:close/>
                  <a:moveTo>
                    <a:pt x="2511816" y="1247099"/>
                  </a:moveTo>
                  <a:lnTo>
                    <a:pt x="2512360" y="1247099"/>
                  </a:lnTo>
                  <a:lnTo>
                    <a:pt x="2512360" y="1249276"/>
                  </a:lnTo>
                  <a:cubicBezTo>
                    <a:pt x="2512360" y="1250727"/>
                    <a:pt x="2511997" y="1251634"/>
                    <a:pt x="2511272" y="1251997"/>
                  </a:cubicBezTo>
                  <a:lnTo>
                    <a:pt x="2511272" y="1248732"/>
                  </a:lnTo>
                  <a:cubicBezTo>
                    <a:pt x="2511634" y="1248369"/>
                    <a:pt x="2511816" y="1247825"/>
                    <a:pt x="2511816" y="1247099"/>
                  </a:cubicBezTo>
                  <a:close/>
                  <a:moveTo>
                    <a:pt x="1702191" y="1247099"/>
                  </a:moveTo>
                  <a:lnTo>
                    <a:pt x="1702735" y="1247099"/>
                  </a:lnTo>
                  <a:lnTo>
                    <a:pt x="1702735" y="1249276"/>
                  </a:lnTo>
                  <a:cubicBezTo>
                    <a:pt x="1702735" y="1250727"/>
                    <a:pt x="1702372" y="1251634"/>
                    <a:pt x="1701647" y="1251997"/>
                  </a:cubicBezTo>
                  <a:lnTo>
                    <a:pt x="1701647" y="1248732"/>
                  </a:lnTo>
                  <a:cubicBezTo>
                    <a:pt x="1702009" y="1248369"/>
                    <a:pt x="1702191" y="1247825"/>
                    <a:pt x="1702191" y="1247099"/>
                  </a:cubicBezTo>
                  <a:close/>
                  <a:moveTo>
                    <a:pt x="2853083" y="1245467"/>
                  </a:moveTo>
                  <a:cubicBezTo>
                    <a:pt x="2853446" y="1245467"/>
                    <a:pt x="2853628" y="1245648"/>
                    <a:pt x="2853628" y="1246011"/>
                  </a:cubicBezTo>
                  <a:lnTo>
                    <a:pt x="2853628" y="1246555"/>
                  </a:lnTo>
                  <a:cubicBezTo>
                    <a:pt x="2853628" y="1247281"/>
                    <a:pt x="2853446" y="1248188"/>
                    <a:pt x="2853083" y="1249276"/>
                  </a:cubicBezTo>
                  <a:cubicBezTo>
                    <a:pt x="2852358" y="1248550"/>
                    <a:pt x="2851995" y="1247825"/>
                    <a:pt x="2851995" y="1247099"/>
                  </a:cubicBezTo>
                  <a:cubicBezTo>
                    <a:pt x="2851995" y="1246736"/>
                    <a:pt x="2852176" y="1246374"/>
                    <a:pt x="2852539" y="1246011"/>
                  </a:cubicBezTo>
                  <a:close/>
                  <a:moveTo>
                    <a:pt x="2846009" y="1245467"/>
                  </a:moveTo>
                  <a:cubicBezTo>
                    <a:pt x="2846372" y="1245830"/>
                    <a:pt x="2846554" y="1246374"/>
                    <a:pt x="2846554" y="1247099"/>
                  </a:cubicBezTo>
                  <a:lnTo>
                    <a:pt x="2846554" y="1248732"/>
                  </a:lnTo>
                  <a:lnTo>
                    <a:pt x="2845465" y="1251452"/>
                  </a:lnTo>
                  <a:lnTo>
                    <a:pt x="2845465" y="1254173"/>
                  </a:lnTo>
                  <a:cubicBezTo>
                    <a:pt x="2844377" y="1253085"/>
                    <a:pt x="2843833" y="1251634"/>
                    <a:pt x="2843833" y="1249820"/>
                  </a:cubicBezTo>
                  <a:cubicBezTo>
                    <a:pt x="2843833" y="1248006"/>
                    <a:pt x="2844558" y="1246555"/>
                    <a:pt x="2846009" y="1245467"/>
                  </a:cubicBezTo>
                  <a:close/>
                  <a:moveTo>
                    <a:pt x="2043458" y="1245467"/>
                  </a:moveTo>
                  <a:cubicBezTo>
                    <a:pt x="2043821" y="1245467"/>
                    <a:pt x="2044002" y="1245648"/>
                    <a:pt x="2044002" y="1246011"/>
                  </a:cubicBezTo>
                  <a:lnTo>
                    <a:pt x="2044002" y="1246555"/>
                  </a:lnTo>
                  <a:cubicBezTo>
                    <a:pt x="2044002" y="1247281"/>
                    <a:pt x="2043821" y="1248188"/>
                    <a:pt x="2043458" y="1249276"/>
                  </a:cubicBezTo>
                  <a:cubicBezTo>
                    <a:pt x="2042733" y="1248550"/>
                    <a:pt x="2042370" y="1247825"/>
                    <a:pt x="2042370" y="1247099"/>
                  </a:cubicBezTo>
                  <a:cubicBezTo>
                    <a:pt x="2042370" y="1246736"/>
                    <a:pt x="2042552" y="1246374"/>
                    <a:pt x="2042914" y="1246011"/>
                  </a:cubicBezTo>
                  <a:close/>
                  <a:moveTo>
                    <a:pt x="2036384" y="1245467"/>
                  </a:moveTo>
                  <a:cubicBezTo>
                    <a:pt x="2036747" y="1245830"/>
                    <a:pt x="2036928" y="1246374"/>
                    <a:pt x="2036929" y="1247099"/>
                  </a:cubicBezTo>
                  <a:lnTo>
                    <a:pt x="2036929" y="1248732"/>
                  </a:lnTo>
                  <a:lnTo>
                    <a:pt x="2035840" y="1251452"/>
                  </a:lnTo>
                  <a:lnTo>
                    <a:pt x="2035840" y="1254173"/>
                  </a:lnTo>
                  <a:cubicBezTo>
                    <a:pt x="2034752" y="1253085"/>
                    <a:pt x="2034208" y="1251634"/>
                    <a:pt x="2034208" y="1249820"/>
                  </a:cubicBezTo>
                  <a:cubicBezTo>
                    <a:pt x="2034208" y="1248006"/>
                    <a:pt x="2034933" y="1246555"/>
                    <a:pt x="2036384" y="1245467"/>
                  </a:cubicBezTo>
                  <a:close/>
                  <a:moveTo>
                    <a:pt x="2505830" y="1244378"/>
                  </a:moveTo>
                  <a:lnTo>
                    <a:pt x="2503110" y="1268321"/>
                  </a:lnTo>
                  <a:lnTo>
                    <a:pt x="2500389" y="1291720"/>
                  </a:lnTo>
                  <a:cubicBezTo>
                    <a:pt x="2498212" y="1309133"/>
                    <a:pt x="2495491" y="1323462"/>
                    <a:pt x="2492226" y="1334708"/>
                  </a:cubicBezTo>
                  <a:cubicBezTo>
                    <a:pt x="2491864" y="1334345"/>
                    <a:pt x="2491682" y="1333620"/>
                    <a:pt x="2491682" y="1332531"/>
                  </a:cubicBezTo>
                  <a:cubicBezTo>
                    <a:pt x="2491682" y="1330717"/>
                    <a:pt x="2492045" y="1327997"/>
                    <a:pt x="2492771" y="1324369"/>
                  </a:cubicBezTo>
                  <a:lnTo>
                    <a:pt x="2493859" y="1320560"/>
                  </a:lnTo>
                  <a:lnTo>
                    <a:pt x="2494403" y="1316751"/>
                  </a:lnTo>
                  <a:cubicBezTo>
                    <a:pt x="2495128" y="1313486"/>
                    <a:pt x="2495673" y="1311128"/>
                    <a:pt x="2496036" y="1309677"/>
                  </a:cubicBezTo>
                  <a:cubicBezTo>
                    <a:pt x="2498212" y="1285371"/>
                    <a:pt x="2501477" y="1263605"/>
                    <a:pt x="2505830" y="1244378"/>
                  </a:cubicBezTo>
                  <a:close/>
                  <a:moveTo>
                    <a:pt x="1696205" y="1244378"/>
                  </a:moveTo>
                  <a:lnTo>
                    <a:pt x="1693484" y="1268321"/>
                  </a:lnTo>
                  <a:lnTo>
                    <a:pt x="1690764" y="1291720"/>
                  </a:lnTo>
                  <a:cubicBezTo>
                    <a:pt x="1688587" y="1309133"/>
                    <a:pt x="1685866" y="1323462"/>
                    <a:pt x="1682601" y="1334708"/>
                  </a:cubicBezTo>
                  <a:cubicBezTo>
                    <a:pt x="1682239" y="1334345"/>
                    <a:pt x="1682057" y="1333620"/>
                    <a:pt x="1682057" y="1332531"/>
                  </a:cubicBezTo>
                  <a:cubicBezTo>
                    <a:pt x="1682057" y="1330717"/>
                    <a:pt x="1682420" y="1327997"/>
                    <a:pt x="1683146" y="1324369"/>
                  </a:cubicBezTo>
                  <a:lnTo>
                    <a:pt x="1684234" y="1320560"/>
                  </a:lnTo>
                  <a:lnTo>
                    <a:pt x="1684778" y="1316751"/>
                  </a:lnTo>
                  <a:cubicBezTo>
                    <a:pt x="1685504" y="1313486"/>
                    <a:pt x="1686048" y="1311128"/>
                    <a:pt x="1686411" y="1309677"/>
                  </a:cubicBezTo>
                  <a:cubicBezTo>
                    <a:pt x="1688587" y="1285371"/>
                    <a:pt x="1691852" y="1263605"/>
                    <a:pt x="1696205" y="1244378"/>
                  </a:cubicBezTo>
                  <a:close/>
                  <a:moveTo>
                    <a:pt x="3025580" y="1243834"/>
                  </a:moveTo>
                  <a:cubicBezTo>
                    <a:pt x="3025942" y="1243834"/>
                    <a:pt x="3026305" y="1244197"/>
                    <a:pt x="3026668" y="1244923"/>
                  </a:cubicBezTo>
                  <a:cubicBezTo>
                    <a:pt x="3027031" y="1245285"/>
                    <a:pt x="3027212" y="1245648"/>
                    <a:pt x="3027212" y="1246011"/>
                  </a:cubicBezTo>
                  <a:lnTo>
                    <a:pt x="3026668" y="1246011"/>
                  </a:lnTo>
                  <a:lnTo>
                    <a:pt x="3026668" y="1246555"/>
                  </a:lnTo>
                  <a:lnTo>
                    <a:pt x="3025036" y="1245467"/>
                  </a:lnTo>
                  <a:lnTo>
                    <a:pt x="3024492" y="1244378"/>
                  </a:lnTo>
                  <a:cubicBezTo>
                    <a:pt x="3024854" y="1244016"/>
                    <a:pt x="3025217" y="1243834"/>
                    <a:pt x="3025580" y="1243834"/>
                  </a:cubicBezTo>
                  <a:close/>
                  <a:moveTo>
                    <a:pt x="1616982" y="1237849"/>
                  </a:moveTo>
                  <a:cubicBezTo>
                    <a:pt x="1617345" y="1238937"/>
                    <a:pt x="1617526" y="1240207"/>
                    <a:pt x="1617526" y="1241658"/>
                  </a:cubicBezTo>
                  <a:cubicBezTo>
                    <a:pt x="1617526" y="1243109"/>
                    <a:pt x="1617345" y="1244923"/>
                    <a:pt x="1616982" y="1247099"/>
                  </a:cubicBezTo>
                  <a:lnTo>
                    <a:pt x="1615894" y="1251452"/>
                  </a:lnTo>
                  <a:lnTo>
                    <a:pt x="1614261" y="1255806"/>
                  </a:lnTo>
                  <a:cubicBezTo>
                    <a:pt x="1612448" y="1259796"/>
                    <a:pt x="1609908" y="1266145"/>
                    <a:pt x="1606643" y="1274851"/>
                  </a:cubicBezTo>
                  <a:cubicBezTo>
                    <a:pt x="1606643" y="1273763"/>
                    <a:pt x="1606825" y="1272493"/>
                    <a:pt x="1607188" y="1271042"/>
                  </a:cubicBezTo>
                  <a:lnTo>
                    <a:pt x="1608276" y="1266689"/>
                  </a:lnTo>
                  <a:cubicBezTo>
                    <a:pt x="1608639" y="1264149"/>
                    <a:pt x="1609727" y="1261066"/>
                    <a:pt x="1611541" y="1257438"/>
                  </a:cubicBezTo>
                  <a:lnTo>
                    <a:pt x="1613173" y="1252541"/>
                  </a:lnTo>
                  <a:lnTo>
                    <a:pt x="1614806" y="1247099"/>
                  </a:lnTo>
                  <a:lnTo>
                    <a:pt x="1616438" y="1242202"/>
                  </a:lnTo>
                  <a:close/>
                  <a:moveTo>
                    <a:pt x="2840568" y="1235128"/>
                  </a:moveTo>
                  <a:cubicBezTo>
                    <a:pt x="2841293" y="1235491"/>
                    <a:pt x="2842019" y="1235672"/>
                    <a:pt x="2842744" y="1235672"/>
                  </a:cubicBezTo>
                  <a:cubicBezTo>
                    <a:pt x="2842744" y="1236398"/>
                    <a:pt x="2842563" y="1237123"/>
                    <a:pt x="2842200" y="1237849"/>
                  </a:cubicBezTo>
                  <a:lnTo>
                    <a:pt x="2840024" y="1237849"/>
                  </a:lnTo>
                  <a:cubicBezTo>
                    <a:pt x="2840386" y="1237123"/>
                    <a:pt x="2840568" y="1236216"/>
                    <a:pt x="2840568" y="1235128"/>
                  </a:cubicBezTo>
                  <a:close/>
                  <a:moveTo>
                    <a:pt x="2030943" y="1235128"/>
                  </a:moveTo>
                  <a:cubicBezTo>
                    <a:pt x="2031668" y="1235491"/>
                    <a:pt x="2032394" y="1235672"/>
                    <a:pt x="2033120" y="1235672"/>
                  </a:cubicBezTo>
                  <a:cubicBezTo>
                    <a:pt x="2033120" y="1236398"/>
                    <a:pt x="2032938" y="1237123"/>
                    <a:pt x="2032575" y="1237849"/>
                  </a:cubicBezTo>
                  <a:lnTo>
                    <a:pt x="2030399" y="1237849"/>
                  </a:lnTo>
                  <a:cubicBezTo>
                    <a:pt x="2030762" y="1237123"/>
                    <a:pt x="2030943" y="1236216"/>
                    <a:pt x="2030943" y="1235128"/>
                  </a:cubicBezTo>
                  <a:close/>
                  <a:moveTo>
                    <a:pt x="3105622" y="1232951"/>
                  </a:moveTo>
                  <a:cubicBezTo>
                    <a:pt x="3109612" y="1237305"/>
                    <a:pt x="3113421" y="1244016"/>
                    <a:pt x="3117049" y="1253085"/>
                  </a:cubicBezTo>
                  <a:lnTo>
                    <a:pt x="3120858" y="1265056"/>
                  </a:lnTo>
                  <a:cubicBezTo>
                    <a:pt x="3122672" y="1269772"/>
                    <a:pt x="3124485" y="1273944"/>
                    <a:pt x="3126299" y="1277572"/>
                  </a:cubicBezTo>
                  <a:cubicBezTo>
                    <a:pt x="3123397" y="1274670"/>
                    <a:pt x="3119769" y="1267777"/>
                    <a:pt x="3115416" y="1256894"/>
                  </a:cubicBezTo>
                  <a:lnTo>
                    <a:pt x="3110519" y="1243834"/>
                  </a:lnTo>
                  <a:cubicBezTo>
                    <a:pt x="3108705" y="1239118"/>
                    <a:pt x="3107072" y="1235491"/>
                    <a:pt x="3105622" y="1232951"/>
                  </a:cubicBezTo>
                  <a:close/>
                  <a:moveTo>
                    <a:pt x="2514537" y="1229142"/>
                  </a:moveTo>
                  <a:cubicBezTo>
                    <a:pt x="2515262" y="1230231"/>
                    <a:pt x="2515625" y="1231682"/>
                    <a:pt x="2515625" y="1233495"/>
                  </a:cubicBezTo>
                  <a:cubicBezTo>
                    <a:pt x="2515625" y="1234947"/>
                    <a:pt x="2515444" y="1236398"/>
                    <a:pt x="2515081" y="1237849"/>
                  </a:cubicBezTo>
                  <a:lnTo>
                    <a:pt x="2513993" y="1242746"/>
                  </a:lnTo>
                  <a:lnTo>
                    <a:pt x="2512360" y="1247099"/>
                  </a:lnTo>
                  <a:cubicBezTo>
                    <a:pt x="2511997" y="1245648"/>
                    <a:pt x="2511816" y="1244378"/>
                    <a:pt x="2511816" y="1243290"/>
                  </a:cubicBezTo>
                  <a:cubicBezTo>
                    <a:pt x="2511816" y="1241114"/>
                    <a:pt x="2512179" y="1239118"/>
                    <a:pt x="2512904" y="1237305"/>
                  </a:cubicBezTo>
                  <a:lnTo>
                    <a:pt x="2513993" y="1233495"/>
                  </a:lnTo>
                  <a:cubicBezTo>
                    <a:pt x="2514355" y="1232044"/>
                    <a:pt x="2514537" y="1230593"/>
                    <a:pt x="2514537" y="1229142"/>
                  </a:cubicBezTo>
                  <a:close/>
                  <a:moveTo>
                    <a:pt x="1704912" y="1229142"/>
                  </a:moveTo>
                  <a:cubicBezTo>
                    <a:pt x="1705637" y="1230231"/>
                    <a:pt x="1706000" y="1231682"/>
                    <a:pt x="1706000" y="1233495"/>
                  </a:cubicBezTo>
                  <a:cubicBezTo>
                    <a:pt x="1706000" y="1234947"/>
                    <a:pt x="1705818" y="1236398"/>
                    <a:pt x="1705456" y="1237849"/>
                  </a:cubicBezTo>
                  <a:lnTo>
                    <a:pt x="1704368" y="1242746"/>
                  </a:lnTo>
                  <a:lnTo>
                    <a:pt x="1702735" y="1247099"/>
                  </a:lnTo>
                  <a:cubicBezTo>
                    <a:pt x="1702372" y="1245648"/>
                    <a:pt x="1702191" y="1244378"/>
                    <a:pt x="1702191" y="1243290"/>
                  </a:cubicBezTo>
                  <a:cubicBezTo>
                    <a:pt x="1702191" y="1241114"/>
                    <a:pt x="1702554" y="1239118"/>
                    <a:pt x="1703279" y="1237305"/>
                  </a:cubicBezTo>
                  <a:lnTo>
                    <a:pt x="1704368" y="1233495"/>
                  </a:lnTo>
                  <a:cubicBezTo>
                    <a:pt x="1704730" y="1232044"/>
                    <a:pt x="1704912" y="1230593"/>
                    <a:pt x="1704912" y="1229142"/>
                  </a:cubicBezTo>
                  <a:close/>
                  <a:moveTo>
                    <a:pt x="1609364" y="1228598"/>
                  </a:moveTo>
                  <a:lnTo>
                    <a:pt x="1609364" y="1230775"/>
                  </a:lnTo>
                  <a:cubicBezTo>
                    <a:pt x="1609364" y="1248188"/>
                    <a:pt x="1605555" y="1263605"/>
                    <a:pt x="1597937" y="1277028"/>
                  </a:cubicBezTo>
                  <a:lnTo>
                    <a:pt x="1587073" y="1289250"/>
                  </a:lnTo>
                  <a:close/>
                  <a:moveTo>
                    <a:pt x="2857437" y="1228054"/>
                  </a:moveTo>
                  <a:cubicBezTo>
                    <a:pt x="2858525" y="1228417"/>
                    <a:pt x="2859069" y="1229324"/>
                    <a:pt x="2859069" y="1230775"/>
                  </a:cubicBezTo>
                  <a:lnTo>
                    <a:pt x="2859069" y="1231863"/>
                  </a:lnTo>
                  <a:cubicBezTo>
                    <a:pt x="2858344" y="1231863"/>
                    <a:pt x="2857981" y="1232226"/>
                    <a:pt x="2857981" y="1232951"/>
                  </a:cubicBezTo>
                  <a:cubicBezTo>
                    <a:pt x="2857618" y="1232951"/>
                    <a:pt x="2857436" y="1232407"/>
                    <a:pt x="2857437" y="1231319"/>
                  </a:cubicBezTo>
                  <a:close/>
                  <a:moveTo>
                    <a:pt x="2047812" y="1228054"/>
                  </a:moveTo>
                  <a:cubicBezTo>
                    <a:pt x="2048900" y="1228417"/>
                    <a:pt x="2049444" y="1229324"/>
                    <a:pt x="2049444" y="1230775"/>
                  </a:cubicBezTo>
                  <a:lnTo>
                    <a:pt x="2049444" y="1231863"/>
                  </a:lnTo>
                  <a:cubicBezTo>
                    <a:pt x="2048718" y="1231863"/>
                    <a:pt x="2048356" y="1232226"/>
                    <a:pt x="2048356" y="1232951"/>
                  </a:cubicBezTo>
                  <a:cubicBezTo>
                    <a:pt x="2047993" y="1232951"/>
                    <a:pt x="2047812" y="1232407"/>
                    <a:pt x="2047812" y="1231319"/>
                  </a:cubicBezTo>
                  <a:close/>
                  <a:moveTo>
                    <a:pt x="3093106" y="1226421"/>
                  </a:moveTo>
                  <a:lnTo>
                    <a:pt x="3101812" y="1241114"/>
                  </a:lnTo>
                  <a:lnTo>
                    <a:pt x="3109430" y="1256350"/>
                  </a:lnTo>
                  <a:cubicBezTo>
                    <a:pt x="3115235" y="1267958"/>
                    <a:pt x="3119588" y="1278297"/>
                    <a:pt x="3122490" y="1287367"/>
                  </a:cubicBezTo>
                  <a:cubicBezTo>
                    <a:pt x="3125755" y="1297887"/>
                    <a:pt x="3127750" y="1308407"/>
                    <a:pt x="3128476" y="1318927"/>
                  </a:cubicBezTo>
                  <a:lnTo>
                    <a:pt x="3128476" y="1324913"/>
                  </a:lnTo>
                  <a:cubicBezTo>
                    <a:pt x="3128476" y="1332168"/>
                    <a:pt x="3127569" y="1339968"/>
                    <a:pt x="3125755" y="1348312"/>
                  </a:cubicBezTo>
                  <a:lnTo>
                    <a:pt x="3125755" y="1346679"/>
                  </a:lnTo>
                  <a:cubicBezTo>
                    <a:pt x="3125755" y="1344503"/>
                    <a:pt x="3125936" y="1340331"/>
                    <a:pt x="3126299" y="1334164"/>
                  </a:cubicBezTo>
                  <a:lnTo>
                    <a:pt x="3126844" y="1328722"/>
                  </a:lnTo>
                  <a:lnTo>
                    <a:pt x="3126844" y="1322736"/>
                  </a:lnTo>
                  <a:cubicBezTo>
                    <a:pt x="3126843" y="1318383"/>
                    <a:pt x="3126662" y="1315300"/>
                    <a:pt x="3126299" y="1313486"/>
                  </a:cubicBezTo>
                  <a:cubicBezTo>
                    <a:pt x="3123760" y="1299701"/>
                    <a:pt x="3118862" y="1284283"/>
                    <a:pt x="3111607" y="1267233"/>
                  </a:cubicBezTo>
                  <a:lnTo>
                    <a:pt x="3102356" y="1246011"/>
                  </a:lnTo>
                  <a:close/>
                  <a:moveTo>
                    <a:pt x="3100724" y="1225333"/>
                  </a:moveTo>
                  <a:lnTo>
                    <a:pt x="3103445" y="1228598"/>
                  </a:lnTo>
                  <a:cubicBezTo>
                    <a:pt x="3103808" y="1228961"/>
                    <a:pt x="3103989" y="1229505"/>
                    <a:pt x="3103989" y="1230231"/>
                  </a:cubicBezTo>
                  <a:cubicBezTo>
                    <a:pt x="3103989" y="1230593"/>
                    <a:pt x="3103808" y="1230956"/>
                    <a:pt x="3103445" y="1231319"/>
                  </a:cubicBezTo>
                  <a:lnTo>
                    <a:pt x="3100724" y="1228054"/>
                  </a:lnTo>
                  <a:lnTo>
                    <a:pt x="3100724" y="1227510"/>
                  </a:lnTo>
                  <a:cubicBezTo>
                    <a:pt x="3100724" y="1226784"/>
                    <a:pt x="3100542" y="1226240"/>
                    <a:pt x="3100180" y="1225877"/>
                  </a:cubicBezTo>
                  <a:close/>
                  <a:moveTo>
                    <a:pt x="2672885" y="1224789"/>
                  </a:moveTo>
                  <a:cubicBezTo>
                    <a:pt x="2667081" y="1253810"/>
                    <a:pt x="2663090" y="1277028"/>
                    <a:pt x="2660914" y="1294441"/>
                  </a:cubicBezTo>
                  <a:cubicBezTo>
                    <a:pt x="2659826" y="1304961"/>
                    <a:pt x="2659281" y="1314030"/>
                    <a:pt x="2659281" y="1321648"/>
                  </a:cubicBezTo>
                  <a:lnTo>
                    <a:pt x="2659281" y="1327090"/>
                  </a:lnTo>
                  <a:cubicBezTo>
                    <a:pt x="2659281" y="1335796"/>
                    <a:pt x="2660370" y="1342507"/>
                    <a:pt x="2662546" y="1347223"/>
                  </a:cubicBezTo>
                  <a:lnTo>
                    <a:pt x="2662002" y="1349400"/>
                  </a:lnTo>
                  <a:cubicBezTo>
                    <a:pt x="2660914" y="1347223"/>
                    <a:pt x="2660007" y="1344684"/>
                    <a:pt x="2659281" y="1341782"/>
                  </a:cubicBezTo>
                  <a:cubicBezTo>
                    <a:pt x="2658556" y="1338517"/>
                    <a:pt x="2658012" y="1334708"/>
                    <a:pt x="2657649" y="1330355"/>
                  </a:cubicBezTo>
                  <a:lnTo>
                    <a:pt x="2657649" y="1320560"/>
                  </a:lnTo>
                  <a:cubicBezTo>
                    <a:pt x="2657649" y="1307137"/>
                    <a:pt x="2659281" y="1290269"/>
                    <a:pt x="2662546" y="1269954"/>
                  </a:cubicBezTo>
                  <a:cubicBezTo>
                    <a:pt x="2665086" y="1256531"/>
                    <a:pt x="2668532" y="1241476"/>
                    <a:pt x="2672885" y="1224789"/>
                  </a:cubicBezTo>
                  <a:close/>
                  <a:moveTo>
                    <a:pt x="1863260" y="1224789"/>
                  </a:moveTo>
                  <a:cubicBezTo>
                    <a:pt x="1857456" y="1253810"/>
                    <a:pt x="1853465" y="1277028"/>
                    <a:pt x="1851289" y="1294441"/>
                  </a:cubicBezTo>
                  <a:cubicBezTo>
                    <a:pt x="1850200" y="1304961"/>
                    <a:pt x="1849656" y="1314030"/>
                    <a:pt x="1849656" y="1321648"/>
                  </a:cubicBezTo>
                  <a:lnTo>
                    <a:pt x="1849656" y="1327090"/>
                  </a:lnTo>
                  <a:cubicBezTo>
                    <a:pt x="1849656" y="1335796"/>
                    <a:pt x="1850745" y="1342507"/>
                    <a:pt x="1852921" y="1347223"/>
                  </a:cubicBezTo>
                  <a:lnTo>
                    <a:pt x="1852377" y="1349400"/>
                  </a:lnTo>
                  <a:cubicBezTo>
                    <a:pt x="1851289" y="1347223"/>
                    <a:pt x="1850382" y="1344684"/>
                    <a:pt x="1849656" y="1341782"/>
                  </a:cubicBezTo>
                  <a:cubicBezTo>
                    <a:pt x="1848931" y="1338517"/>
                    <a:pt x="1848387" y="1334708"/>
                    <a:pt x="1848024" y="1330355"/>
                  </a:cubicBezTo>
                  <a:lnTo>
                    <a:pt x="1848024" y="1320560"/>
                  </a:lnTo>
                  <a:cubicBezTo>
                    <a:pt x="1848024" y="1307137"/>
                    <a:pt x="1849656" y="1290269"/>
                    <a:pt x="1852921" y="1269954"/>
                  </a:cubicBezTo>
                  <a:cubicBezTo>
                    <a:pt x="1855461" y="1256531"/>
                    <a:pt x="1858907" y="1241476"/>
                    <a:pt x="1863260" y="1224789"/>
                  </a:cubicBezTo>
                  <a:close/>
                  <a:moveTo>
                    <a:pt x="985091" y="1224789"/>
                  </a:moveTo>
                  <a:cubicBezTo>
                    <a:pt x="985453" y="1224789"/>
                    <a:pt x="985816" y="1225333"/>
                    <a:pt x="986179" y="1226421"/>
                  </a:cubicBezTo>
                  <a:lnTo>
                    <a:pt x="986179" y="1228598"/>
                  </a:lnTo>
                  <a:lnTo>
                    <a:pt x="986723" y="1230231"/>
                  </a:lnTo>
                  <a:cubicBezTo>
                    <a:pt x="985997" y="1231319"/>
                    <a:pt x="985453" y="1231863"/>
                    <a:pt x="985091" y="1231863"/>
                  </a:cubicBezTo>
                  <a:cubicBezTo>
                    <a:pt x="984728" y="1231863"/>
                    <a:pt x="984546" y="1231682"/>
                    <a:pt x="984546" y="1231319"/>
                  </a:cubicBezTo>
                  <a:lnTo>
                    <a:pt x="984002" y="1229686"/>
                  </a:lnTo>
                  <a:lnTo>
                    <a:pt x="984002" y="1228054"/>
                  </a:lnTo>
                  <a:cubicBezTo>
                    <a:pt x="984728" y="1227328"/>
                    <a:pt x="985091" y="1226240"/>
                    <a:pt x="985091" y="1224789"/>
                  </a:cubicBezTo>
                  <a:close/>
                  <a:moveTo>
                    <a:pt x="2516713" y="1218259"/>
                  </a:moveTo>
                  <a:cubicBezTo>
                    <a:pt x="2517439" y="1218622"/>
                    <a:pt x="2517802" y="1219166"/>
                    <a:pt x="2517802" y="1219892"/>
                  </a:cubicBezTo>
                  <a:lnTo>
                    <a:pt x="2517802" y="1224789"/>
                  </a:lnTo>
                  <a:lnTo>
                    <a:pt x="2517258" y="1224789"/>
                  </a:lnTo>
                  <a:cubicBezTo>
                    <a:pt x="2516532" y="1224789"/>
                    <a:pt x="2516169" y="1224426"/>
                    <a:pt x="2516169" y="1223701"/>
                  </a:cubicBezTo>
                  <a:lnTo>
                    <a:pt x="2516169" y="1222612"/>
                  </a:lnTo>
                  <a:lnTo>
                    <a:pt x="2516713" y="1219892"/>
                  </a:lnTo>
                  <a:close/>
                  <a:moveTo>
                    <a:pt x="1707088" y="1218259"/>
                  </a:moveTo>
                  <a:cubicBezTo>
                    <a:pt x="1707814" y="1218622"/>
                    <a:pt x="1708177" y="1219166"/>
                    <a:pt x="1708177" y="1219892"/>
                  </a:cubicBezTo>
                  <a:lnTo>
                    <a:pt x="1708177" y="1224789"/>
                  </a:lnTo>
                  <a:lnTo>
                    <a:pt x="1707632" y="1224789"/>
                  </a:lnTo>
                  <a:cubicBezTo>
                    <a:pt x="1706907" y="1224789"/>
                    <a:pt x="1706544" y="1224426"/>
                    <a:pt x="1706544" y="1223701"/>
                  </a:cubicBezTo>
                  <a:lnTo>
                    <a:pt x="1706544" y="1222612"/>
                  </a:lnTo>
                  <a:lnTo>
                    <a:pt x="1707088" y="1219892"/>
                  </a:lnTo>
                  <a:close/>
                  <a:moveTo>
                    <a:pt x="2850363" y="1216627"/>
                  </a:moveTo>
                  <a:cubicBezTo>
                    <a:pt x="2851088" y="1217715"/>
                    <a:pt x="2851451" y="1218985"/>
                    <a:pt x="2851451" y="1220436"/>
                  </a:cubicBezTo>
                  <a:cubicBezTo>
                    <a:pt x="2851451" y="1222250"/>
                    <a:pt x="2851088" y="1224245"/>
                    <a:pt x="2850363" y="1226421"/>
                  </a:cubicBezTo>
                  <a:lnTo>
                    <a:pt x="2848730" y="1231863"/>
                  </a:lnTo>
                  <a:lnTo>
                    <a:pt x="2847098" y="1237305"/>
                  </a:lnTo>
                  <a:cubicBezTo>
                    <a:pt x="2846735" y="1235491"/>
                    <a:pt x="2846554" y="1233858"/>
                    <a:pt x="2846554" y="1232407"/>
                  </a:cubicBezTo>
                  <a:cubicBezTo>
                    <a:pt x="2846554" y="1230593"/>
                    <a:pt x="2846735" y="1228779"/>
                    <a:pt x="2847098" y="1226966"/>
                  </a:cubicBezTo>
                  <a:close/>
                  <a:moveTo>
                    <a:pt x="2040738" y="1216627"/>
                  </a:moveTo>
                  <a:cubicBezTo>
                    <a:pt x="2041463" y="1217715"/>
                    <a:pt x="2041826" y="1218985"/>
                    <a:pt x="2041826" y="1220436"/>
                  </a:cubicBezTo>
                  <a:cubicBezTo>
                    <a:pt x="2041826" y="1222250"/>
                    <a:pt x="2041463" y="1224245"/>
                    <a:pt x="2040738" y="1226421"/>
                  </a:cubicBezTo>
                  <a:lnTo>
                    <a:pt x="2039105" y="1231863"/>
                  </a:lnTo>
                  <a:lnTo>
                    <a:pt x="2037473" y="1237305"/>
                  </a:lnTo>
                  <a:cubicBezTo>
                    <a:pt x="2037110" y="1235491"/>
                    <a:pt x="2036928" y="1233858"/>
                    <a:pt x="2036929" y="1232407"/>
                  </a:cubicBezTo>
                  <a:cubicBezTo>
                    <a:pt x="2036928" y="1230593"/>
                    <a:pt x="2037110" y="1228779"/>
                    <a:pt x="2037473" y="1226966"/>
                  </a:cubicBezTo>
                  <a:close/>
                  <a:moveTo>
                    <a:pt x="2518346" y="1211185"/>
                  </a:moveTo>
                  <a:cubicBezTo>
                    <a:pt x="2518346" y="1211911"/>
                    <a:pt x="2518527" y="1212636"/>
                    <a:pt x="2518890" y="1213362"/>
                  </a:cubicBezTo>
                  <a:cubicBezTo>
                    <a:pt x="2518527" y="1213725"/>
                    <a:pt x="2518346" y="1214087"/>
                    <a:pt x="2518346" y="1214450"/>
                  </a:cubicBezTo>
                  <a:lnTo>
                    <a:pt x="2518346" y="1214994"/>
                  </a:lnTo>
                  <a:lnTo>
                    <a:pt x="2516713" y="1214994"/>
                  </a:lnTo>
                  <a:lnTo>
                    <a:pt x="2516169" y="1214450"/>
                  </a:lnTo>
                  <a:lnTo>
                    <a:pt x="2516169" y="1213362"/>
                  </a:lnTo>
                  <a:cubicBezTo>
                    <a:pt x="2516532" y="1212999"/>
                    <a:pt x="2516713" y="1212636"/>
                    <a:pt x="2516713" y="1212273"/>
                  </a:cubicBezTo>
                  <a:lnTo>
                    <a:pt x="2516713" y="1211729"/>
                  </a:lnTo>
                  <a:cubicBezTo>
                    <a:pt x="2517439" y="1211729"/>
                    <a:pt x="2517983" y="1211548"/>
                    <a:pt x="2518346" y="1211185"/>
                  </a:cubicBezTo>
                  <a:close/>
                  <a:moveTo>
                    <a:pt x="1708721" y="1211185"/>
                  </a:moveTo>
                  <a:cubicBezTo>
                    <a:pt x="1708721" y="1211911"/>
                    <a:pt x="1708902" y="1212636"/>
                    <a:pt x="1709265" y="1213362"/>
                  </a:cubicBezTo>
                  <a:cubicBezTo>
                    <a:pt x="1708902" y="1213725"/>
                    <a:pt x="1708721" y="1214087"/>
                    <a:pt x="1708721" y="1214450"/>
                  </a:cubicBezTo>
                  <a:lnTo>
                    <a:pt x="1708721" y="1214994"/>
                  </a:lnTo>
                  <a:lnTo>
                    <a:pt x="1707088" y="1214994"/>
                  </a:lnTo>
                  <a:lnTo>
                    <a:pt x="1706544" y="1214450"/>
                  </a:lnTo>
                  <a:lnTo>
                    <a:pt x="1706544" y="1213362"/>
                  </a:lnTo>
                  <a:cubicBezTo>
                    <a:pt x="1706907" y="1212999"/>
                    <a:pt x="1707088" y="1212636"/>
                    <a:pt x="1707088" y="1212273"/>
                  </a:cubicBezTo>
                  <a:lnTo>
                    <a:pt x="1707088" y="1211729"/>
                  </a:lnTo>
                  <a:cubicBezTo>
                    <a:pt x="1707814" y="1211729"/>
                    <a:pt x="1708358" y="1211548"/>
                    <a:pt x="1708721" y="1211185"/>
                  </a:cubicBezTo>
                  <a:close/>
                  <a:moveTo>
                    <a:pt x="1614806" y="1210641"/>
                  </a:moveTo>
                  <a:cubicBezTo>
                    <a:pt x="1616982" y="1212455"/>
                    <a:pt x="1618070" y="1215538"/>
                    <a:pt x="1618070" y="1219892"/>
                  </a:cubicBezTo>
                  <a:cubicBezTo>
                    <a:pt x="1618070" y="1223882"/>
                    <a:pt x="1617708" y="1228598"/>
                    <a:pt x="1616982" y="1234040"/>
                  </a:cubicBezTo>
                  <a:cubicBezTo>
                    <a:pt x="1616982" y="1235128"/>
                    <a:pt x="1616619" y="1235853"/>
                    <a:pt x="1615894" y="1236216"/>
                  </a:cubicBezTo>
                  <a:cubicBezTo>
                    <a:pt x="1615531" y="1229324"/>
                    <a:pt x="1615350" y="1223882"/>
                    <a:pt x="1615350" y="1219892"/>
                  </a:cubicBezTo>
                  <a:lnTo>
                    <a:pt x="1615350" y="1215538"/>
                  </a:lnTo>
                  <a:cubicBezTo>
                    <a:pt x="1615350" y="1213725"/>
                    <a:pt x="1615168" y="1212092"/>
                    <a:pt x="1614806" y="1210641"/>
                  </a:cubicBezTo>
                  <a:close/>
                  <a:moveTo>
                    <a:pt x="2510728" y="1204111"/>
                  </a:moveTo>
                  <a:cubicBezTo>
                    <a:pt x="2511090" y="1205562"/>
                    <a:pt x="2511272" y="1207195"/>
                    <a:pt x="2511272" y="1209009"/>
                  </a:cubicBezTo>
                  <a:cubicBezTo>
                    <a:pt x="2511272" y="1212273"/>
                    <a:pt x="2510728" y="1216083"/>
                    <a:pt x="2509639" y="1220436"/>
                  </a:cubicBezTo>
                  <a:lnTo>
                    <a:pt x="2507463" y="1229142"/>
                  </a:lnTo>
                  <a:cubicBezTo>
                    <a:pt x="2507100" y="1232407"/>
                    <a:pt x="2506919" y="1235491"/>
                    <a:pt x="2506919" y="1238393"/>
                  </a:cubicBezTo>
                  <a:cubicBezTo>
                    <a:pt x="2506193" y="1236579"/>
                    <a:pt x="2505830" y="1234402"/>
                    <a:pt x="2505830" y="1231863"/>
                  </a:cubicBezTo>
                  <a:cubicBezTo>
                    <a:pt x="2505830" y="1228961"/>
                    <a:pt x="2506193" y="1225696"/>
                    <a:pt x="2506919" y="1222068"/>
                  </a:cubicBezTo>
                  <a:lnTo>
                    <a:pt x="2509095" y="1212818"/>
                  </a:lnTo>
                  <a:cubicBezTo>
                    <a:pt x="2509821" y="1209190"/>
                    <a:pt x="2510365" y="1206288"/>
                    <a:pt x="2510728" y="1204111"/>
                  </a:cubicBezTo>
                  <a:close/>
                  <a:moveTo>
                    <a:pt x="1701103" y="1204111"/>
                  </a:moveTo>
                  <a:cubicBezTo>
                    <a:pt x="1701465" y="1205562"/>
                    <a:pt x="1701647" y="1207195"/>
                    <a:pt x="1701647" y="1209009"/>
                  </a:cubicBezTo>
                  <a:cubicBezTo>
                    <a:pt x="1701647" y="1212273"/>
                    <a:pt x="1701103" y="1216083"/>
                    <a:pt x="1700014" y="1220436"/>
                  </a:cubicBezTo>
                  <a:lnTo>
                    <a:pt x="1697838" y="1229142"/>
                  </a:lnTo>
                  <a:cubicBezTo>
                    <a:pt x="1697475" y="1232407"/>
                    <a:pt x="1697294" y="1235491"/>
                    <a:pt x="1697294" y="1238393"/>
                  </a:cubicBezTo>
                  <a:cubicBezTo>
                    <a:pt x="1696568" y="1236579"/>
                    <a:pt x="1696205" y="1234402"/>
                    <a:pt x="1696205" y="1231863"/>
                  </a:cubicBezTo>
                  <a:cubicBezTo>
                    <a:pt x="1696205" y="1228961"/>
                    <a:pt x="1696568" y="1225696"/>
                    <a:pt x="1697294" y="1222068"/>
                  </a:cubicBezTo>
                  <a:lnTo>
                    <a:pt x="1699470" y="1212818"/>
                  </a:lnTo>
                  <a:cubicBezTo>
                    <a:pt x="1700196" y="1209190"/>
                    <a:pt x="1700740" y="1206288"/>
                    <a:pt x="1701103" y="1204111"/>
                  </a:cubicBezTo>
                  <a:close/>
                  <a:moveTo>
                    <a:pt x="3088753" y="1202479"/>
                  </a:moveTo>
                  <a:cubicBezTo>
                    <a:pt x="3091292" y="1203930"/>
                    <a:pt x="3093650" y="1207195"/>
                    <a:pt x="3095827" y="1212273"/>
                  </a:cubicBezTo>
                  <a:lnTo>
                    <a:pt x="3098548" y="1219347"/>
                  </a:lnTo>
                  <a:lnTo>
                    <a:pt x="3099636" y="1222068"/>
                  </a:lnTo>
                  <a:lnTo>
                    <a:pt x="3100724" y="1225333"/>
                  </a:lnTo>
                  <a:cubicBezTo>
                    <a:pt x="3097822" y="1221705"/>
                    <a:pt x="3095464" y="1217715"/>
                    <a:pt x="3093650" y="1213362"/>
                  </a:cubicBezTo>
                  <a:lnTo>
                    <a:pt x="3091474" y="1207920"/>
                  </a:lnTo>
                  <a:cubicBezTo>
                    <a:pt x="3090385" y="1205744"/>
                    <a:pt x="3089478" y="1203930"/>
                    <a:pt x="3088753" y="1202479"/>
                  </a:cubicBezTo>
                  <a:close/>
                  <a:moveTo>
                    <a:pt x="1613717" y="1198670"/>
                  </a:moveTo>
                  <a:lnTo>
                    <a:pt x="1614261" y="1198670"/>
                  </a:lnTo>
                  <a:cubicBezTo>
                    <a:pt x="1614624" y="1198670"/>
                    <a:pt x="1614987" y="1199395"/>
                    <a:pt x="1615350" y="1200846"/>
                  </a:cubicBezTo>
                  <a:lnTo>
                    <a:pt x="1615894" y="1203023"/>
                  </a:lnTo>
                  <a:cubicBezTo>
                    <a:pt x="1616257" y="1204111"/>
                    <a:pt x="1616619" y="1204837"/>
                    <a:pt x="1616982" y="1205199"/>
                  </a:cubicBezTo>
                  <a:lnTo>
                    <a:pt x="1615894" y="1205199"/>
                  </a:lnTo>
                  <a:cubicBezTo>
                    <a:pt x="1615168" y="1205199"/>
                    <a:pt x="1614624" y="1204474"/>
                    <a:pt x="1614261" y="1203023"/>
                  </a:cubicBezTo>
                  <a:lnTo>
                    <a:pt x="1613717" y="1200302"/>
                  </a:lnTo>
                  <a:close/>
                  <a:moveTo>
                    <a:pt x="2512360" y="1198126"/>
                  </a:moveTo>
                  <a:lnTo>
                    <a:pt x="2512360" y="1200302"/>
                  </a:lnTo>
                  <a:cubicBezTo>
                    <a:pt x="2512360" y="1201753"/>
                    <a:pt x="2511997" y="1202660"/>
                    <a:pt x="2511272" y="1203023"/>
                  </a:cubicBezTo>
                  <a:lnTo>
                    <a:pt x="2510728" y="1199758"/>
                  </a:lnTo>
                  <a:cubicBezTo>
                    <a:pt x="2511090" y="1199758"/>
                    <a:pt x="2511272" y="1199577"/>
                    <a:pt x="2511272" y="1199214"/>
                  </a:cubicBezTo>
                  <a:lnTo>
                    <a:pt x="2511272" y="1198670"/>
                  </a:lnTo>
                  <a:close/>
                  <a:moveTo>
                    <a:pt x="1702735" y="1198126"/>
                  </a:moveTo>
                  <a:lnTo>
                    <a:pt x="1702735" y="1200302"/>
                  </a:lnTo>
                  <a:cubicBezTo>
                    <a:pt x="1702735" y="1201753"/>
                    <a:pt x="1702372" y="1202660"/>
                    <a:pt x="1701647" y="1203023"/>
                  </a:cubicBezTo>
                  <a:lnTo>
                    <a:pt x="1701103" y="1199758"/>
                  </a:lnTo>
                  <a:cubicBezTo>
                    <a:pt x="1701465" y="1199758"/>
                    <a:pt x="1701647" y="1199577"/>
                    <a:pt x="1701647" y="1199214"/>
                  </a:cubicBezTo>
                  <a:lnTo>
                    <a:pt x="1701647" y="1198670"/>
                  </a:lnTo>
                  <a:close/>
                  <a:moveTo>
                    <a:pt x="1002503" y="1198126"/>
                  </a:moveTo>
                  <a:lnTo>
                    <a:pt x="1000837" y="1200981"/>
                  </a:lnTo>
                  <a:lnTo>
                    <a:pt x="1000871" y="1200846"/>
                  </a:lnTo>
                  <a:close/>
                  <a:moveTo>
                    <a:pt x="992709" y="1197581"/>
                  </a:moveTo>
                  <a:lnTo>
                    <a:pt x="992709" y="1199214"/>
                  </a:lnTo>
                  <a:cubicBezTo>
                    <a:pt x="992709" y="1200665"/>
                    <a:pt x="992346" y="1201935"/>
                    <a:pt x="991620" y="1203023"/>
                  </a:cubicBezTo>
                  <a:lnTo>
                    <a:pt x="990532" y="1204655"/>
                  </a:lnTo>
                  <a:lnTo>
                    <a:pt x="989444" y="1206288"/>
                  </a:lnTo>
                  <a:lnTo>
                    <a:pt x="989444" y="1204655"/>
                  </a:lnTo>
                  <a:cubicBezTo>
                    <a:pt x="989444" y="1201028"/>
                    <a:pt x="990532" y="1198670"/>
                    <a:pt x="992709" y="1197581"/>
                  </a:cubicBezTo>
                  <a:close/>
                  <a:moveTo>
                    <a:pt x="2520522" y="1196493"/>
                  </a:moveTo>
                  <a:cubicBezTo>
                    <a:pt x="2521248" y="1196493"/>
                    <a:pt x="2521611" y="1197037"/>
                    <a:pt x="2521611" y="1198126"/>
                  </a:cubicBezTo>
                  <a:lnTo>
                    <a:pt x="2521611" y="1199214"/>
                  </a:lnTo>
                  <a:lnTo>
                    <a:pt x="2521067" y="1201390"/>
                  </a:lnTo>
                  <a:lnTo>
                    <a:pt x="2521611" y="1204111"/>
                  </a:lnTo>
                  <a:lnTo>
                    <a:pt x="2518890" y="1204655"/>
                  </a:lnTo>
                  <a:cubicBezTo>
                    <a:pt x="2518890" y="1202842"/>
                    <a:pt x="2519071" y="1201209"/>
                    <a:pt x="2519434" y="1199758"/>
                  </a:cubicBezTo>
                  <a:lnTo>
                    <a:pt x="2519978" y="1198126"/>
                  </a:lnTo>
                  <a:close/>
                  <a:moveTo>
                    <a:pt x="1710897" y="1196493"/>
                  </a:moveTo>
                  <a:cubicBezTo>
                    <a:pt x="1711623" y="1196493"/>
                    <a:pt x="1711986" y="1197037"/>
                    <a:pt x="1711986" y="1198126"/>
                  </a:cubicBezTo>
                  <a:lnTo>
                    <a:pt x="1711986" y="1199214"/>
                  </a:lnTo>
                  <a:lnTo>
                    <a:pt x="1711442" y="1201390"/>
                  </a:lnTo>
                  <a:lnTo>
                    <a:pt x="1711986" y="1204111"/>
                  </a:lnTo>
                  <a:lnTo>
                    <a:pt x="1709265" y="1204655"/>
                  </a:lnTo>
                  <a:cubicBezTo>
                    <a:pt x="1709265" y="1202842"/>
                    <a:pt x="1709446" y="1201209"/>
                    <a:pt x="1709809" y="1199758"/>
                  </a:cubicBezTo>
                  <a:lnTo>
                    <a:pt x="1710353" y="1198126"/>
                  </a:lnTo>
                  <a:close/>
                  <a:moveTo>
                    <a:pt x="2512901" y="1196233"/>
                  </a:moveTo>
                  <a:lnTo>
                    <a:pt x="2512360" y="1198126"/>
                  </a:lnTo>
                  <a:lnTo>
                    <a:pt x="2512224" y="1197035"/>
                  </a:lnTo>
                  <a:close/>
                  <a:moveTo>
                    <a:pt x="2862878" y="1195949"/>
                  </a:moveTo>
                  <a:cubicBezTo>
                    <a:pt x="2863966" y="1197763"/>
                    <a:pt x="2864511" y="1200121"/>
                    <a:pt x="2864511" y="1203023"/>
                  </a:cubicBezTo>
                  <a:cubicBezTo>
                    <a:pt x="2864511" y="1205562"/>
                    <a:pt x="2864148" y="1208283"/>
                    <a:pt x="2863422" y="1211185"/>
                  </a:cubicBezTo>
                  <a:cubicBezTo>
                    <a:pt x="2863060" y="1213725"/>
                    <a:pt x="2862334" y="1216445"/>
                    <a:pt x="2861246" y="1219347"/>
                  </a:cubicBezTo>
                  <a:lnTo>
                    <a:pt x="2860157" y="1223157"/>
                  </a:lnTo>
                  <a:lnTo>
                    <a:pt x="2859069" y="1225877"/>
                  </a:lnTo>
                  <a:cubicBezTo>
                    <a:pt x="2858706" y="1224789"/>
                    <a:pt x="2858525" y="1223338"/>
                    <a:pt x="2858525" y="1221524"/>
                  </a:cubicBezTo>
                  <a:cubicBezTo>
                    <a:pt x="2858525" y="1218985"/>
                    <a:pt x="2858888" y="1215720"/>
                    <a:pt x="2859613" y="1211729"/>
                  </a:cubicBezTo>
                  <a:lnTo>
                    <a:pt x="2861246" y="1203023"/>
                  </a:lnTo>
                  <a:cubicBezTo>
                    <a:pt x="2861971" y="1199395"/>
                    <a:pt x="2862515" y="1197037"/>
                    <a:pt x="2862878" y="1195949"/>
                  </a:cubicBezTo>
                  <a:close/>
                  <a:moveTo>
                    <a:pt x="2053253" y="1195949"/>
                  </a:moveTo>
                  <a:cubicBezTo>
                    <a:pt x="2054341" y="1197763"/>
                    <a:pt x="2054886" y="1200121"/>
                    <a:pt x="2054886" y="1203023"/>
                  </a:cubicBezTo>
                  <a:cubicBezTo>
                    <a:pt x="2054886" y="1205562"/>
                    <a:pt x="2054523" y="1208283"/>
                    <a:pt x="2053797" y="1211185"/>
                  </a:cubicBezTo>
                  <a:cubicBezTo>
                    <a:pt x="2053434" y="1213725"/>
                    <a:pt x="2052709" y="1216445"/>
                    <a:pt x="2051621" y="1219347"/>
                  </a:cubicBezTo>
                  <a:lnTo>
                    <a:pt x="2050532" y="1223157"/>
                  </a:lnTo>
                  <a:lnTo>
                    <a:pt x="2049444" y="1225877"/>
                  </a:lnTo>
                  <a:cubicBezTo>
                    <a:pt x="2049081" y="1224789"/>
                    <a:pt x="2048900" y="1223338"/>
                    <a:pt x="2048900" y="1221524"/>
                  </a:cubicBezTo>
                  <a:cubicBezTo>
                    <a:pt x="2048900" y="1218985"/>
                    <a:pt x="2049263" y="1215720"/>
                    <a:pt x="2049988" y="1211729"/>
                  </a:cubicBezTo>
                  <a:lnTo>
                    <a:pt x="2051621" y="1203023"/>
                  </a:lnTo>
                  <a:cubicBezTo>
                    <a:pt x="2052346" y="1199395"/>
                    <a:pt x="2052890" y="1197037"/>
                    <a:pt x="2053253" y="1195949"/>
                  </a:cubicBezTo>
                  <a:close/>
                  <a:moveTo>
                    <a:pt x="3078177" y="1192811"/>
                  </a:moveTo>
                  <a:lnTo>
                    <a:pt x="3078958" y="1194861"/>
                  </a:lnTo>
                  <a:cubicBezTo>
                    <a:pt x="3082223" y="1205018"/>
                    <a:pt x="3085850" y="1212818"/>
                    <a:pt x="3089841" y="1218259"/>
                  </a:cubicBezTo>
                  <a:cubicBezTo>
                    <a:pt x="3085850" y="1215357"/>
                    <a:pt x="3081860" y="1208827"/>
                    <a:pt x="3077870" y="1198670"/>
                  </a:cubicBezTo>
                  <a:lnTo>
                    <a:pt x="3076667" y="1195329"/>
                  </a:lnTo>
                  <a:close/>
                  <a:moveTo>
                    <a:pt x="1611541" y="1191052"/>
                  </a:moveTo>
                  <a:cubicBezTo>
                    <a:pt x="1611903" y="1191414"/>
                    <a:pt x="1612448" y="1191958"/>
                    <a:pt x="1613173" y="1192684"/>
                  </a:cubicBezTo>
                  <a:lnTo>
                    <a:pt x="1613173" y="1194316"/>
                  </a:lnTo>
                  <a:cubicBezTo>
                    <a:pt x="1612810" y="1194679"/>
                    <a:pt x="1612448" y="1195042"/>
                    <a:pt x="1612085" y="1195405"/>
                  </a:cubicBezTo>
                  <a:cubicBezTo>
                    <a:pt x="1611722" y="1194679"/>
                    <a:pt x="1611178" y="1194135"/>
                    <a:pt x="1610452" y="1193772"/>
                  </a:cubicBezTo>
                  <a:lnTo>
                    <a:pt x="1610997" y="1193228"/>
                  </a:lnTo>
                  <a:cubicBezTo>
                    <a:pt x="1610997" y="1192865"/>
                    <a:pt x="1610815" y="1192503"/>
                    <a:pt x="1610452" y="1192140"/>
                  </a:cubicBezTo>
                  <a:close/>
                  <a:moveTo>
                    <a:pt x="2863966" y="1190507"/>
                  </a:moveTo>
                  <a:lnTo>
                    <a:pt x="2864511" y="1190507"/>
                  </a:lnTo>
                  <a:cubicBezTo>
                    <a:pt x="2865236" y="1190507"/>
                    <a:pt x="2865599" y="1190870"/>
                    <a:pt x="2865599" y="1191596"/>
                  </a:cubicBezTo>
                  <a:lnTo>
                    <a:pt x="2865599" y="1192140"/>
                  </a:lnTo>
                  <a:lnTo>
                    <a:pt x="2865055" y="1192140"/>
                  </a:lnTo>
                  <a:lnTo>
                    <a:pt x="2863966" y="1191596"/>
                  </a:lnTo>
                  <a:lnTo>
                    <a:pt x="2863422" y="1191052"/>
                  </a:lnTo>
                  <a:cubicBezTo>
                    <a:pt x="2863422" y="1190689"/>
                    <a:pt x="2863604" y="1190507"/>
                    <a:pt x="2863966" y="1190507"/>
                  </a:cubicBezTo>
                  <a:close/>
                  <a:moveTo>
                    <a:pt x="2054341" y="1190507"/>
                  </a:moveTo>
                  <a:lnTo>
                    <a:pt x="2054886" y="1190507"/>
                  </a:lnTo>
                  <a:cubicBezTo>
                    <a:pt x="2055611" y="1190507"/>
                    <a:pt x="2055974" y="1190870"/>
                    <a:pt x="2055974" y="1191596"/>
                  </a:cubicBezTo>
                  <a:lnTo>
                    <a:pt x="2055974" y="1192140"/>
                  </a:lnTo>
                  <a:lnTo>
                    <a:pt x="2055430" y="1192140"/>
                  </a:lnTo>
                  <a:lnTo>
                    <a:pt x="2054341" y="1191596"/>
                  </a:lnTo>
                  <a:lnTo>
                    <a:pt x="2053797" y="1191052"/>
                  </a:lnTo>
                  <a:cubicBezTo>
                    <a:pt x="2053797" y="1190689"/>
                    <a:pt x="2053979" y="1190507"/>
                    <a:pt x="2054341" y="1190507"/>
                  </a:cubicBezTo>
                  <a:close/>
                  <a:moveTo>
                    <a:pt x="1601202" y="1188331"/>
                  </a:moveTo>
                  <a:cubicBezTo>
                    <a:pt x="1603016" y="1190145"/>
                    <a:pt x="1604648" y="1192503"/>
                    <a:pt x="1606099" y="1195405"/>
                  </a:cubicBezTo>
                  <a:lnTo>
                    <a:pt x="1607188" y="1199214"/>
                  </a:lnTo>
                  <a:lnTo>
                    <a:pt x="1607732" y="1203567"/>
                  </a:lnTo>
                  <a:lnTo>
                    <a:pt x="1608276" y="1207920"/>
                  </a:lnTo>
                  <a:lnTo>
                    <a:pt x="1608820" y="1212818"/>
                  </a:lnTo>
                  <a:cubicBezTo>
                    <a:pt x="1608820" y="1216445"/>
                    <a:pt x="1609183" y="1219529"/>
                    <a:pt x="1609908" y="1222068"/>
                  </a:cubicBezTo>
                  <a:cubicBezTo>
                    <a:pt x="1608820" y="1220617"/>
                    <a:pt x="1607913" y="1218441"/>
                    <a:pt x="1607188" y="1215538"/>
                  </a:cubicBezTo>
                  <a:lnTo>
                    <a:pt x="1606643" y="1211185"/>
                  </a:lnTo>
                  <a:lnTo>
                    <a:pt x="1605555" y="1206288"/>
                  </a:lnTo>
                  <a:lnTo>
                    <a:pt x="1605011" y="1201390"/>
                  </a:lnTo>
                  <a:lnTo>
                    <a:pt x="1603923" y="1196493"/>
                  </a:lnTo>
                  <a:cubicBezTo>
                    <a:pt x="1602834" y="1192865"/>
                    <a:pt x="1601927" y="1190145"/>
                    <a:pt x="1601202" y="1188331"/>
                  </a:cubicBezTo>
                  <a:close/>
                  <a:moveTo>
                    <a:pt x="3083311" y="1187787"/>
                  </a:moveTo>
                  <a:lnTo>
                    <a:pt x="3083855" y="1187787"/>
                  </a:lnTo>
                  <a:cubicBezTo>
                    <a:pt x="3084218" y="1187787"/>
                    <a:pt x="3084762" y="1188694"/>
                    <a:pt x="3085488" y="1190507"/>
                  </a:cubicBezTo>
                  <a:lnTo>
                    <a:pt x="3087120" y="1193228"/>
                  </a:lnTo>
                  <a:cubicBezTo>
                    <a:pt x="3087483" y="1193954"/>
                    <a:pt x="3087846" y="1194498"/>
                    <a:pt x="3088208" y="1194861"/>
                  </a:cubicBezTo>
                  <a:cubicBezTo>
                    <a:pt x="3087846" y="1195586"/>
                    <a:pt x="3087483" y="1195949"/>
                    <a:pt x="3087120" y="1195949"/>
                  </a:cubicBezTo>
                  <a:cubicBezTo>
                    <a:pt x="3086394" y="1195949"/>
                    <a:pt x="3085669" y="1195042"/>
                    <a:pt x="3084944" y="1193228"/>
                  </a:cubicBezTo>
                  <a:lnTo>
                    <a:pt x="3083855" y="1189963"/>
                  </a:lnTo>
                  <a:cubicBezTo>
                    <a:pt x="3083492" y="1188875"/>
                    <a:pt x="3083311" y="1188149"/>
                    <a:pt x="3083311" y="1187787"/>
                  </a:cubicBezTo>
                  <a:close/>
                  <a:moveTo>
                    <a:pt x="1704368" y="1180168"/>
                  </a:moveTo>
                  <a:cubicBezTo>
                    <a:pt x="1705456" y="1181620"/>
                    <a:pt x="1706000" y="1183433"/>
                    <a:pt x="1706000" y="1185610"/>
                  </a:cubicBezTo>
                  <a:cubicBezTo>
                    <a:pt x="1706000" y="1186698"/>
                    <a:pt x="1705818" y="1187968"/>
                    <a:pt x="1705456" y="1189419"/>
                  </a:cubicBezTo>
                  <a:lnTo>
                    <a:pt x="1703823" y="1194316"/>
                  </a:lnTo>
                  <a:lnTo>
                    <a:pt x="1702735" y="1198126"/>
                  </a:lnTo>
                  <a:cubicBezTo>
                    <a:pt x="1702372" y="1196674"/>
                    <a:pt x="1702191" y="1195223"/>
                    <a:pt x="1702191" y="1193772"/>
                  </a:cubicBezTo>
                  <a:cubicBezTo>
                    <a:pt x="1702191" y="1191958"/>
                    <a:pt x="1702372" y="1190326"/>
                    <a:pt x="1702735" y="1188875"/>
                  </a:cubicBezTo>
                  <a:lnTo>
                    <a:pt x="1703823" y="1184522"/>
                  </a:lnTo>
                  <a:cubicBezTo>
                    <a:pt x="1704186" y="1183071"/>
                    <a:pt x="1704368" y="1181620"/>
                    <a:pt x="1704368" y="1180168"/>
                  </a:cubicBezTo>
                  <a:close/>
                  <a:moveTo>
                    <a:pt x="2868504" y="1179626"/>
                  </a:moveTo>
                  <a:lnTo>
                    <a:pt x="2869408" y="1180168"/>
                  </a:lnTo>
                  <a:cubicBezTo>
                    <a:pt x="2869408" y="1180894"/>
                    <a:pt x="2869227" y="1181438"/>
                    <a:pt x="2868864" y="1181801"/>
                  </a:cubicBezTo>
                  <a:lnTo>
                    <a:pt x="2867231" y="1183978"/>
                  </a:lnTo>
                  <a:cubicBezTo>
                    <a:pt x="2866506" y="1185066"/>
                    <a:pt x="2866143" y="1185973"/>
                    <a:pt x="2866143" y="1186698"/>
                  </a:cubicBezTo>
                  <a:cubicBezTo>
                    <a:pt x="2865780" y="1186698"/>
                    <a:pt x="2865599" y="1186336"/>
                    <a:pt x="2865599" y="1185610"/>
                  </a:cubicBezTo>
                  <a:lnTo>
                    <a:pt x="2865849" y="1184609"/>
                  </a:lnTo>
                  <a:lnTo>
                    <a:pt x="2866740" y="1183025"/>
                  </a:lnTo>
                  <a:close/>
                  <a:moveTo>
                    <a:pt x="2058879" y="1179626"/>
                  </a:moveTo>
                  <a:lnTo>
                    <a:pt x="2059783" y="1180168"/>
                  </a:lnTo>
                  <a:cubicBezTo>
                    <a:pt x="2059783" y="1180894"/>
                    <a:pt x="2059602" y="1181438"/>
                    <a:pt x="2059239" y="1181801"/>
                  </a:cubicBezTo>
                  <a:lnTo>
                    <a:pt x="2057606" y="1183978"/>
                  </a:lnTo>
                  <a:cubicBezTo>
                    <a:pt x="2056881" y="1185066"/>
                    <a:pt x="2056518" y="1185973"/>
                    <a:pt x="2056518" y="1186698"/>
                  </a:cubicBezTo>
                  <a:cubicBezTo>
                    <a:pt x="2056155" y="1186698"/>
                    <a:pt x="2055974" y="1186336"/>
                    <a:pt x="2055974" y="1185610"/>
                  </a:cubicBezTo>
                  <a:lnTo>
                    <a:pt x="2056224" y="1184609"/>
                  </a:lnTo>
                  <a:lnTo>
                    <a:pt x="2057114" y="1183025"/>
                  </a:lnTo>
                  <a:close/>
                  <a:moveTo>
                    <a:pt x="1605555" y="1174727"/>
                  </a:moveTo>
                  <a:cubicBezTo>
                    <a:pt x="1606280" y="1174727"/>
                    <a:pt x="1606825" y="1175452"/>
                    <a:pt x="1607188" y="1176904"/>
                  </a:cubicBezTo>
                  <a:lnTo>
                    <a:pt x="1608276" y="1179624"/>
                  </a:lnTo>
                  <a:lnTo>
                    <a:pt x="1609908" y="1181801"/>
                  </a:lnTo>
                  <a:lnTo>
                    <a:pt x="1608820" y="1183978"/>
                  </a:lnTo>
                  <a:lnTo>
                    <a:pt x="1607188" y="1181257"/>
                  </a:lnTo>
                  <a:lnTo>
                    <a:pt x="1606099" y="1179080"/>
                  </a:lnTo>
                  <a:lnTo>
                    <a:pt x="1605011" y="1177448"/>
                  </a:lnTo>
                  <a:lnTo>
                    <a:pt x="1604467" y="1175271"/>
                  </a:lnTo>
                  <a:cubicBezTo>
                    <a:pt x="1604830" y="1174908"/>
                    <a:pt x="1605192" y="1174727"/>
                    <a:pt x="1605555" y="1174727"/>
                  </a:cubicBezTo>
                  <a:close/>
                  <a:moveTo>
                    <a:pt x="1018828" y="1174183"/>
                  </a:moveTo>
                  <a:cubicBezTo>
                    <a:pt x="1019191" y="1175271"/>
                    <a:pt x="1019372" y="1176722"/>
                    <a:pt x="1019372" y="1178536"/>
                  </a:cubicBezTo>
                  <a:cubicBezTo>
                    <a:pt x="1019372" y="1181075"/>
                    <a:pt x="1019009" y="1184159"/>
                    <a:pt x="1018284" y="1187787"/>
                  </a:cubicBezTo>
                  <a:cubicBezTo>
                    <a:pt x="1017558" y="1189963"/>
                    <a:pt x="1016651" y="1193228"/>
                    <a:pt x="1015563" y="1197581"/>
                  </a:cubicBezTo>
                  <a:lnTo>
                    <a:pt x="1012842" y="1207920"/>
                  </a:lnTo>
                  <a:lnTo>
                    <a:pt x="1010666" y="1218803"/>
                  </a:lnTo>
                  <a:lnTo>
                    <a:pt x="1008489" y="1229686"/>
                  </a:lnTo>
                  <a:cubicBezTo>
                    <a:pt x="1007764" y="1233314"/>
                    <a:pt x="1007401" y="1236760"/>
                    <a:pt x="1007401" y="1240025"/>
                  </a:cubicBezTo>
                  <a:cubicBezTo>
                    <a:pt x="1007401" y="1242927"/>
                    <a:pt x="1007764" y="1245648"/>
                    <a:pt x="1008489" y="1248188"/>
                  </a:cubicBezTo>
                  <a:cubicBezTo>
                    <a:pt x="1006312" y="1249639"/>
                    <a:pt x="1004861" y="1252904"/>
                    <a:pt x="1004136" y="1257982"/>
                  </a:cubicBezTo>
                  <a:lnTo>
                    <a:pt x="1003592" y="1263968"/>
                  </a:lnTo>
                  <a:cubicBezTo>
                    <a:pt x="1003229" y="1266145"/>
                    <a:pt x="1002503" y="1267777"/>
                    <a:pt x="1001415" y="1268865"/>
                  </a:cubicBezTo>
                  <a:cubicBezTo>
                    <a:pt x="996336" y="1306593"/>
                    <a:pt x="993797" y="1340331"/>
                    <a:pt x="993797" y="1370078"/>
                  </a:cubicBezTo>
                  <a:cubicBezTo>
                    <a:pt x="993797" y="1385677"/>
                    <a:pt x="994523" y="1400188"/>
                    <a:pt x="995974" y="1413610"/>
                  </a:cubicBezTo>
                  <a:cubicBezTo>
                    <a:pt x="998150" y="1437915"/>
                    <a:pt x="1002866" y="1460588"/>
                    <a:pt x="1010122" y="1481629"/>
                  </a:cubicBezTo>
                  <a:cubicBezTo>
                    <a:pt x="1017014" y="1501944"/>
                    <a:pt x="1027534" y="1521171"/>
                    <a:pt x="1041682" y="1539309"/>
                  </a:cubicBezTo>
                  <a:cubicBezTo>
                    <a:pt x="1056919" y="1557810"/>
                    <a:pt x="1073062" y="1570689"/>
                    <a:pt x="1090112" y="1577944"/>
                  </a:cubicBezTo>
                  <a:cubicBezTo>
                    <a:pt x="1099907" y="1581935"/>
                    <a:pt x="1109339" y="1584111"/>
                    <a:pt x="1118408" y="1584474"/>
                  </a:cubicBezTo>
                  <a:lnTo>
                    <a:pt x="1125482" y="1584474"/>
                  </a:lnTo>
                  <a:lnTo>
                    <a:pt x="1132556" y="1583930"/>
                  </a:lnTo>
                  <a:lnTo>
                    <a:pt x="1140718" y="1582842"/>
                  </a:lnTo>
                  <a:lnTo>
                    <a:pt x="1148881" y="1581209"/>
                  </a:lnTo>
                  <a:cubicBezTo>
                    <a:pt x="1170284" y="1575768"/>
                    <a:pt x="1190962" y="1566517"/>
                    <a:pt x="1210914" y="1553457"/>
                  </a:cubicBezTo>
                  <a:cubicBezTo>
                    <a:pt x="1229415" y="1541486"/>
                    <a:pt x="1247916" y="1526431"/>
                    <a:pt x="1266418" y="1508293"/>
                  </a:cubicBezTo>
                  <a:lnTo>
                    <a:pt x="1271859" y="1503939"/>
                  </a:lnTo>
                  <a:lnTo>
                    <a:pt x="1276756" y="1499586"/>
                  </a:lnTo>
                  <a:lnTo>
                    <a:pt x="1282198" y="1495233"/>
                  </a:lnTo>
                  <a:cubicBezTo>
                    <a:pt x="1284375" y="1493419"/>
                    <a:pt x="1286188" y="1491424"/>
                    <a:pt x="1287639" y="1489247"/>
                  </a:cubicBezTo>
                  <a:lnTo>
                    <a:pt x="1289272" y="1489247"/>
                  </a:lnTo>
                  <a:cubicBezTo>
                    <a:pt x="1270771" y="1514278"/>
                    <a:pt x="1244833" y="1537677"/>
                    <a:pt x="1211458" y="1559443"/>
                  </a:cubicBezTo>
                  <a:cubicBezTo>
                    <a:pt x="1194771" y="1569238"/>
                    <a:pt x="1175544" y="1576856"/>
                    <a:pt x="1153778" y="1582297"/>
                  </a:cubicBezTo>
                  <a:cubicBezTo>
                    <a:pt x="1136002" y="1586651"/>
                    <a:pt x="1122036" y="1588827"/>
                    <a:pt x="1111878" y="1588827"/>
                  </a:cubicBezTo>
                  <a:cubicBezTo>
                    <a:pt x="1107888" y="1588827"/>
                    <a:pt x="1104441" y="1588464"/>
                    <a:pt x="1101539" y="1587739"/>
                  </a:cubicBezTo>
                  <a:cubicBezTo>
                    <a:pt x="1087754" y="1584111"/>
                    <a:pt x="1074513" y="1576493"/>
                    <a:pt x="1061816" y="1564884"/>
                  </a:cubicBezTo>
                  <a:cubicBezTo>
                    <a:pt x="1052747" y="1556541"/>
                    <a:pt x="1042408" y="1544751"/>
                    <a:pt x="1030799" y="1529515"/>
                  </a:cubicBezTo>
                  <a:cubicBezTo>
                    <a:pt x="1013386" y="1506297"/>
                    <a:pt x="1001415" y="1474011"/>
                    <a:pt x="994885" y="1432655"/>
                  </a:cubicBezTo>
                  <a:cubicBezTo>
                    <a:pt x="990532" y="1405810"/>
                    <a:pt x="988355" y="1380961"/>
                    <a:pt x="988355" y="1358106"/>
                  </a:cubicBezTo>
                  <a:cubicBezTo>
                    <a:pt x="988355" y="1348674"/>
                    <a:pt x="988718" y="1339605"/>
                    <a:pt x="989444" y="1330899"/>
                  </a:cubicBezTo>
                  <a:cubicBezTo>
                    <a:pt x="990169" y="1326183"/>
                    <a:pt x="991439" y="1319834"/>
                    <a:pt x="993253" y="1311853"/>
                  </a:cubicBezTo>
                  <a:lnTo>
                    <a:pt x="995429" y="1303147"/>
                  </a:lnTo>
                  <a:cubicBezTo>
                    <a:pt x="996155" y="1299882"/>
                    <a:pt x="996518" y="1297161"/>
                    <a:pt x="996518" y="1294985"/>
                  </a:cubicBezTo>
                  <a:cubicBezTo>
                    <a:pt x="1001234" y="1241658"/>
                    <a:pt x="1008670" y="1201390"/>
                    <a:pt x="1018828" y="1174183"/>
                  </a:cubicBezTo>
                  <a:close/>
                  <a:moveTo>
                    <a:pt x="1552228" y="1172006"/>
                  </a:moveTo>
                  <a:cubicBezTo>
                    <a:pt x="1553316" y="1172006"/>
                    <a:pt x="1554586" y="1172188"/>
                    <a:pt x="1556037" y="1172550"/>
                  </a:cubicBezTo>
                  <a:lnTo>
                    <a:pt x="1560934" y="1173639"/>
                  </a:lnTo>
                  <a:lnTo>
                    <a:pt x="1563655" y="1174183"/>
                  </a:lnTo>
                  <a:lnTo>
                    <a:pt x="1566920" y="1174727"/>
                  </a:lnTo>
                  <a:lnTo>
                    <a:pt x="1567464" y="1174183"/>
                  </a:lnTo>
                  <a:lnTo>
                    <a:pt x="1567464" y="1173639"/>
                  </a:lnTo>
                  <a:cubicBezTo>
                    <a:pt x="1567464" y="1172913"/>
                    <a:pt x="1567646" y="1172550"/>
                    <a:pt x="1568008" y="1172550"/>
                  </a:cubicBezTo>
                  <a:cubicBezTo>
                    <a:pt x="1569097" y="1174364"/>
                    <a:pt x="1570548" y="1175815"/>
                    <a:pt x="1572362" y="1176904"/>
                  </a:cubicBezTo>
                  <a:lnTo>
                    <a:pt x="1577259" y="1180713"/>
                  </a:lnTo>
                  <a:cubicBezTo>
                    <a:pt x="1581612" y="1183615"/>
                    <a:pt x="1583789" y="1186517"/>
                    <a:pt x="1583789" y="1189419"/>
                  </a:cubicBezTo>
                  <a:lnTo>
                    <a:pt x="1583789" y="1189963"/>
                  </a:lnTo>
                  <a:lnTo>
                    <a:pt x="1584333" y="1190507"/>
                  </a:lnTo>
                  <a:cubicBezTo>
                    <a:pt x="1586872" y="1192321"/>
                    <a:pt x="1588142" y="1195768"/>
                    <a:pt x="1588142" y="1200846"/>
                  </a:cubicBezTo>
                  <a:lnTo>
                    <a:pt x="1588142" y="1212273"/>
                  </a:lnTo>
                  <a:cubicBezTo>
                    <a:pt x="1588142" y="1216264"/>
                    <a:pt x="1588505" y="1219710"/>
                    <a:pt x="1589230" y="1222612"/>
                  </a:cubicBezTo>
                  <a:cubicBezTo>
                    <a:pt x="1588505" y="1222612"/>
                    <a:pt x="1587961" y="1222975"/>
                    <a:pt x="1587598" y="1223701"/>
                  </a:cubicBezTo>
                  <a:lnTo>
                    <a:pt x="1586510" y="1224789"/>
                  </a:lnTo>
                  <a:lnTo>
                    <a:pt x="1584877" y="1225333"/>
                  </a:lnTo>
                  <a:cubicBezTo>
                    <a:pt x="1585603" y="1226784"/>
                    <a:pt x="1585965" y="1228598"/>
                    <a:pt x="1585965" y="1230775"/>
                  </a:cubicBezTo>
                  <a:cubicBezTo>
                    <a:pt x="1585965" y="1232589"/>
                    <a:pt x="1585603" y="1234765"/>
                    <a:pt x="1584877" y="1237305"/>
                  </a:cubicBezTo>
                  <a:lnTo>
                    <a:pt x="1583245" y="1243290"/>
                  </a:lnTo>
                  <a:lnTo>
                    <a:pt x="1583245" y="1245467"/>
                  </a:lnTo>
                  <a:cubicBezTo>
                    <a:pt x="1583245" y="1246918"/>
                    <a:pt x="1583426" y="1248188"/>
                    <a:pt x="1583789" y="1249276"/>
                  </a:cubicBezTo>
                  <a:cubicBezTo>
                    <a:pt x="1583789" y="1250364"/>
                    <a:pt x="1583607" y="1251271"/>
                    <a:pt x="1583245" y="1251997"/>
                  </a:cubicBezTo>
                  <a:lnTo>
                    <a:pt x="1577803" y="1261791"/>
                  </a:lnTo>
                  <a:lnTo>
                    <a:pt x="1572906" y="1271586"/>
                  </a:lnTo>
                  <a:cubicBezTo>
                    <a:pt x="1568915" y="1279204"/>
                    <a:pt x="1564381" y="1284646"/>
                    <a:pt x="1559302" y="1287911"/>
                  </a:cubicBezTo>
                  <a:lnTo>
                    <a:pt x="1559302" y="1289543"/>
                  </a:lnTo>
                  <a:lnTo>
                    <a:pt x="1559846" y="1290631"/>
                  </a:lnTo>
                  <a:cubicBezTo>
                    <a:pt x="1560209" y="1290994"/>
                    <a:pt x="1560390" y="1291357"/>
                    <a:pt x="1560390" y="1291720"/>
                  </a:cubicBezTo>
                  <a:cubicBezTo>
                    <a:pt x="1560390" y="1292083"/>
                    <a:pt x="1560209" y="1292445"/>
                    <a:pt x="1559846" y="1292808"/>
                  </a:cubicBezTo>
                  <a:cubicBezTo>
                    <a:pt x="1557670" y="1293534"/>
                    <a:pt x="1555493" y="1294985"/>
                    <a:pt x="1553316" y="1297161"/>
                  </a:cubicBezTo>
                  <a:lnTo>
                    <a:pt x="1550051" y="1299882"/>
                  </a:lnTo>
                  <a:lnTo>
                    <a:pt x="1546786" y="1303147"/>
                  </a:lnTo>
                  <a:cubicBezTo>
                    <a:pt x="1541345" y="1308226"/>
                    <a:pt x="1536266" y="1310765"/>
                    <a:pt x="1531550" y="1310765"/>
                  </a:cubicBezTo>
                  <a:cubicBezTo>
                    <a:pt x="1530462" y="1310765"/>
                    <a:pt x="1529736" y="1311491"/>
                    <a:pt x="1529374" y="1312942"/>
                  </a:cubicBezTo>
                  <a:cubicBezTo>
                    <a:pt x="1527923" y="1315118"/>
                    <a:pt x="1525565" y="1316569"/>
                    <a:pt x="1522300" y="1317295"/>
                  </a:cubicBezTo>
                  <a:lnTo>
                    <a:pt x="1520123" y="1317295"/>
                  </a:lnTo>
                  <a:cubicBezTo>
                    <a:pt x="1518309" y="1317295"/>
                    <a:pt x="1516858" y="1317114"/>
                    <a:pt x="1515770" y="1316751"/>
                  </a:cubicBezTo>
                  <a:lnTo>
                    <a:pt x="1514137" y="1316751"/>
                  </a:lnTo>
                  <a:cubicBezTo>
                    <a:pt x="1512686" y="1317476"/>
                    <a:pt x="1511054" y="1317839"/>
                    <a:pt x="1509240" y="1317839"/>
                  </a:cubicBezTo>
                  <a:cubicBezTo>
                    <a:pt x="1506700" y="1317839"/>
                    <a:pt x="1504161" y="1316751"/>
                    <a:pt x="1501622" y="1314574"/>
                  </a:cubicBezTo>
                  <a:cubicBezTo>
                    <a:pt x="1500534" y="1313123"/>
                    <a:pt x="1498901" y="1311128"/>
                    <a:pt x="1496724" y="1308589"/>
                  </a:cubicBezTo>
                  <a:lnTo>
                    <a:pt x="1494004" y="1304779"/>
                  </a:lnTo>
                  <a:lnTo>
                    <a:pt x="1490739" y="1301515"/>
                  </a:lnTo>
                  <a:lnTo>
                    <a:pt x="1490195" y="1300426"/>
                  </a:lnTo>
                  <a:lnTo>
                    <a:pt x="1490195" y="1297161"/>
                  </a:lnTo>
                  <a:lnTo>
                    <a:pt x="1490739" y="1293352"/>
                  </a:lnTo>
                  <a:cubicBezTo>
                    <a:pt x="1490739" y="1289725"/>
                    <a:pt x="1490195" y="1286822"/>
                    <a:pt x="1489106" y="1284646"/>
                  </a:cubicBezTo>
                  <a:cubicBezTo>
                    <a:pt x="1488744" y="1284283"/>
                    <a:pt x="1488562" y="1283920"/>
                    <a:pt x="1488562" y="1283558"/>
                  </a:cubicBezTo>
                  <a:cubicBezTo>
                    <a:pt x="1488562" y="1282469"/>
                    <a:pt x="1489288" y="1281381"/>
                    <a:pt x="1490739" y="1280293"/>
                  </a:cubicBezTo>
                  <a:lnTo>
                    <a:pt x="1491827" y="1279204"/>
                  </a:lnTo>
                  <a:lnTo>
                    <a:pt x="1492915" y="1278116"/>
                  </a:lnTo>
                  <a:lnTo>
                    <a:pt x="1491283" y="1278116"/>
                  </a:lnTo>
                  <a:cubicBezTo>
                    <a:pt x="1490195" y="1278116"/>
                    <a:pt x="1489288" y="1277753"/>
                    <a:pt x="1488562" y="1277028"/>
                  </a:cubicBezTo>
                  <a:cubicBezTo>
                    <a:pt x="1489288" y="1275577"/>
                    <a:pt x="1489650" y="1273763"/>
                    <a:pt x="1489650" y="1271586"/>
                  </a:cubicBezTo>
                  <a:lnTo>
                    <a:pt x="1490739" y="1266145"/>
                  </a:lnTo>
                  <a:cubicBezTo>
                    <a:pt x="1491101" y="1261429"/>
                    <a:pt x="1492371" y="1257801"/>
                    <a:pt x="1494548" y="1255262"/>
                  </a:cubicBezTo>
                  <a:cubicBezTo>
                    <a:pt x="1494911" y="1254899"/>
                    <a:pt x="1495092" y="1254355"/>
                    <a:pt x="1495092" y="1253629"/>
                  </a:cubicBezTo>
                  <a:lnTo>
                    <a:pt x="1495092" y="1252541"/>
                  </a:lnTo>
                  <a:cubicBezTo>
                    <a:pt x="1494729" y="1251090"/>
                    <a:pt x="1494548" y="1249820"/>
                    <a:pt x="1494548" y="1248732"/>
                  </a:cubicBezTo>
                  <a:cubicBezTo>
                    <a:pt x="1494548" y="1246555"/>
                    <a:pt x="1494911" y="1244560"/>
                    <a:pt x="1495636" y="1242746"/>
                  </a:cubicBezTo>
                  <a:lnTo>
                    <a:pt x="1497813" y="1238393"/>
                  </a:lnTo>
                  <a:lnTo>
                    <a:pt x="1499989" y="1234040"/>
                  </a:lnTo>
                  <a:lnTo>
                    <a:pt x="1502166" y="1229142"/>
                  </a:lnTo>
                  <a:lnTo>
                    <a:pt x="1504343" y="1224789"/>
                  </a:lnTo>
                  <a:cubicBezTo>
                    <a:pt x="1505431" y="1221887"/>
                    <a:pt x="1505975" y="1218803"/>
                    <a:pt x="1505975" y="1215538"/>
                  </a:cubicBezTo>
                  <a:lnTo>
                    <a:pt x="1505975" y="1213362"/>
                  </a:lnTo>
                  <a:cubicBezTo>
                    <a:pt x="1505975" y="1211911"/>
                    <a:pt x="1506701" y="1210822"/>
                    <a:pt x="1508152" y="1210097"/>
                  </a:cubicBezTo>
                  <a:cubicBezTo>
                    <a:pt x="1511054" y="1208283"/>
                    <a:pt x="1513412" y="1205562"/>
                    <a:pt x="1515226" y="1201935"/>
                  </a:cubicBezTo>
                  <a:cubicBezTo>
                    <a:pt x="1516677" y="1199032"/>
                    <a:pt x="1517584" y="1195768"/>
                    <a:pt x="1517946" y="1192140"/>
                  </a:cubicBezTo>
                  <a:cubicBezTo>
                    <a:pt x="1517946" y="1191414"/>
                    <a:pt x="1518128" y="1190689"/>
                    <a:pt x="1518491" y="1189963"/>
                  </a:cubicBezTo>
                  <a:cubicBezTo>
                    <a:pt x="1521030" y="1187787"/>
                    <a:pt x="1523206" y="1185247"/>
                    <a:pt x="1525020" y="1182345"/>
                  </a:cubicBezTo>
                  <a:cubicBezTo>
                    <a:pt x="1526471" y="1182345"/>
                    <a:pt x="1527741" y="1182526"/>
                    <a:pt x="1528829" y="1182889"/>
                  </a:cubicBezTo>
                  <a:lnTo>
                    <a:pt x="1529918" y="1181257"/>
                  </a:lnTo>
                  <a:cubicBezTo>
                    <a:pt x="1532094" y="1179443"/>
                    <a:pt x="1535359" y="1177992"/>
                    <a:pt x="1539712" y="1176904"/>
                  </a:cubicBezTo>
                  <a:lnTo>
                    <a:pt x="1540257" y="1176359"/>
                  </a:lnTo>
                  <a:lnTo>
                    <a:pt x="1538080" y="1176359"/>
                  </a:lnTo>
                  <a:cubicBezTo>
                    <a:pt x="1538443" y="1174546"/>
                    <a:pt x="1538987" y="1173639"/>
                    <a:pt x="1539712" y="1173639"/>
                  </a:cubicBezTo>
                  <a:lnTo>
                    <a:pt x="1540257" y="1173639"/>
                  </a:lnTo>
                  <a:lnTo>
                    <a:pt x="1541345" y="1174183"/>
                  </a:lnTo>
                  <a:lnTo>
                    <a:pt x="1541889" y="1174183"/>
                  </a:lnTo>
                  <a:lnTo>
                    <a:pt x="1541889" y="1175815"/>
                  </a:lnTo>
                  <a:cubicBezTo>
                    <a:pt x="1542977" y="1175090"/>
                    <a:pt x="1544066" y="1174727"/>
                    <a:pt x="1545154" y="1174727"/>
                  </a:cubicBezTo>
                  <a:lnTo>
                    <a:pt x="1544610" y="1173639"/>
                  </a:lnTo>
                  <a:cubicBezTo>
                    <a:pt x="1547149" y="1172550"/>
                    <a:pt x="1549689" y="1172006"/>
                    <a:pt x="1552228" y="1172006"/>
                  </a:cubicBezTo>
                  <a:close/>
                  <a:moveTo>
                    <a:pt x="1707088" y="1169830"/>
                  </a:moveTo>
                  <a:cubicBezTo>
                    <a:pt x="1707814" y="1169830"/>
                    <a:pt x="1708177" y="1170555"/>
                    <a:pt x="1708177" y="1172006"/>
                  </a:cubicBezTo>
                  <a:lnTo>
                    <a:pt x="1707632" y="1174183"/>
                  </a:lnTo>
                  <a:lnTo>
                    <a:pt x="1707632" y="1175815"/>
                  </a:lnTo>
                  <a:lnTo>
                    <a:pt x="1706544" y="1175815"/>
                  </a:lnTo>
                  <a:cubicBezTo>
                    <a:pt x="1706181" y="1175815"/>
                    <a:pt x="1706000" y="1175452"/>
                    <a:pt x="1706000" y="1174727"/>
                  </a:cubicBezTo>
                  <a:lnTo>
                    <a:pt x="1706000" y="1173639"/>
                  </a:lnTo>
                  <a:lnTo>
                    <a:pt x="1706544" y="1171462"/>
                  </a:lnTo>
                  <a:close/>
                  <a:moveTo>
                    <a:pt x="2683224" y="1169285"/>
                  </a:moveTo>
                  <a:lnTo>
                    <a:pt x="2683224" y="1171462"/>
                  </a:lnTo>
                  <a:cubicBezTo>
                    <a:pt x="2683224" y="1177266"/>
                    <a:pt x="2681954" y="1184522"/>
                    <a:pt x="2679415" y="1193228"/>
                  </a:cubicBezTo>
                  <a:lnTo>
                    <a:pt x="2676694" y="1205744"/>
                  </a:lnTo>
                  <a:cubicBezTo>
                    <a:pt x="2675606" y="1210822"/>
                    <a:pt x="2674699" y="1215357"/>
                    <a:pt x="2673974" y="1219347"/>
                  </a:cubicBezTo>
                  <a:lnTo>
                    <a:pt x="2673974" y="1216083"/>
                  </a:lnTo>
                  <a:cubicBezTo>
                    <a:pt x="2673974" y="1211729"/>
                    <a:pt x="2675062" y="1205018"/>
                    <a:pt x="2677238" y="1195949"/>
                  </a:cubicBezTo>
                  <a:lnTo>
                    <a:pt x="2678871" y="1188875"/>
                  </a:lnTo>
                  <a:lnTo>
                    <a:pt x="2680503" y="1182345"/>
                  </a:lnTo>
                  <a:cubicBezTo>
                    <a:pt x="2681954" y="1176904"/>
                    <a:pt x="2682861" y="1172550"/>
                    <a:pt x="2683224" y="1169285"/>
                  </a:cubicBezTo>
                  <a:close/>
                  <a:moveTo>
                    <a:pt x="1873599" y="1169285"/>
                  </a:moveTo>
                  <a:lnTo>
                    <a:pt x="1873599" y="1171462"/>
                  </a:lnTo>
                  <a:cubicBezTo>
                    <a:pt x="1873599" y="1177266"/>
                    <a:pt x="1872329" y="1184522"/>
                    <a:pt x="1869790" y="1193228"/>
                  </a:cubicBezTo>
                  <a:lnTo>
                    <a:pt x="1867069" y="1205744"/>
                  </a:lnTo>
                  <a:cubicBezTo>
                    <a:pt x="1865981" y="1210822"/>
                    <a:pt x="1865074" y="1215357"/>
                    <a:pt x="1864348" y="1219347"/>
                  </a:cubicBezTo>
                  <a:lnTo>
                    <a:pt x="1864348" y="1216083"/>
                  </a:lnTo>
                  <a:cubicBezTo>
                    <a:pt x="1864348" y="1211729"/>
                    <a:pt x="1865437" y="1205018"/>
                    <a:pt x="1867613" y="1195949"/>
                  </a:cubicBezTo>
                  <a:lnTo>
                    <a:pt x="1869246" y="1188875"/>
                  </a:lnTo>
                  <a:lnTo>
                    <a:pt x="1870878" y="1182345"/>
                  </a:lnTo>
                  <a:cubicBezTo>
                    <a:pt x="1872329" y="1176904"/>
                    <a:pt x="1873236" y="1172550"/>
                    <a:pt x="1873599" y="1169285"/>
                  </a:cubicBezTo>
                  <a:close/>
                  <a:moveTo>
                    <a:pt x="1588142" y="1167109"/>
                  </a:moveTo>
                  <a:cubicBezTo>
                    <a:pt x="1591044" y="1167834"/>
                    <a:pt x="1593402" y="1169830"/>
                    <a:pt x="1595216" y="1173094"/>
                  </a:cubicBezTo>
                  <a:lnTo>
                    <a:pt x="1597393" y="1177992"/>
                  </a:lnTo>
                  <a:cubicBezTo>
                    <a:pt x="1600295" y="1182345"/>
                    <a:pt x="1601746" y="1184884"/>
                    <a:pt x="1601746" y="1185610"/>
                  </a:cubicBezTo>
                  <a:cubicBezTo>
                    <a:pt x="1601746" y="1185973"/>
                    <a:pt x="1601565" y="1186336"/>
                    <a:pt x="1601202" y="1186698"/>
                  </a:cubicBezTo>
                  <a:cubicBezTo>
                    <a:pt x="1597211" y="1181620"/>
                    <a:pt x="1594491" y="1177448"/>
                    <a:pt x="1593039" y="1174183"/>
                  </a:cubicBezTo>
                  <a:cubicBezTo>
                    <a:pt x="1591588" y="1171643"/>
                    <a:pt x="1589956" y="1169285"/>
                    <a:pt x="1588142" y="1167109"/>
                  </a:cubicBezTo>
                  <a:close/>
                  <a:moveTo>
                    <a:pt x="1708721" y="1162756"/>
                  </a:moveTo>
                  <a:lnTo>
                    <a:pt x="1708721" y="1164932"/>
                  </a:lnTo>
                  <a:cubicBezTo>
                    <a:pt x="1708358" y="1164932"/>
                    <a:pt x="1708177" y="1165295"/>
                    <a:pt x="1708177" y="1166020"/>
                  </a:cubicBezTo>
                  <a:cubicBezTo>
                    <a:pt x="1707814" y="1166020"/>
                    <a:pt x="1707270" y="1166202"/>
                    <a:pt x="1706544" y="1166565"/>
                  </a:cubicBezTo>
                  <a:lnTo>
                    <a:pt x="1706544" y="1164388"/>
                  </a:lnTo>
                  <a:cubicBezTo>
                    <a:pt x="1706907" y="1164025"/>
                    <a:pt x="1707088" y="1163662"/>
                    <a:pt x="1707088" y="1163300"/>
                  </a:cubicBezTo>
                  <a:cubicBezTo>
                    <a:pt x="1707451" y="1162937"/>
                    <a:pt x="1707995" y="1162756"/>
                    <a:pt x="1708721" y="1162756"/>
                  </a:cubicBezTo>
                  <a:close/>
                  <a:moveTo>
                    <a:pt x="2683768" y="1160579"/>
                  </a:moveTo>
                  <a:lnTo>
                    <a:pt x="2684312" y="1160579"/>
                  </a:lnTo>
                  <a:cubicBezTo>
                    <a:pt x="2684312" y="1164569"/>
                    <a:pt x="2683949" y="1166746"/>
                    <a:pt x="2683224" y="1167109"/>
                  </a:cubicBezTo>
                  <a:lnTo>
                    <a:pt x="2683224" y="1162756"/>
                  </a:lnTo>
                  <a:cubicBezTo>
                    <a:pt x="2683587" y="1162393"/>
                    <a:pt x="2683768" y="1161667"/>
                    <a:pt x="2683768" y="1160579"/>
                  </a:cubicBezTo>
                  <a:close/>
                  <a:moveTo>
                    <a:pt x="1874143" y="1160579"/>
                  </a:moveTo>
                  <a:lnTo>
                    <a:pt x="1874687" y="1160579"/>
                  </a:lnTo>
                  <a:cubicBezTo>
                    <a:pt x="1874687" y="1164569"/>
                    <a:pt x="1874325" y="1166746"/>
                    <a:pt x="1873599" y="1167109"/>
                  </a:cubicBezTo>
                  <a:lnTo>
                    <a:pt x="1873599" y="1162756"/>
                  </a:lnTo>
                  <a:cubicBezTo>
                    <a:pt x="1873962" y="1162393"/>
                    <a:pt x="1874143" y="1161667"/>
                    <a:pt x="1874143" y="1160579"/>
                  </a:cubicBezTo>
                  <a:close/>
                  <a:moveTo>
                    <a:pt x="1582156" y="1157858"/>
                  </a:moveTo>
                  <a:cubicBezTo>
                    <a:pt x="1582519" y="1157858"/>
                    <a:pt x="1583063" y="1158221"/>
                    <a:pt x="1583789" y="1158947"/>
                  </a:cubicBezTo>
                  <a:lnTo>
                    <a:pt x="1585421" y="1160579"/>
                  </a:lnTo>
                  <a:lnTo>
                    <a:pt x="1587054" y="1161667"/>
                  </a:lnTo>
                  <a:cubicBezTo>
                    <a:pt x="1586691" y="1162030"/>
                    <a:pt x="1586328" y="1162211"/>
                    <a:pt x="1585965" y="1162211"/>
                  </a:cubicBezTo>
                  <a:cubicBezTo>
                    <a:pt x="1585240" y="1162211"/>
                    <a:pt x="1584514" y="1162030"/>
                    <a:pt x="1583789" y="1161667"/>
                  </a:cubicBezTo>
                  <a:lnTo>
                    <a:pt x="1582156" y="1159491"/>
                  </a:lnTo>
                  <a:cubicBezTo>
                    <a:pt x="1581794" y="1158765"/>
                    <a:pt x="1581431" y="1158402"/>
                    <a:pt x="1581068" y="1158402"/>
                  </a:cubicBezTo>
                  <a:cubicBezTo>
                    <a:pt x="1581431" y="1158040"/>
                    <a:pt x="1581794" y="1157858"/>
                    <a:pt x="1582156" y="1157858"/>
                  </a:cubicBezTo>
                  <a:close/>
                  <a:moveTo>
                    <a:pt x="2679415" y="1156770"/>
                  </a:moveTo>
                  <a:cubicBezTo>
                    <a:pt x="2676876" y="1174908"/>
                    <a:pt x="2672885" y="1198307"/>
                    <a:pt x="2667444" y="1226966"/>
                  </a:cubicBezTo>
                  <a:lnTo>
                    <a:pt x="2664179" y="1243834"/>
                  </a:lnTo>
                  <a:lnTo>
                    <a:pt x="2661458" y="1259615"/>
                  </a:lnTo>
                  <a:cubicBezTo>
                    <a:pt x="2658918" y="1271949"/>
                    <a:pt x="2657105" y="1282106"/>
                    <a:pt x="2656016" y="1290087"/>
                  </a:cubicBezTo>
                  <a:cubicBezTo>
                    <a:pt x="2655654" y="1289725"/>
                    <a:pt x="2655472" y="1288818"/>
                    <a:pt x="2655472" y="1287367"/>
                  </a:cubicBezTo>
                  <a:cubicBezTo>
                    <a:pt x="2655472" y="1285190"/>
                    <a:pt x="2656016" y="1281200"/>
                    <a:pt x="2657105" y="1275395"/>
                  </a:cubicBezTo>
                  <a:cubicBezTo>
                    <a:pt x="2657467" y="1272130"/>
                    <a:pt x="2658193" y="1268140"/>
                    <a:pt x="2659281" y="1263424"/>
                  </a:cubicBezTo>
                  <a:lnTo>
                    <a:pt x="2660370" y="1257982"/>
                  </a:lnTo>
                  <a:lnTo>
                    <a:pt x="2660914" y="1253629"/>
                  </a:lnTo>
                  <a:cubicBezTo>
                    <a:pt x="2663090" y="1238393"/>
                    <a:pt x="2666174" y="1221343"/>
                    <a:pt x="2670164" y="1202479"/>
                  </a:cubicBezTo>
                  <a:lnTo>
                    <a:pt x="2675062" y="1179624"/>
                  </a:lnTo>
                  <a:close/>
                  <a:moveTo>
                    <a:pt x="1869790" y="1156770"/>
                  </a:moveTo>
                  <a:cubicBezTo>
                    <a:pt x="1867251" y="1174908"/>
                    <a:pt x="1863260" y="1198307"/>
                    <a:pt x="1857819" y="1226966"/>
                  </a:cubicBezTo>
                  <a:lnTo>
                    <a:pt x="1854554" y="1243834"/>
                  </a:lnTo>
                  <a:lnTo>
                    <a:pt x="1851833" y="1259615"/>
                  </a:lnTo>
                  <a:cubicBezTo>
                    <a:pt x="1849294" y="1271949"/>
                    <a:pt x="1847480" y="1282106"/>
                    <a:pt x="1846392" y="1290087"/>
                  </a:cubicBezTo>
                  <a:cubicBezTo>
                    <a:pt x="1846029" y="1289725"/>
                    <a:pt x="1845847" y="1288818"/>
                    <a:pt x="1845847" y="1287367"/>
                  </a:cubicBezTo>
                  <a:cubicBezTo>
                    <a:pt x="1845847" y="1285190"/>
                    <a:pt x="1846391" y="1281200"/>
                    <a:pt x="1847480" y="1275395"/>
                  </a:cubicBezTo>
                  <a:cubicBezTo>
                    <a:pt x="1847842" y="1272130"/>
                    <a:pt x="1848568" y="1268140"/>
                    <a:pt x="1849656" y="1263424"/>
                  </a:cubicBezTo>
                  <a:lnTo>
                    <a:pt x="1850745" y="1257982"/>
                  </a:lnTo>
                  <a:lnTo>
                    <a:pt x="1851289" y="1253629"/>
                  </a:lnTo>
                  <a:cubicBezTo>
                    <a:pt x="1853465" y="1238393"/>
                    <a:pt x="1856549" y="1221343"/>
                    <a:pt x="1860539" y="1202479"/>
                  </a:cubicBezTo>
                  <a:lnTo>
                    <a:pt x="1865437" y="1179624"/>
                  </a:lnTo>
                  <a:close/>
                  <a:moveTo>
                    <a:pt x="1575627" y="1152961"/>
                  </a:moveTo>
                  <a:cubicBezTo>
                    <a:pt x="1576352" y="1153324"/>
                    <a:pt x="1577078" y="1153686"/>
                    <a:pt x="1577803" y="1154049"/>
                  </a:cubicBezTo>
                  <a:cubicBezTo>
                    <a:pt x="1577803" y="1154412"/>
                    <a:pt x="1577984" y="1154775"/>
                    <a:pt x="1578347" y="1155137"/>
                  </a:cubicBezTo>
                  <a:lnTo>
                    <a:pt x="1578347" y="1156770"/>
                  </a:lnTo>
                  <a:cubicBezTo>
                    <a:pt x="1577622" y="1156407"/>
                    <a:pt x="1576896" y="1156044"/>
                    <a:pt x="1576171" y="1155682"/>
                  </a:cubicBezTo>
                  <a:cubicBezTo>
                    <a:pt x="1576171" y="1155319"/>
                    <a:pt x="1575989" y="1154956"/>
                    <a:pt x="1575627" y="1154593"/>
                  </a:cubicBezTo>
                  <a:close/>
                  <a:moveTo>
                    <a:pt x="1711442" y="1147519"/>
                  </a:moveTo>
                  <a:cubicBezTo>
                    <a:pt x="1712167" y="1147882"/>
                    <a:pt x="1712530" y="1148426"/>
                    <a:pt x="1712530" y="1149152"/>
                  </a:cubicBezTo>
                  <a:lnTo>
                    <a:pt x="1712530" y="1150240"/>
                  </a:lnTo>
                  <a:lnTo>
                    <a:pt x="1711986" y="1152961"/>
                  </a:lnTo>
                  <a:lnTo>
                    <a:pt x="1711986" y="1155137"/>
                  </a:lnTo>
                  <a:lnTo>
                    <a:pt x="1709265" y="1155682"/>
                  </a:lnTo>
                  <a:cubicBezTo>
                    <a:pt x="1709265" y="1153868"/>
                    <a:pt x="1709446" y="1152235"/>
                    <a:pt x="1709809" y="1150784"/>
                  </a:cubicBezTo>
                  <a:lnTo>
                    <a:pt x="1710353" y="1149152"/>
                  </a:lnTo>
                  <a:close/>
                  <a:moveTo>
                    <a:pt x="1564199" y="1143166"/>
                  </a:moveTo>
                  <a:cubicBezTo>
                    <a:pt x="1564562" y="1143166"/>
                    <a:pt x="1565106" y="1143529"/>
                    <a:pt x="1565832" y="1144254"/>
                  </a:cubicBezTo>
                  <a:lnTo>
                    <a:pt x="1568008" y="1145887"/>
                  </a:lnTo>
                  <a:lnTo>
                    <a:pt x="1570185" y="1146975"/>
                  </a:lnTo>
                  <a:lnTo>
                    <a:pt x="1569641" y="1149152"/>
                  </a:lnTo>
                  <a:cubicBezTo>
                    <a:pt x="1568190" y="1148789"/>
                    <a:pt x="1566739" y="1148063"/>
                    <a:pt x="1565288" y="1146975"/>
                  </a:cubicBezTo>
                  <a:lnTo>
                    <a:pt x="1564199" y="1145343"/>
                  </a:lnTo>
                  <a:lnTo>
                    <a:pt x="1562567" y="1144254"/>
                  </a:lnTo>
                  <a:cubicBezTo>
                    <a:pt x="1562930" y="1143529"/>
                    <a:pt x="1563474" y="1143166"/>
                    <a:pt x="1564199" y="1143166"/>
                  </a:cubicBezTo>
                  <a:close/>
                  <a:moveTo>
                    <a:pt x="2687577" y="1133371"/>
                  </a:moveTo>
                  <a:cubicBezTo>
                    <a:pt x="2688303" y="1134822"/>
                    <a:pt x="2688666" y="1136636"/>
                    <a:pt x="2688666" y="1138813"/>
                  </a:cubicBezTo>
                  <a:cubicBezTo>
                    <a:pt x="2688666" y="1140989"/>
                    <a:pt x="2688303" y="1143529"/>
                    <a:pt x="2687577" y="1146431"/>
                  </a:cubicBezTo>
                  <a:lnTo>
                    <a:pt x="2685945" y="1154049"/>
                  </a:lnTo>
                  <a:cubicBezTo>
                    <a:pt x="2685582" y="1156226"/>
                    <a:pt x="2685038" y="1158402"/>
                    <a:pt x="2684312" y="1160579"/>
                  </a:cubicBezTo>
                  <a:cubicBezTo>
                    <a:pt x="2684312" y="1156226"/>
                    <a:pt x="2684856" y="1151510"/>
                    <a:pt x="2685945" y="1146431"/>
                  </a:cubicBezTo>
                  <a:lnTo>
                    <a:pt x="2687033" y="1140445"/>
                  </a:lnTo>
                  <a:cubicBezTo>
                    <a:pt x="2687396" y="1137906"/>
                    <a:pt x="2687577" y="1135548"/>
                    <a:pt x="2687577" y="1133371"/>
                  </a:cubicBezTo>
                  <a:close/>
                  <a:moveTo>
                    <a:pt x="1877952" y="1133371"/>
                  </a:moveTo>
                  <a:cubicBezTo>
                    <a:pt x="1878678" y="1134822"/>
                    <a:pt x="1879041" y="1136636"/>
                    <a:pt x="1879041" y="1138813"/>
                  </a:cubicBezTo>
                  <a:cubicBezTo>
                    <a:pt x="1879041" y="1140989"/>
                    <a:pt x="1878678" y="1143529"/>
                    <a:pt x="1877952" y="1146431"/>
                  </a:cubicBezTo>
                  <a:lnTo>
                    <a:pt x="1876320" y="1154049"/>
                  </a:lnTo>
                  <a:cubicBezTo>
                    <a:pt x="1875957" y="1156226"/>
                    <a:pt x="1875413" y="1158402"/>
                    <a:pt x="1874687" y="1160579"/>
                  </a:cubicBezTo>
                  <a:cubicBezTo>
                    <a:pt x="1874687" y="1156226"/>
                    <a:pt x="1875232" y="1151510"/>
                    <a:pt x="1876320" y="1146431"/>
                  </a:cubicBezTo>
                  <a:lnTo>
                    <a:pt x="1877408" y="1140445"/>
                  </a:lnTo>
                  <a:cubicBezTo>
                    <a:pt x="1877771" y="1137906"/>
                    <a:pt x="1877952" y="1135548"/>
                    <a:pt x="1877952" y="1133371"/>
                  </a:cubicBezTo>
                  <a:close/>
                  <a:moveTo>
                    <a:pt x="2867231" y="1132283"/>
                  </a:moveTo>
                  <a:lnTo>
                    <a:pt x="2868320" y="1132283"/>
                  </a:lnTo>
                  <a:cubicBezTo>
                    <a:pt x="2869771" y="1132283"/>
                    <a:pt x="2870678" y="1132827"/>
                    <a:pt x="2871040" y="1133915"/>
                  </a:cubicBezTo>
                  <a:lnTo>
                    <a:pt x="2870496" y="1136092"/>
                  </a:lnTo>
                  <a:lnTo>
                    <a:pt x="2869952" y="1137180"/>
                  </a:lnTo>
                  <a:cubicBezTo>
                    <a:pt x="2868138" y="1136818"/>
                    <a:pt x="2867231" y="1135548"/>
                    <a:pt x="2867231" y="1133371"/>
                  </a:cubicBezTo>
                  <a:close/>
                  <a:moveTo>
                    <a:pt x="2057606" y="1132283"/>
                  </a:moveTo>
                  <a:lnTo>
                    <a:pt x="2058695" y="1132283"/>
                  </a:lnTo>
                  <a:cubicBezTo>
                    <a:pt x="2060146" y="1132283"/>
                    <a:pt x="2061053" y="1132827"/>
                    <a:pt x="2061415" y="1133915"/>
                  </a:cubicBezTo>
                  <a:lnTo>
                    <a:pt x="2060871" y="1136092"/>
                  </a:lnTo>
                  <a:lnTo>
                    <a:pt x="2060327" y="1137180"/>
                  </a:lnTo>
                  <a:cubicBezTo>
                    <a:pt x="2058513" y="1136818"/>
                    <a:pt x="2057606" y="1135548"/>
                    <a:pt x="2057606" y="1133371"/>
                  </a:cubicBezTo>
                  <a:close/>
                  <a:moveTo>
                    <a:pt x="2627176" y="1127386"/>
                  </a:moveTo>
                  <a:lnTo>
                    <a:pt x="2629897" y="1127386"/>
                  </a:lnTo>
                  <a:cubicBezTo>
                    <a:pt x="2628446" y="1129562"/>
                    <a:pt x="2626995" y="1131376"/>
                    <a:pt x="2625544" y="1132827"/>
                  </a:cubicBezTo>
                  <a:lnTo>
                    <a:pt x="2623912" y="1135004"/>
                  </a:lnTo>
                  <a:lnTo>
                    <a:pt x="2622279" y="1136636"/>
                  </a:lnTo>
                  <a:cubicBezTo>
                    <a:pt x="2621916" y="1136636"/>
                    <a:pt x="2621735" y="1136455"/>
                    <a:pt x="2621735" y="1136092"/>
                  </a:cubicBezTo>
                  <a:cubicBezTo>
                    <a:pt x="2621735" y="1135366"/>
                    <a:pt x="2622279" y="1134460"/>
                    <a:pt x="2623367" y="1133371"/>
                  </a:cubicBezTo>
                  <a:lnTo>
                    <a:pt x="2625544" y="1130650"/>
                  </a:lnTo>
                  <a:close/>
                  <a:moveTo>
                    <a:pt x="1817551" y="1127386"/>
                  </a:moveTo>
                  <a:lnTo>
                    <a:pt x="1820272" y="1127386"/>
                  </a:lnTo>
                  <a:cubicBezTo>
                    <a:pt x="1818821" y="1129562"/>
                    <a:pt x="1817370" y="1131376"/>
                    <a:pt x="1815919" y="1132827"/>
                  </a:cubicBezTo>
                  <a:lnTo>
                    <a:pt x="1814286" y="1135004"/>
                  </a:lnTo>
                  <a:lnTo>
                    <a:pt x="1812654" y="1136636"/>
                  </a:lnTo>
                  <a:cubicBezTo>
                    <a:pt x="1812291" y="1136636"/>
                    <a:pt x="1812110" y="1136455"/>
                    <a:pt x="1812110" y="1136092"/>
                  </a:cubicBezTo>
                  <a:cubicBezTo>
                    <a:pt x="1812110" y="1135366"/>
                    <a:pt x="1812654" y="1134460"/>
                    <a:pt x="1813742" y="1133371"/>
                  </a:cubicBezTo>
                  <a:lnTo>
                    <a:pt x="1815919" y="1130650"/>
                  </a:lnTo>
                  <a:close/>
                  <a:moveTo>
                    <a:pt x="2329190" y="1121944"/>
                  </a:moveTo>
                  <a:lnTo>
                    <a:pt x="2329734" y="1121944"/>
                  </a:lnTo>
                  <a:cubicBezTo>
                    <a:pt x="2331548" y="1121944"/>
                    <a:pt x="2332455" y="1123032"/>
                    <a:pt x="2332455" y="1125209"/>
                  </a:cubicBezTo>
                  <a:lnTo>
                    <a:pt x="2332455" y="1129562"/>
                  </a:lnTo>
                  <a:cubicBezTo>
                    <a:pt x="2332455" y="1130650"/>
                    <a:pt x="2333180" y="1131739"/>
                    <a:pt x="2334631" y="1132827"/>
                  </a:cubicBezTo>
                  <a:lnTo>
                    <a:pt x="2335176" y="1133371"/>
                  </a:lnTo>
                  <a:cubicBezTo>
                    <a:pt x="2335175" y="1134097"/>
                    <a:pt x="2334631" y="1134641"/>
                    <a:pt x="2333543" y="1135004"/>
                  </a:cubicBezTo>
                  <a:cubicBezTo>
                    <a:pt x="2331729" y="1135729"/>
                    <a:pt x="2330641" y="1136092"/>
                    <a:pt x="2330278" y="1136092"/>
                  </a:cubicBezTo>
                  <a:lnTo>
                    <a:pt x="2329734" y="1136636"/>
                  </a:lnTo>
                  <a:lnTo>
                    <a:pt x="2328646" y="1138269"/>
                  </a:lnTo>
                  <a:lnTo>
                    <a:pt x="2328102" y="1139357"/>
                  </a:lnTo>
                  <a:cubicBezTo>
                    <a:pt x="2325925" y="1143710"/>
                    <a:pt x="2324474" y="1147882"/>
                    <a:pt x="2323748" y="1151872"/>
                  </a:cubicBezTo>
                  <a:cubicBezTo>
                    <a:pt x="2323386" y="1152598"/>
                    <a:pt x="2322841" y="1153324"/>
                    <a:pt x="2322116" y="1154049"/>
                  </a:cubicBezTo>
                  <a:cubicBezTo>
                    <a:pt x="2318851" y="1157314"/>
                    <a:pt x="2314860" y="1161486"/>
                    <a:pt x="2310144" y="1166565"/>
                  </a:cubicBezTo>
                  <a:lnTo>
                    <a:pt x="2299261" y="1178536"/>
                  </a:lnTo>
                  <a:cubicBezTo>
                    <a:pt x="2290918" y="1187605"/>
                    <a:pt x="2281667" y="1194316"/>
                    <a:pt x="2271510" y="1198670"/>
                  </a:cubicBezTo>
                  <a:cubicBezTo>
                    <a:pt x="2271872" y="1199032"/>
                    <a:pt x="2272054" y="1199395"/>
                    <a:pt x="2272054" y="1199758"/>
                  </a:cubicBezTo>
                  <a:cubicBezTo>
                    <a:pt x="2272054" y="1200484"/>
                    <a:pt x="2271691" y="1201028"/>
                    <a:pt x="2270965" y="1201390"/>
                  </a:cubicBezTo>
                  <a:lnTo>
                    <a:pt x="2269333" y="1201935"/>
                  </a:lnTo>
                  <a:lnTo>
                    <a:pt x="2268245" y="1203567"/>
                  </a:lnTo>
                  <a:cubicBezTo>
                    <a:pt x="2267156" y="1205018"/>
                    <a:pt x="2266249" y="1205925"/>
                    <a:pt x="2265524" y="1206288"/>
                  </a:cubicBezTo>
                  <a:lnTo>
                    <a:pt x="2258462" y="1209426"/>
                  </a:lnTo>
                  <a:lnTo>
                    <a:pt x="2259487" y="1207376"/>
                  </a:lnTo>
                  <a:lnTo>
                    <a:pt x="2262752" y="1202479"/>
                  </a:lnTo>
                  <a:cubicBezTo>
                    <a:pt x="2265291" y="1198488"/>
                    <a:pt x="2267468" y="1194861"/>
                    <a:pt x="2269282" y="1191596"/>
                  </a:cubicBezTo>
                  <a:cubicBezTo>
                    <a:pt x="2274360" y="1182526"/>
                    <a:pt x="2277263" y="1175634"/>
                    <a:pt x="2277988" y="1170918"/>
                  </a:cubicBezTo>
                  <a:cubicBezTo>
                    <a:pt x="2280890" y="1170918"/>
                    <a:pt x="2282342" y="1169285"/>
                    <a:pt x="2282342" y="1166020"/>
                  </a:cubicBezTo>
                  <a:cubicBezTo>
                    <a:pt x="2282342" y="1164932"/>
                    <a:pt x="2282160" y="1163662"/>
                    <a:pt x="2281797" y="1162211"/>
                  </a:cubicBezTo>
                  <a:lnTo>
                    <a:pt x="2280976" y="1160363"/>
                  </a:lnTo>
                  <a:lnTo>
                    <a:pt x="2283481" y="1157858"/>
                  </a:lnTo>
                  <a:lnTo>
                    <a:pt x="2288922" y="1152961"/>
                  </a:lnTo>
                  <a:cubicBezTo>
                    <a:pt x="2293276" y="1148970"/>
                    <a:pt x="2296359" y="1145343"/>
                    <a:pt x="2298173" y="1142078"/>
                  </a:cubicBezTo>
                  <a:cubicBezTo>
                    <a:pt x="2299261" y="1139901"/>
                    <a:pt x="2301075" y="1138813"/>
                    <a:pt x="2303615" y="1138813"/>
                  </a:cubicBezTo>
                  <a:lnTo>
                    <a:pt x="2305791" y="1138813"/>
                  </a:lnTo>
                  <a:lnTo>
                    <a:pt x="2307968" y="1138269"/>
                  </a:lnTo>
                  <a:cubicBezTo>
                    <a:pt x="2306517" y="1137543"/>
                    <a:pt x="2305791" y="1136636"/>
                    <a:pt x="2305791" y="1135548"/>
                  </a:cubicBezTo>
                  <a:cubicBezTo>
                    <a:pt x="2305791" y="1135185"/>
                    <a:pt x="2305973" y="1134641"/>
                    <a:pt x="2306335" y="1133915"/>
                  </a:cubicBezTo>
                  <a:lnTo>
                    <a:pt x="2312321" y="1129562"/>
                  </a:lnTo>
                  <a:lnTo>
                    <a:pt x="2315586" y="1127386"/>
                  </a:lnTo>
                  <a:lnTo>
                    <a:pt x="2317218" y="1126297"/>
                  </a:lnTo>
                  <a:lnTo>
                    <a:pt x="2318307" y="1125753"/>
                  </a:lnTo>
                  <a:cubicBezTo>
                    <a:pt x="2319395" y="1125028"/>
                    <a:pt x="2320302" y="1124483"/>
                    <a:pt x="2321028" y="1124121"/>
                  </a:cubicBezTo>
                  <a:cubicBezTo>
                    <a:pt x="2322116" y="1124121"/>
                    <a:pt x="2323023" y="1124483"/>
                    <a:pt x="2323748" y="1125209"/>
                  </a:cubicBezTo>
                  <a:lnTo>
                    <a:pt x="2324292" y="1125209"/>
                  </a:lnTo>
                  <a:lnTo>
                    <a:pt x="2324836" y="1124665"/>
                  </a:lnTo>
                  <a:cubicBezTo>
                    <a:pt x="2325925" y="1122851"/>
                    <a:pt x="2327376" y="1121944"/>
                    <a:pt x="2329190" y="1121944"/>
                  </a:cubicBezTo>
                  <a:close/>
                  <a:moveTo>
                    <a:pt x="3067531" y="1121400"/>
                  </a:moveTo>
                  <a:cubicBezTo>
                    <a:pt x="3068256" y="1121400"/>
                    <a:pt x="3068619" y="1121763"/>
                    <a:pt x="3068619" y="1122488"/>
                  </a:cubicBezTo>
                  <a:cubicBezTo>
                    <a:pt x="3068619" y="1123214"/>
                    <a:pt x="3068438" y="1124121"/>
                    <a:pt x="3068075" y="1125209"/>
                  </a:cubicBezTo>
                  <a:lnTo>
                    <a:pt x="3067531" y="1127930"/>
                  </a:lnTo>
                  <a:lnTo>
                    <a:pt x="3067531" y="1130650"/>
                  </a:lnTo>
                  <a:lnTo>
                    <a:pt x="3066442" y="1130650"/>
                  </a:lnTo>
                  <a:cubicBezTo>
                    <a:pt x="3066080" y="1130650"/>
                    <a:pt x="3065898" y="1130469"/>
                    <a:pt x="3065898" y="1130106"/>
                  </a:cubicBezTo>
                  <a:lnTo>
                    <a:pt x="3065898" y="1126841"/>
                  </a:lnTo>
                  <a:lnTo>
                    <a:pt x="3066986" y="1123577"/>
                  </a:lnTo>
                  <a:close/>
                  <a:moveTo>
                    <a:pt x="2689754" y="1117047"/>
                  </a:moveTo>
                  <a:cubicBezTo>
                    <a:pt x="2690117" y="1117047"/>
                    <a:pt x="2690298" y="1117591"/>
                    <a:pt x="2690298" y="1118679"/>
                  </a:cubicBezTo>
                  <a:lnTo>
                    <a:pt x="2690298" y="1126841"/>
                  </a:lnTo>
                  <a:lnTo>
                    <a:pt x="2689754" y="1126841"/>
                  </a:lnTo>
                  <a:cubicBezTo>
                    <a:pt x="2689391" y="1126841"/>
                    <a:pt x="2689210" y="1126297"/>
                    <a:pt x="2689210" y="1125209"/>
                  </a:cubicBezTo>
                  <a:lnTo>
                    <a:pt x="2689210" y="1119767"/>
                  </a:lnTo>
                  <a:cubicBezTo>
                    <a:pt x="2689572" y="1118316"/>
                    <a:pt x="2689754" y="1117409"/>
                    <a:pt x="2689754" y="1117047"/>
                  </a:cubicBezTo>
                  <a:close/>
                  <a:moveTo>
                    <a:pt x="1880129" y="1117047"/>
                  </a:moveTo>
                  <a:cubicBezTo>
                    <a:pt x="1880492" y="1117047"/>
                    <a:pt x="1880673" y="1117591"/>
                    <a:pt x="1880673" y="1118679"/>
                  </a:cubicBezTo>
                  <a:lnTo>
                    <a:pt x="1880673" y="1126841"/>
                  </a:lnTo>
                  <a:lnTo>
                    <a:pt x="1880129" y="1126841"/>
                  </a:lnTo>
                  <a:cubicBezTo>
                    <a:pt x="1879766" y="1126841"/>
                    <a:pt x="1879585" y="1126297"/>
                    <a:pt x="1879585" y="1125209"/>
                  </a:cubicBezTo>
                  <a:lnTo>
                    <a:pt x="1879585" y="1119767"/>
                  </a:lnTo>
                  <a:cubicBezTo>
                    <a:pt x="1879947" y="1118316"/>
                    <a:pt x="1880129" y="1117409"/>
                    <a:pt x="1880129" y="1117047"/>
                  </a:cubicBezTo>
                  <a:close/>
                  <a:moveTo>
                    <a:pt x="2639148" y="1115414"/>
                  </a:moveTo>
                  <a:lnTo>
                    <a:pt x="2640780" y="1115414"/>
                  </a:lnTo>
                  <a:cubicBezTo>
                    <a:pt x="2640054" y="1116503"/>
                    <a:pt x="2639329" y="1117409"/>
                    <a:pt x="2638604" y="1118135"/>
                  </a:cubicBezTo>
                  <a:cubicBezTo>
                    <a:pt x="2638241" y="1118135"/>
                    <a:pt x="2637878" y="1118498"/>
                    <a:pt x="2637515" y="1119223"/>
                  </a:cubicBezTo>
                  <a:lnTo>
                    <a:pt x="2635883" y="1119223"/>
                  </a:lnTo>
                  <a:cubicBezTo>
                    <a:pt x="2636246" y="1118861"/>
                    <a:pt x="2636790" y="1118135"/>
                    <a:pt x="2637515" y="1117047"/>
                  </a:cubicBezTo>
                  <a:cubicBezTo>
                    <a:pt x="2637878" y="1117047"/>
                    <a:pt x="2638422" y="1116503"/>
                    <a:pt x="2639148" y="1115414"/>
                  </a:cubicBezTo>
                  <a:close/>
                  <a:moveTo>
                    <a:pt x="1829523" y="1115414"/>
                  </a:moveTo>
                  <a:lnTo>
                    <a:pt x="1831155" y="1115414"/>
                  </a:lnTo>
                  <a:cubicBezTo>
                    <a:pt x="1830430" y="1116503"/>
                    <a:pt x="1829704" y="1117409"/>
                    <a:pt x="1828978" y="1118135"/>
                  </a:cubicBezTo>
                  <a:cubicBezTo>
                    <a:pt x="1828616" y="1118135"/>
                    <a:pt x="1828253" y="1118498"/>
                    <a:pt x="1827890" y="1119223"/>
                  </a:cubicBezTo>
                  <a:lnTo>
                    <a:pt x="1826258" y="1119223"/>
                  </a:lnTo>
                  <a:cubicBezTo>
                    <a:pt x="1826620" y="1118861"/>
                    <a:pt x="1827165" y="1118135"/>
                    <a:pt x="1827890" y="1117047"/>
                  </a:cubicBezTo>
                  <a:cubicBezTo>
                    <a:pt x="1828253" y="1117047"/>
                    <a:pt x="1828797" y="1116503"/>
                    <a:pt x="1829523" y="1115414"/>
                  </a:cubicBezTo>
                  <a:close/>
                  <a:moveTo>
                    <a:pt x="3071340" y="1111061"/>
                  </a:moveTo>
                  <a:lnTo>
                    <a:pt x="3071884" y="1111061"/>
                  </a:lnTo>
                  <a:cubicBezTo>
                    <a:pt x="3071521" y="1112149"/>
                    <a:pt x="3071340" y="1113238"/>
                    <a:pt x="3071340" y="1114326"/>
                  </a:cubicBezTo>
                  <a:cubicBezTo>
                    <a:pt x="3070614" y="1114326"/>
                    <a:pt x="3070252" y="1114870"/>
                    <a:pt x="3070252" y="1115958"/>
                  </a:cubicBezTo>
                  <a:cubicBezTo>
                    <a:pt x="3069526" y="1116321"/>
                    <a:pt x="3068982" y="1116503"/>
                    <a:pt x="3068619" y="1116503"/>
                  </a:cubicBezTo>
                  <a:cubicBezTo>
                    <a:pt x="3068619" y="1115414"/>
                    <a:pt x="3068800" y="1114326"/>
                    <a:pt x="3069163" y="1113238"/>
                  </a:cubicBezTo>
                  <a:cubicBezTo>
                    <a:pt x="3069526" y="1113238"/>
                    <a:pt x="3069889" y="1112693"/>
                    <a:pt x="3070252" y="1111605"/>
                  </a:cubicBezTo>
                  <a:close/>
                  <a:moveTo>
                    <a:pt x="2286202" y="1109429"/>
                  </a:moveTo>
                  <a:cubicBezTo>
                    <a:pt x="2286202" y="1110880"/>
                    <a:pt x="2283662" y="1114145"/>
                    <a:pt x="2278584" y="1119223"/>
                  </a:cubicBezTo>
                  <a:lnTo>
                    <a:pt x="2275319" y="1123032"/>
                  </a:lnTo>
                  <a:lnTo>
                    <a:pt x="2272054" y="1126841"/>
                  </a:lnTo>
                  <a:cubicBezTo>
                    <a:pt x="2269877" y="1129381"/>
                    <a:pt x="2268063" y="1131557"/>
                    <a:pt x="2266612" y="1133371"/>
                  </a:cubicBezTo>
                  <a:lnTo>
                    <a:pt x="2264549" y="1136801"/>
                  </a:lnTo>
                  <a:lnTo>
                    <a:pt x="2263840" y="1136092"/>
                  </a:lnTo>
                  <a:lnTo>
                    <a:pt x="2263234" y="1135816"/>
                  </a:lnTo>
                  <a:lnTo>
                    <a:pt x="2268517" y="1128474"/>
                  </a:lnTo>
                  <a:cubicBezTo>
                    <a:pt x="2274140" y="1121581"/>
                    <a:pt x="2280035" y="1115233"/>
                    <a:pt x="2286202" y="1109429"/>
                  </a:cubicBezTo>
                  <a:close/>
                  <a:moveTo>
                    <a:pt x="2876482" y="1107252"/>
                  </a:moveTo>
                  <a:cubicBezTo>
                    <a:pt x="2877208" y="1107252"/>
                    <a:pt x="2877752" y="1107433"/>
                    <a:pt x="2878114" y="1107796"/>
                  </a:cubicBezTo>
                  <a:lnTo>
                    <a:pt x="2877570" y="1108884"/>
                  </a:lnTo>
                  <a:lnTo>
                    <a:pt x="2877026" y="1108884"/>
                  </a:lnTo>
                  <a:cubicBezTo>
                    <a:pt x="2876300" y="1108884"/>
                    <a:pt x="2875938" y="1109066"/>
                    <a:pt x="2875938" y="1109429"/>
                  </a:cubicBezTo>
                  <a:cubicBezTo>
                    <a:pt x="2874850" y="1109429"/>
                    <a:pt x="2874124" y="1109247"/>
                    <a:pt x="2873761" y="1108884"/>
                  </a:cubicBezTo>
                  <a:cubicBezTo>
                    <a:pt x="2873761" y="1108522"/>
                    <a:pt x="2873942" y="1108159"/>
                    <a:pt x="2874305" y="1107796"/>
                  </a:cubicBezTo>
                  <a:close/>
                  <a:moveTo>
                    <a:pt x="2066857" y="1107252"/>
                  </a:moveTo>
                  <a:cubicBezTo>
                    <a:pt x="2067582" y="1107252"/>
                    <a:pt x="2068127" y="1107433"/>
                    <a:pt x="2068490" y="1107796"/>
                  </a:cubicBezTo>
                  <a:lnTo>
                    <a:pt x="2067945" y="1108884"/>
                  </a:lnTo>
                  <a:lnTo>
                    <a:pt x="2067401" y="1108884"/>
                  </a:lnTo>
                  <a:cubicBezTo>
                    <a:pt x="2066676" y="1108884"/>
                    <a:pt x="2066313" y="1109066"/>
                    <a:pt x="2066313" y="1109429"/>
                  </a:cubicBezTo>
                  <a:cubicBezTo>
                    <a:pt x="2065224" y="1109429"/>
                    <a:pt x="2064499" y="1109247"/>
                    <a:pt x="2064136" y="1108884"/>
                  </a:cubicBezTo>
                  <a:cubicBezTo>
                    <a:pt x="2064136" y="1108522"/>
                    <a:pt x="2064318" y="1108159"/>
                    <a:pt x="2064680" y="1107796"/>
                  </a:cubicBezTo>
                  <a:close/>
                  <a:moveTo>
                    <a:pt x="2689210" y="1106164"/>
                  </a:moveTo>
                  <a:lnTo>
                    <a:pt x="2689754" y="1109429"/>
                  </a:lnTo>
                  <a:lnTo>
                    <a:pt x="2689754" y="1111605"/>
                  </a:lnTo>
                  <a:cubicBezTo>
                    <a:pt x="2689391" y="1111968"/>
                    <a:pt x="2689028" y="1112331"/>
                    <a:pt x="2688666" y="1112693"/>
                  </a:cubicBezTo>
                  <a:cubicBezTo>
                    <a:pt x="2688666" y="1111605"/>
                    <a:pt x="2688484" y="1110517"/>
                    <a:pt x="2688122" y="1109429"/>
                  </a:cubicBezTo>
                  <a:cubicBezTo>
                    <a:pt x="2688484" y="1109066"/>
                    <a:pt x="2688666" y="1108703"/>
                    <a:pt x="2688666" y="1108340"/>
                  </a:cubicBezTo>
                  <a:cubicBezTo>
                    <a:pt x="2688666" y="1107977"/>
                    <a:pt x="2688484" y="1107615"/>
                    <a:pt x="2688122" y="1107252"/>
                  </a:cubicBezTo>
                  <a:cubicBezTo>
                    <a:pt x="2688484" y="1106889"/>
                    <a:pt x="2688847" y="1106526"/>
                    <a:pt x="2689210" y="1106164"/>
                  </a:cubicBezTo>
                  <a:close/>
                  <a:moveTo>
                    <a:pt x="1879585" y="1106164"/>
                  </a:moveTo>
                  <a:lnTo>
                    <a:pt x="1880129" y="1109429"/>
                  </a:lnTo>
                  <a:lnTo>
                    <a:pt x="1880129" y="1111605"/>
                  </a:lnTo>
                  <a:cubicBezTo>
                    <a:pt x="1879766" y="1111968"/>
                    <a:pt x="1879403" y="1112331"/>
                    <a:pt x="1879041" y="1112693"/>
                  </a:cubicBezTo>
                  <a:cubicBezTo>
                    <a:pt x="1879041" y="1111605"/>
                    <a:pt x="1878859" y="1110517"/>
                    <a:pt x="1878496" y="1109429"/>
                  </a:cubicBezTo>
                  <a:cubicBezTo>
                    <a:pt x="1878859" y="1109066"/>
                    <a:pt x="1879041" y="1108703"/>
                    <a:pt x="1879041" y="1108340"/>
                  </a:cubicBezTo>
                  <a:cubicBezTo>
                    <a:pt x="1879041" y="1107977"/>
                    <a:pt x="1878859" y="1107615"/>
                    <a:pt x="1878496" y="1107252"/>
                  </a:cubicBezTo>
                  <a:cubicBezTo>
                    <a:pt x="1878859" y="1106889"/>
                    <a:pt x="1879222" y="1106526"/>
                    <a:pt x="1879585" y="1106164"/>
                  </a:cubicBezTo>
                  <a:close/>
                  <a:moveTo>
                    <a:pt x="2648942" y="1105075"/>
                  </a:moveTo>
                  <a:cubicBezTo>
                    <a:pt x="2649668" y="1105075"/>
                    <a:pt x="2650031" y="1105257"/>
                    <a:pt x="2650031" y="1105619"/>
                  </a:cubicBezTo>
                  <a:cubicBezTo>
                    <a:pt x="2650031" y="1105982"/>
                    <a:pt x="2649305" y="1106889"/>
                    <a:pt x="2647854" y="1108340"/>
                  </a:cubicBezTo>
                  <a:lnTo>
                    <a:pt x="2644589" y="1110517"/>
                  </a:lnTo>
                  <a:cubicBezTo>
                    <a:pt x="2643864" y="1111242"/>
                    <a:pt x="2643319" y="1111787"/>
                    <a:pt x="2642957" y="1112149"/>
                  </a:cubicBezTo>
                  <a:lnTo>
                    <a:pt x="2642957" y="1111605"/>
                  </a:lnTo>
                  <a:cubicBezTo>
                    <a:pt x="2642957" y="1110880"/>
                    <a:pt x="2643682" y="1109973"/>
                    <a:pt x="2645133" y="1108884"/>
                  </a:cubicBezTo>
                  <a:lnTo>
                    <a:pt x="2647310" y="1106708"/>
                  </a:lnTo>
                  <a:close/>
                  <a:moveTo>
                    <a:pt x="1839318" y="1105075"/>
                  </a:moveTo>
                  <a:cubicBezTo>
                    <a:pt x="1840043" y="1105075"/>
                    <a:pt x="1840406" y="1105257"/>
                    <a:pt x="1840406" y="1105619"/>
                  </a:cubicBezTo>
                  <a:cubicBezTo>
                    <a:pt x="1840406" y="1105982"/>
                    <a:pt x="1839680" y="1106889"/>
                    <a:pt x="1838229" y="1108340"/>
                  </a:cubicBezTo>
                  <a:lnTo>
                    <a:pt x="1834964" y="1110517"/>
                  </a:lnTo>
                  <a:cubicBezTo>
                    <a:pt x="1834239" y="1111242"/>
                    <a:pt x="1833694" y="1111787"/>
                    <a:pt x="1833332" y="1112149"/>
                  </a:cubicBezTo>
                  <a:lnTo>
                    <a:pt x="1833332" y="1111605"/>
                  </a:lnTo>
                  <a:cubicBezTo>
                    <a:pt x="1833332" y="1110880"/>
                    <a:pt x="1834057" y="1109973"/>
                    <a:pt x="1835508" y="1108884"/>
                  </a:cubicBezTo>
                  <a:lnTo>
                    <a:pt x="1837685" y="1106708"/>
                  </a:lnTo>
                  <a:close/>
                  <a:moveTo>
                    <a:pt x="2885188" y="1102899"/>
                  </a:moveTo>
                  <a:cubicBezTo>
                    <a:pt x="2884826" y="1109429"/>
                    <a:pt x="2883374" y="1117954"/>
                    <a:pt x="2880835" y="1128474"/>
                  </a:cubicBezTo>
                  <a:lnTo>
                    <a:pt x="2877026" y="1142622"/>
                  </a:lnTo>
                  <a:lnTo>
                    <a:pt x="2874688" y="1152754"/>
                  </a:lnTo>
                  <a:lnTo>
                    <a:pt x="2873297" y="1149044"/>
                  </a:lnTo>
                  <a:lnTo>
                    <a:pt x="2876482" y="1133915"/>
                  </a:lnTo>
                  <a:lnTo>
                    <a:pt x="2880835" y="1118135"/>
                  </a:lnTo>
                  <a:close/>
                  <a:moveTo>
                    <a:pt x="2075564" y="1102899"/>
                  </a:moveTo>
                  <a:cubicBezTo>
                    <a:pt x="2075201" y="1109429"/>
                    <a:pt x="2073750" y="1117954"/>
                    <a:pt x="2071210" y="1128474"/>
                  </a:cubicBezTo>
                  <a:lnTo>
                    <a:pt x="2067401" y="1142622"/>
                  </a:lnTo>
                  <a:lnTo>
                    <a:pt x="2065063" y="1152753"/>
                  </a:lnTo>
                  <a:lnTo>
                    <a:pt x="2063672" y="1149044"/>
                  </a:lnTo>
                  <a:lnTo>
                    <a:pt x="2066857" y="1133915"/>
                  </a:lnTo>
                  <a:lnTo>
                    <a:pt x="2071210" y="1118135"/>
                  </a:lnTo>
                  <a:close/>
                  <a:moveTo>
                    <a:pt x="2681048" y="1099634"/>
                  </a:moveTo>
                  <a:cubicBezTo>
                    <a:pt x="2682861" y="1102173"/>
                    <a:pt x="2683950" y="1105619"/>
                    <a:pt x="2684312" y="1109973"/>
                  </a:cubicBezTo>
                  <a:cubicBezTo>
                    <a:pt x="2684675" y="1111424"/>
                    <a:pt x="2684857" y="1113238"/>
                    <a:pt x="2684857" y="1115414"/>
                  </a:cubicBezTo>
                  <a:cubicBezTo>
                    <a:pt x="2684857" y="1117228"/>
                    <a:pt x="2684675" y="1119405"/>
                    <a:pt x="2684312" y="1121944"/>
                  </a:cubicBezTo>
                  <a:lnTo>
                    <a:pt x="2682680" y="1134460"/>
                  </a:lnTo>
                  <a:cubicBezTo>
                    <a:pt x="2681954" y="1139901"/>
                    <a:pt x="2681592" y="1144436"/>
                    <a:pt x="2681592" y="1148063"/>
                  </a:cubicBezTo>
                  <a:cubicBezTo>
                    <a:pt x="2681229" y="1146612"/>
                    <a:pt x="2681047" y="1144617"/>
                    <a:pt x="2681048" y="1142078"/>
                  </a:cubicBezTo>
                  <a:lnTo>
                    <a:pt x="2681048" y="1137724"/>
                  </a:lnTo>
                  <a:lnTo>
                    <a:pt x="2681592" y="1131739"/>
                  </a:lnTo>
                  <a:lnTo>
                    <a:pt x="2682136" y="1124665"/>
                  </a:lnTo>
                  <a:cubicBezTo>
                    <a:pt x="2682498" y="1121037"/>
                    <a:pt x="2682680" y="1117772"/>
                    <a:pt x="2682680" y="1114870"/>
                  </a:cubicBezTo>
                  <a:lnTo>
                    <a:pt x="2682680" y="1111061"/>
                  </a:lnTo>
                  <a:cubicBezTo>
                    <a:pt x="2682680" y="1106345"/>
                    <a:pt x="2682136" y="1102536"/>
                    <a:pt x="2681048" y="1099634"/>
                  </a:cubicBezTo>
                  <a:close/>
                  <a:moveTo>
                    <a:pt x="1871422" y="1099634"/>
                  </a:moveTo>
                  <a:cubicBezTo>
                    <a:pt x="1873236" y="1102173"/>
                    <a:pt x="1874325" y="1105619"/>
                    <a:pt x="1874687" y="1109973"/>
                  </a:cubicBezTo>
                  <a:cubicBezTo>
                    <a:pt x="1875050" y="1111424"/>
                    <a:pt x="1875232" y="1113238"/>
                    <a:pt x="1875232" y="1115414"/>
                  </a:cubicBezTo>
                  <a:cubicBezTo>
                    <a:pt x="1875232" y="1117228"/>
                    <a:pt x="1875050" y="1119405"/>
                    <a:pt x="1874687" y="1121944"/>
                  </a:cubicBezTo>
                  <a:lnTo>
                    <a:pt x="1873055" y="1134460"/>
                  </a:lnTo>
                  <a:cubicBezTo>
                    <a:pt x="1872329" y="1139901"/>
                    <a:pt x="1871967" y="1144436"/>
                    <a:pt x="1871967" y="1148063"/>
                  </a:cubicBezTo>
                  <a:cubicBezTo>
                    <a:pt x="1871604" y="1146612"/>
                    <a:pt x="1871422" y="1144617"/>
                    <a:pt x="1871422" y="1142078"/>
                  </a:cubicBezTo>
                  <a:lnTo>
                    <a:pt x="1871422" y="1137724"/>
                  </a:lnTo>
                  <a:lnTo>
                    <a:pt x="1871967" y="1131739"/>
                  </a:lnTo>
                  <a:lnTo>
                    <a:pt x="1872511" y="1124665"/>
                  </a:lnTo>
                  <a:cubicBezTo>
                    <a:pt x="1872874" y="1121037"/>
                    <a:pt x="1873055" y="1117772"/>
                    <a:pt x="1873055" y="1114870"/>
                  </a:cubicBezTo>
                  <a:lnTo>
                    <a:pt x="1873055" y="1111061"/>
                  </a:lnTo>
                  <a:cubicBezTo>
                    <a:pt x="1873055" y="1106345"/>
                    <a:pt x="1872511" y="1102536"/>
                    <a:pt x="1871422" y="1099634"/>
                  </a:cubicBezTo>
                  <a:close/>
                  <a:moveTo>
                    <a:pt x="2676694" y="1094736"/>
                  </a:moveTo>
                  <a:cubicBezTo>
                    <a:pt x="2677783" y="1094736"/>
                    <a:pt x="2678689" y="1095099"/>
                    <a:pt x="2679415" y="1095825"/>
                  </a:cubicBezTo>
                  <a:cubicBezTo>
                    <a:pt x="2680140" y="1096913"/>
                    <a:pt x="2680503" y="1097639"/>
                    <a:pt x="2680503" y="1098001"/>
                  </a:cubicBezTo>
                  <a:cubicBezTo>
                    <a:pt x="2680140" y="1097639"/>
                    <a:pt x="2679596" y="1097276"/>
                    <a:pt x="2678871" y="1096913"/>
                  </a:cubicBezTo>
                  <a:lnTo>
                    <a:pt x="2678327" y="1096369"/>
                  </a:lnTo>
                  <a:lnTo>
                    <a:pt x="2677783" y="1096369"/>
                  </a:lnTo>
                  <a:cubicBezTo>
                    <a:pt x="2677782" y="1095643"/>
                    <a:pt x="2677420" y="1095281"/>
                    <a:pt x="2676694" y="1095281"/>
                  </a:cubicBezTo>
                  <a:close/>
                  <a:moveTo>
                    <a:pt x="1867069" y="1094736"/>
                  </a:moveTo>
                  <a:cubicBezTo>
                    <a:pt x="1868157" y="1094736"/>
                    <a:pt x="1869064" y="1095099"/>
                    <a:pt x="1869790" y="1095825"/>
                  </a:cubicBezTo>
                  <a:cubicBezTo>
                    <a:pt x="1870516" y="1096913"/>
                    <a:pt x="1870878" y="1097639"/>
                    <a:pt x="1870878" y="1098001"/>
                  </a:cubicBezTo>
                  <a:cubicBezTo>
                    <a:pt x="1870516" y="1097639"/>
                    <a:pt x="1869971" y="1097276"/>
                    <a:pt x="1869246" y="1096913"/>
                  </a:cubicBezTo>
                  <a:lnTo>
                    <a:pt x="1868702" y="1096369"/>
                  </a:lnTo>
                  <a:lnTo>
                    <a:pt x="1868158" y="1096369"/>
                  </a:lnTo>
                  <a:cubicBezTo>
                    <a:pt x="1868158" y="1095643"/>
                    <a:pt x="1867795" y="1095281"/>
                    <a:pt x="1867069" y="1095281"/>
                  </a:cubicBezTo>
                  <a:close/>
                  <a:moveTo>
                    <a:pt x="2671797" y="1093104"/>
                  </a:moveTo>
                  <a:cubicBezTo>
                    <a:pt x="2673974" y="1093104"/>
                    <a:pt x="2675606" y="1093648"/>
                    <a:pt x="2676694" y="1094736"/>
                  </a:cubicBezTo>
                  <a:lnTo>
                    <a:pt x="2675062" y="1094736"/>
                  </a:lnTo>
                  <a:cubicBezTo>
                    <a:pt x="2673610" y="1094736"/>
                    <a:pt x="2672160" y="1094918"/>
                    <a:pt x="2670709" y="1095281"/>
                  </a:cubicBezTo>
                  <a:lnTo>
                    <a:pt x="2665811" y="1096369"/>
                  </a:lnTo>
                  <a:cubicBezTo>
                    <a:pt x="2661458" y="1097820"/>
                    <a:pt x="2658012" y="1099815"/>
                    <a:pt x="2655472" y="1102355"/>
                  </a:cubicBezTo>
                  <a:cubicBezTo>
                    <a:pt x="2657286" y="1099090"/>
                    <a:pt x="2660551" y="1096550"/>
                    <a:pt x="2665267" y="1094736"/>
                  </a:cubicBezTo>
                  <a:cubicBezTo>
                    <a:pt x="2667806" y="1093648"/>
                    <a:pt x="2669983" y="1093104"/>
                    <a:pt x="2671797" y="1093104"/>
                  </a:cubicBezTo>
                  <a:close/>
                  <a:moveTo>
                    <a:pt x="1862172" y="1093104"/>
                  </a:moveTo>
                  <a:cubicBezTo>
                    <a:pt x="1864348" y="1093104"/>
                    <a:pt x="1865981" y="1093648"/>
                    <a:pt x="1867069" y="1094736"/>
                  </a:cubicBezTo>
                  <a:lnTo>
                    <a:pt x="1865437" y="1094736"/>
                  </a:lnTo>
                  <a:cubicBezTo>
                    <a:pt x="1863986" y="1094736"/>
                    <a:pt x="1862534" y="1094918"/>
                    <a:pt x="1861084" y="1095281"/>
                  </a:cubicBezTo>
                  <a:lnTo>
                    <a:pt x="1856186" y="1096369"/>
                  </a:lnTo>
                  <a:cubicBezTo>
                    <a:pt x="1851833" y="1097820"/>
                    <a:pt x="1848387" y="1099815"/>
                    <a:pt x="1845847" y="1102355"/>
                  </a:cubicBezTo>
                  <a:cubicBezTo>
                    <a:pt x="1847661" y="1099090"/>
                    <a:pt x="1850926" y="1096550"/>
                    <a:pt x="1855642" y="1094736"/>
                  </a:cubicBezTo>
                  <a:cubicBezTo>
                    <a:pt x="1858181" y="1093648"/>
                    <a:pt x="1860358" y="1093104"/>
                    <a:pt x="1862172" y="1093104"/>
                  </a:cubicBezTo>
                  <a:close/>
                  <a:moveTo>
                    <a:pt x="3083311" y="1092016"/>
                  </a:moveTo>
                  <a:cubicBezTo>
                    <a:pt x="3083674" y="1092378"/>
                    <a:pt x="3083855" y="1092741"/>
                    <a:pt x="3083855" y="1093104"/>
                  </a:cubicBezTo>
                  <a:cubicBezTo>
                    <a:pt x="3083855" y="1093829"/>
                    <a:pt x="3083492" y="1094736"/>
                    <a:pt x="3082767" y="1095825"/>
                  </a:cubicBezTo>
                  <a:lnTo>
                    <a:pt x="3080590" y="1099090"/>
                  </a:lnTo>
                  <a:lnTo>
                    <a:pt x="3078958" y="1101810"/>
                  </a:lnTo>
                  <a:lnTo>
                    <a:pt x="3076237" y="1101810"/>
                  </a:lnTo>
                  <a:cubicBezTo>
                    <a:pt x="3077325" y="1099634"/>
                    <a:pt x="3078595" y="1097639"/>
                    <a:pt x="3080046" y="1095825"/>
                  </a:cubicBezTo>
                  <a:lnTo>
                    <a:pt x="3081679" y="1094192"/>
                  </a:lnTo>
                  <a:close/>
                  <a:moveTo>
                    <a:pt x="2674518" y="1087118"/>
                  </a:moveTo>
                  <a:lnTo>
                    <a:pt x="2675606" y="1087118"/>
                  </a:lnTo>
                  <a:cubicBezTo>
                    <a:pt x="2676331" y="1087118"/>
                    <a:pt x="2677238" y="1087300"/>
                    <a:pt x="2678327" y="1087662"/>
                  </a:cubicBezTo>
                  <a:cubicBezTo>
                    <a:pt x="2679778" y="1088025"/>
                    <a:pt x="2681229" y="1088751"/>
                    <a:pt x="2682680" y="1089839"/>
                  </a:cubicBezTo>
                  <a:lnTo>
                    <a:pt x="2684857" y="1091471"/>
                  </a:lnTo>
                  <a:lnTo>
                    <a:pt x="2686489" y="1093104"/>
                  </a:lnTo>
                  <a:lnTo>
                    <a:pt x="2685945" y="1094192"/>
                  </a:lnTo>
                  <a:lnTo>
                    <a:pt x="2685945" y="1095825"/>
                  </a:lnTo>
                  <a:cubicBezTo>
                    <a:pt x="2682317" y="1091109"/>
                    <a:pt x="2678145" y="1088569"/>
                    <a:pt x="2673429" y="1088207"/>
                  </a:cubicBezTo>
                  <a:cubicBezTo>
                    <a:pt x="2673429" y="1087481"/>
                    <a:pt x="2673792" y="1087118"/>
                    <a:pt x="2674518" y="1087118"/>
                  </a:cubicBezTo>
                  <a:close/>
                  <a:moveTo>
                    <a:pt x="1864893" y="1087118"/>
                  </a:moveTo>
                  <a:lnTo>
                    <a:pt x="1865981" y="1087118"/>
                  </a:lnTo>
                  <a:cubicBezTo>
                    <a:pt x="1866706" y="1087118"/>
                    <a:pt x="1867613" y="1087300"/>
                    <a:pt x="1868702" y="1087662"/>
                  </a:cubicBezTo>
                  <a:cubicBezTo>
                    <a:pt x="1870153" y="1088025"/>
                    <a:pt x="1871604" y="1088751"/>
                    <a:pt x="1873055" y="1089839"/>
                  </a:cubicBezTo>
                  <a:lnTo>
                    <a:pt x="1875232" y="1091471"/>
                  </a:lnTo>
                  <a:lnTo>
                    <a:pt x="1876864" y="1093104"/>
                  </a:lnTo>
                  <a:lnTo>
                    <a:pt x="1876320" y="1094192"/>
                  </a:lnTo>
                  <a:lnTo>
                    <a:pt x="1876320" y="1095825"/>
                  </a:lnTo>
                  <a:cubicBezTo>
                    <a:pt x="1872692" y="1091109"/>
                    <a:pt x="1868520" y="1088569"/>
                    <a:pt x="1863804" y="1088207"/>
                  </a:cubicBezTo>
                  <a:cubicBezTo>
                    <a:pt x="1863804" y="1087481"/>
                    <a:pt x="1864167" y="1087118"/>
                    <a:pt x="1864893" y="1087118"/>
                  </a:cubicBezTo>
                  <a:close/>
                  <a:moveTo>
                    <a:pt x="2890630" y="1083309"/>
                  </a:moveTo>
                  <a:cubicBezTo>
                    <a:pt x="2891718" y="1084398"/>
                    <a:pt x="2892262" y="1085667"/>
                    <a:pt x="2892262" y="1087118"/>
                  </a:cubicBezTo>
                  <a:cubicBezTo>
                    <a:pt x="2892262" y="1089658"/>
                    <a:pt x="2890993" y="1092560"/>
                    <a:pt x="2888453" y="1095825"/>
                  </a:cubicBezTo>
                  <a:cubicBezTo>
                    <a:pt x="2888090" y="1095462"/>
                    <a:pt x="2887909" y="1094918"/>
                    <a:pt x="2887909" y="1094192"/>
                  </a:cubicBezTo>
                  <a:cubicBezTo>
                    <a:pt x="2887909" y="1093467"/>
                    <a:pt x="2888272" y="1092378"/>
                    <a:pt x="2888998" y="1090927"/>
                  </a:cubicBezTo>
                  <a:lnTo>
                    <a:pt x="2890630" y="1087662"/>
                  </a:lnTo>
                  <a:cubicBezTo>
                    <a:pt x="2890993" y="1086937"/>
                    <a:pt x="2891174" y="1086211"/>
                    <a:pt x="2891174" y="1085486"/>
                  </a:cubicBezTo>
                  <a:cubicBezTo>
                    <a:pt x="2891174" y="1084760"/>
                    <a:pt x="2890993" y="1084035"/>
                    <a:pt x="2890630" y="1083309"/>
                  </a:cubicBezTo>
                  <a:close/>
                  <a:moveTo>
                    <a:pt x="2081005" y="1083309"/>
                  </a:moveTo>
                  <a:cubicBezTo>
                    <a:pt x="2082093" y="1084398"/>
                    <a:pt x="2082637" y="1085667"/>
                    <a:pt x="2082637" y="1087118"/>
                  </a:cubicBezTo>
                  <a:cubicBezTo>
                    <a:pt x="2082637" y="1089658"/>
                    <a:pt x="2081368" y="1092560"/>
                    <a:pt x="2078828" y="1095825"/>
                  </a:cubicBezTo>
                  <a:cubicBezTo>
                    <a:pt x="2078466" y="1095462"/>
                    <a:pt x="2078284" y="1094918"/>
                    <a:pt x="2078284" y="1094192"/>
                  </a:cubicBezTo>
                  <a:cubicBezTo>
                    <a:pt x="2078284" y="1093467"/>
                    <a:pt x="2078647" y="1092378"/>
                    <a:pt x="2079372" y="1090927"/>
                  </a:cubicBezTo>
                  <a:lnTo>
                    <a:pt x="2081005" y="1087662"/>
                  </a:lnTo>
                  <a:cubicBezTo>
                    <a:pt x="2081368" y="1086937"/>
                    <a:pt x="2081549" y="1086211"/>
                    <a:pt x="2081549" y="1085486"/>
                  </a:cubicBezTo>
                  <a:cubicBezTo>
                    <a:pt x="2081549" y="1084760"/>
                    <a:pt x="2081368" y="1084035"/>
                    <a:pt x="2081005" y="1083309"/>
                  </a:cubicBezTo>
                  <a:close/>
                  <a:moveTo>
                    <a:pt x="2892262" y="1081133"/>
                  </a:moveTo>
                  <a:lnTo>
                    <a:pt x="2893351" y="1081133"/>
                  </a:lnTo>
                  <a:lnTo>
                    <a:pt x="2894439" y="1081677"/>
                  </a:lnTo>
                  <a:cubicBezTo>
                    <a:pt x="2894439" y="1082040"/>
                    <a:pt x="2893895" y="1082221"/>
                    <a:pt x="2892806" y="1082221"/>
                  </a:cubicBezTo>
                  <a:lnTo>
                    <a:pt x="2890630" y="1082221"/>
                  </a:lnTo>
                  <a:cubicBezTo>
                    <a:pt x="2890993" y="1081495"/>
                    <a:pt x="2891537" y="1081133"/>
                    <a:pt x="2892262" y="1081133"/>
                  </a:cubicBezTo>
                  <a:close/>
                  <a:moveTo>
                    <a:pt x="2082637" y="1081133"/>
                  </a:moveTo>
                  <a:lnTo>
                    <a:pt x="2083726" y="1081133"/>
                  </a:lnTo>
                  <a:lnTo>
                    <a:pt x="2084814" y="1081677"/>
                  </a:lnTo>
                  <a:cubicBezTo>
                    <a:pt x="2084814" y="1082040"/>
                    <a:pt x="2084270" y="1082221"/>
                    <a:pt x="2083182" y="1082221"/>
                  </a:cubicBezTo>
                  <a:lnTo>
                    <a:pt x="2081005" y="1082221"/>
                  </a:lnTo>
                  <a:cubicBezTo>
                    <a:pt x="2081368" y="1081495"/>
                    <a:pt x="2081912" y="1081133"/>
                    <a:pt x="2082637" y="1081133"/>
                  </a:cubicBezTo>
                  <a:close/>
                  <a:moveTo>
                    <a:pt x="2896616" y="1080588"/>
                  </a:moveTo>
                  <a:cubicBezTo>
                    <a:pt x="2897704" y="1080588"/>
                    <a:pt x="2898248" y="1080770"/>
                    <a:pt x="2898248" y="1081133"/>
                  </a:cubicBezTo>
                  <a:cubicBezTo>
                    <a:pt x="2898611" y="1081495"/>
                    <a:pt x="2898792" y="1081858"/>
                    <a:pt x="2898792" y="1082221"/>
                  </a:cubicBezTo>
                  <a:cubicBezTo>
                    <a:pt x="2898792" y="1082584"/>
                    <a:pt x="2898611" y="1082946"/>
                    <a:pt x="2898248" y="1083309"/>
                  </a:cubicBezTo>
                  <a:cubicBezTo>
                    <a:pt x="2898248" y="1084035"/>
                    <a:pt x="2897885" y="1084398"/>
                    <a:pt x="2897160" y="1084398"/>
                  </a:cubicBezTo>
                  <a:lnTo>
                    <a:pt x="2896616" y="1084398"/>
                  </a:lnTo>
                  <a:cubicBezTo>
                    <a:pt x="2895890" y="1084398"/>
                    <a:pt x="2895346" y="1084216"/>
                    <a:pt x="2894983" y="1083853"/>
                  </a:cubicBezTo>
                  <a:cubicBezTo>
                    <a:pt x="2895346" y="1083128"/>
                    <a:pt x="2895527" y="1082402"/>
                    <a:pt x="2895527" y="1081677"/>
                  </a:cubicBezTo>
                  <a:cubicBezTo>
                    <a:pt x="2896253" y="1081677"/>
                    <a:pt x="2896616" y="1081314"/>
                    <a:pt x="2896616" y="1080588"/>
                  </a:cubicBezTo>
                  <a:close/>
                  <a:moveTo>
                    <a:pt x="2086991" y="1080588"/>
                  </a:moveTo>
                  <a:cubicBezTo>
                    <a:pt x="2088079" y="1080588"/>
                    <a:pt x="2088623" y="1080770"/>
                    <a:pt x="2088623" y="1081133"/>
                  </a:cubicBezTo>
                  <a:cubicBezTo>
                    <a:pt x="2088986" y="1081495"/>
                    <a:pt x="2089167" y="1081858"/>
                    <a:pt x="2089167" y="1082221"/>
                  </a:cubicBezTo>
                  <a:cubicBezTo>
                    <a:pt x="2089167" y="1082584"/>
                    <a:pt x="2088986" y="1082946"/>
                    <a:pt x="2088623" y="1083309"/>
                  </a:cubicBezTo>
                  <a:cubicBezTo>
                    <a:pt x="2088623" y="1084035"/>
                    <a:pt x="2088260" y="1084398"/>
                    <a:pt x="2087535" y="1084398"/>
                  </a:cubicBezTo>
                  <a:lnTo>
                    <a:pt x="2086991" y="1084398"/>
                  </a:lnTo>
                  <a:cubicBezTo>
                    <a:pt x="2086265" y="1084398"/>
                    <a:pt x="2085721" y="1084216"/>
                    <a:pt x="2085358" y="1083853"/>
                  </a:cubicBezTo>
                  <a:cubicBezTo>
                    <a:pt x="2085721" y="1083128"/>
                    <a:pt x="2085902" y="1082402"/>
                    <a:pt x="2085902" y="1081677"/>
                  </a:cubicBezTo>
                  <a:cubicBezTo>
                    <a:pt x="2086628" y="1081677"/>
                    <a:pt x="2086991" y="1081314"/>
                    <a:pt x="2086991" y="1080588"/>
                  </a:cubicBezTo>
                  <a:close/>
                  <a:moveTo>
                    <a:pt x="2879203" y="1069705"/>
                  </a:moveTo>
                  <a:lnTo>
                    <a:pt x="2882468" y="1070250"/>
                  </a:lnTo>
                  <a:lnTo>
                    <a:pt x="2882468" y="1072426"/>
                  </a:lnTo>
                  <a:lnTo>
                    <a:pt x="2878658" y="1071882"/>
                  </a:lnTo>
                  <a:cubicBezTo>
                    <a:pt x="2879021" y="1071156"/>
                    <a:pt x="2879203" y="1070431"/>
                    <a:pt x="2879203" y="1069705"/>
                  </a:cubicBezTo>
                  <a:close/>
                  <a:moveTo>
                    <a:pt x="2069578" y="1069705"/>
                  </a:moveTo>
                  <a:lnTo>
                    <a:pt x="2072843" y="1070250"/>
                  </a:lnTo>
                  <a:lnTo>
                    <a:pt x="2072843" y="1072426"/>
                  </a:lnTo>
                  <a:lnTo>
                    <a:pt x="2069034" y="1071882"/>
                  </a:lnTo>
                  <a:cubicBezTo>
                    <a:pt x="2069396" y="1071156"/>
                    <a:pt x="2069578" y="1070431"/>
                    <a:pt x="2069578" y="1069705"/>
                  </a:cubicBezTo>
                  <a:close/>
                  <a:moveTo>
                    <a:pt x="1025902" y="1061543"/>
                  </a:moveTo>
                  <a:lnTo>
                    <a:pt x="1026446" y="1061543"/>
                  </a:lnTo>
                  <a:cubicBezTo>
                    <a:pt x="1026809" y="1061543"/>
                    <a:pt x="1026990" y="1061906"/>
                    <a:pt x="1026990" y="1062631"/>
                  </a:cubicBezTo>
                  <a:lnTo>
                    <a:pt x="1026990" y="1064264"/>
                  </a:lnTo>
                  <a:lnTo>
                    <a:pt x="1026446" y="1068073"/>
                  </a:lnTo>
                  <a:lnTo>
                    <a:pt x="1025902" y="1071338"/>
                  </a:lnTo>
                  <a:cubicBezTo>
                    <a:pt x="1024814" y="1070975"/>
                    <a:pt x="1024270" y="1069887"/>
                    <a:pt x="1024270" y="1068073"/>
                  </a:cubicBezTo>
                  <a:cubicBezTo>
                    <a:pt x="1024270" y="1066622"/>
                    <a:pt x="1024814" y="1064445"/>
                    <a:pt x="1025902" y="1061543"/>
                  </a:cubicBezTo>
                  <a:close/>
                  <a:moveTo>
                    <a:pt x="2877026" y="1056102"/>
                  </a:moveTo>
                  <a:cubicBezTo>
                    <a:pt x="2878114" y="1056102"/>
                    <a:pt x="2878658" y="1056464"/>
                    <a:pt x="2878658" y="1057190"/>
                  </a:cubicBezTo>
                  <a:cubicBezTo>
                    <a:pt x="2878658" y="1057553"/>
                    <a:pt x="2878477" y="1058097"/>
                    <a:pt x="2878114" y="1058822"/>
                  </a:cubicBezTo>
                  <a:lnTo>
                    <a:pt x="2877026" y="1060455"/>
                  </a:lnTo>
                  <a:lnTo>
                    <a:pt x="2875938" y="1061543"/>
                  </a:lnTo>
                  <a:cubicBezTo>
                    <a:pt x="2875212" y="1061180"/>
                    <a:pt x="2874850" y="1060636"/>
                    <a:pt x="2874850" y="1059911"/>
                  </a:cubicBezTo>
                  <a:cubicBezTo>
                    <a:pt x="2874850" y="1059548"/>
                    <a:pt x="2875031" y="1059185"/>
                    <a:pt x="2875394" y="1058822"/>
                  </a:cubicBezTo>
                  <a:lnTo>
                    <a:pt x="2876482" y="1057734"/>
                  </a:lnTo>
                  <a:cubicBezTo>
                    <a:pt x="2876845" y="1057371"/>
                    <a:pt x="2877026" y="1057008"/>
                    <a:pt x="2877026" y="1056646"/>
                  </a:cubicBezTo>
                  <a:close/>
                  <a:moveTo>
                    <a:pt x="2067401" y="1056102"/>
                  </a:moveTo>
                  <a:cubicBezTo>
                    <a:pt x="2068490" y="1056102"/>
                    <a:pt x="2069034" y="1056464"/>
                    <a:pt x="2069034" y="1057190"/>
                  </a:cubicBezTo>
                  <a:cubicBezTo>
                    <a:pt x="2069034" y="1057553"/>
                    <a:pt x="2068852" y="1058097"/>
                    <a:pt x="2068490" y="1058822"/>
                  </a:cubicBezTo>
                  <a:lnTo>
                    <a:pt x="2067401" y="1060455"/>
                  </a:lnTo>
                  <a:lnTo>
                    <a:pt x="2066313" y="1061543"/>
                  </a:lnTo>
                  <a:cubicBezTo>
                    <a:pt x="2065587" y="1061180"/>
                    <a:pt x="2065224" y="1060636"/>
                    <a:pt x="2065224" y="1059911"/>
                  </a:cubicBezTo>
                  <a:cubicBezTo>
                    <a:pt x="2065224" y="1059548"/>
                    <a:pt x="2065406" y="1059185"/>
                    <a:pt x="2065769" y="1058822"/>
                  </a:cubicBezTo>
                  <a:lnTo>
                    <a:pt x="2066857" y="1057734"/>
                  </a:lnTo>
                  <a:cubicBezTo>
                    <a:pt x="2067220" y="1057371"/>
                    <a:pt x="2067401" y="1057008"/>
                    <a:pt x="2067401" y="1056646"/>
                  </a:cubicBezTo>
                  <a:close/>
                  <a:moveTo>
                    <a:pt x="2900425" y="1052837"/>
                  </a:moveTo>
                  <a:lnTo>
                    <a:pt x="2900425" y="1059911"/>
                  </a:lnTo>
                  <a:cubicBezTo>
                    <a:pt x="2900062" y="1062813"/>
                    <a:pt x="2899518" y="1065352"/>
                    <a:pt x="2898792" y="1067529"/>
                  </a:cubicBezTo>
                  <a:cubicBezTo>
                    <a:pt x="2897341" y="1073333"/>
                    <a:pt x="2894983" y="1076961"/>
                    <a:pt x="2891718" y="1078412"/>
                  </a:cubicBezTo>
                  <a:lnTo>
                    <a:pt x="2893895" y="1071882"/>
                  </a:lnTo>
                  <a:lnTo>
                    <a:pt x="2896072" y="1065352"/>
                  </a:lnTo>
                  <a:cubicBezTo>
                    <a:pt x="2897885" y="1059548"/>
                    <a:pt x="2899336" y="1055376"/>
                    <a:pt x="2900425" y="1052837"/>
                  </a:cubicBezTo>
                  <a:close/>
                  <a:moveTo>
                    <a:pt x="2090800" y="1052837"/>
                  </a:moveTo>
                  <a:lnTo>
                    <a:pt x="2090800" y="1059911"/>
                  </a:lnTo>
                  <a:cubicBezTo>
                    <a:pt x="2090437" y="1062813"/>
                    <a:pt x="2089893" y="1065352"/>
                    <a:pt x="2089167" y="1067529"/>
                  </a:cubicBezTo>
                  <a:cubicBezTo>
                    <a:pt x="2087716" y="1073333"/>
                    <a:pt x="2085358" y="1076961"/>
                    <a:pt x="2082093" y="1078412"/>
                  </a:cubicBezTo>
                  <a:lnTo>
                    <a:pt x="2084270" y="1071882"/>
                  </a:lnTo>
                  <a:lnTo>
                    <a:pt x="2086446" y="1065352"/>
                  </a:lnTo>
                  <a:cubicBezTo>
                    <a:pt x="2088260" y="1059548"/>
                    <a:pt x="2089711" y="1055376"/>
                    <a:pt x="2090800" y="1052837"/>
                  </a:cubicBezTo>
                  <a:close/>
                  <a:moveTo>
                    <a:pt x="2885732" y="1051204"/>
                  </a:moveTo>
                  <a:cubicBezTo>
                    <a:pt x="2887184" y="1051204"/>
                    <a:pt x="2887909" y="1051386"/>
                    <a:pt x="2887909" y="1051748"/>
                  </a:cubicBezTo>
                  <a:lnTo>
                    <a:pt x="2887909" y="1052292"/>
                  </a:lnTo>
                  <a:cubicBezTo>
                    <a:pt x="2887546" y="1053018"/>
                    <a:pt x="2886640" y="1053744"/>
                    <a:pt x="2885188" y="1054469"/>
                  </a:cubicBezTo>
                  <a:lnTo>
                    <a:pt x="2883556" y="1055557"/>
                  </a:lnTo>
                  <a:cubicBezTo>
                    <a:pt x="2883556" y="1054832"/>
                    <a:pt x="2884281" y="1053925"/>
                    <a:pt x="2885732" y="1052837"/>
                  </a:cubicBezTo>
                  <a:close/>
                  <a:moveTo>
                    <a:pt x="2076108" y="1051204"/>
                  </a:moveTo>
                  <a:cubicBezTo>
                    <a:pt x="2077559" y="1051204"/>
                    <a:pt x="2078284" y="1051386"/>
                    <a:pt x="2078284" y="1051748"/>
                  </a:cubicBezTo>
                  <a:lnTo>
                    <a:pt x="2078284" y="1052292"/>
                  </a:lnTo>
                  <a:cubicBezTo>
                    <a:pt x="2077921" y="1053018"/>
                    <a:pt x="2077014" y="1053744"/>
                    <a:pt x="2075564" y="1054469"/>
                  </a:cubicBezTo>
                  <a:lnTo>
                    <a:pt x="2073931" y="1055557"/>
                  </a:lnTo>
                  <a:cubicBezTo>
                    <a:pt x="2073931" y="1054832"/>
                    <a:pt x="2074656" y="1053925"/>
                    <a:pt x="2076108" y="1052837"/>
                  </a:cubicBezTo>
                  <a:close/>
                  <a:moveTo>
                    <a:pt x="1066214" y="1022451"/>
                  </a:moveTo>
                  <a:lnTo>
                    <a:pt x="1061272" y="1038689"/>
                  </a:lnTo>
                  <a:lnTo>
                    <a:pt x="1053654" y="1063720"/>
                  </a:lnTo>
                  <a:lnTo>
                    <a:pt x="1046036" y="1088751"/>
                  </a:lnTo>
                  <a:lnTo>
                    <a:pt x="1038962" y="1112693"/>
                  </a:lnTo>
                  <a:cubicBezTo>
                    <a:pt x="1033520" y="1131920"/>
                    <a:pt x="1028623" y="1147519"/>
                    <a:pt x="1024270" y="1159491"/>
                  </a:cubicBezTo>
                  <a:cubicBezTo>
                    <a:pt x="1022818" y="1159491"/>
                    <a:pt x="1022093" y="1158221"/>
                    <a:pt x="1022093" y="1155682"/>
                  </a:cubicBezTo>
                  <a:cubicBezTo>
                    <a:pt x="1022093" y="1152417"/>
                    <a:pt x="1023363" y="1146794"/>
                    <a:pt x="1025902" y="1138813"/>
                  </a:cubicBezTo>
                  <a:cubicBezTo>
                    <a:pt x="1027716" y="1132646"/>
                    <a:pt x="1029711" y="1126660"/>
                    <a:pt x="1031888" y="1120856"/>
                  </a:cubicBezTo>
                  <a:cubicBezTo>
                    <a:pt x="1034427" y="1113600"/>
                    <a:pt x="1036060" y="1108522"/>
                    <a:pt x="1036785" y="1105619"/>
                  </a:cubicBezTo>
                  <a:close/>
                  <a:moveTo>
                    <a:pt x="2906410" y="1009304"/>
                  </a:moveTo>
                  <a:cubicBezTo>
                    <a:pt x="2907861" y="1009304"/>
                    <a:pt x="2908587" y="1010030"/>
                    <a:pt x="2908587" y="1011481"/>
                  </a:cubicBezTo>
                  <a:cubicBezTo>
                    <a:pt x="2908587" y="1011844"/>
                    <a:pt x="2908406" y="1012388"/>
                    <a:pt x="2908043" y="1013113"/>
                  </a:cubicBezTo>
                  <a:lnTo>
                    <a:pt x="2907499" y="1015834"/>
                  </a:lnTo>
                  <a:lnTo>
                    <a:pt x="2907499" y="1016923"/>
                  </a:lnTo>
                  <a:cubicBezTo>
                    <a:pt x="2907499" y="1017285"/>
                    <a:pt x="2907680" y="1017648"/>
                    <a:pt x="2908043" y="1018011"/>
                  </a:cubicBezTo>
                  <a:cubicBezTo>
                    <a:pt x="2907680" y="1018736"/>
                    <a:pt x="2907136" y="1019099"/>
                    <a:pt x="2906410" y="1019099"/>
                  </a:cubicBezTo>
                  <a:cubicBezTo>
                    <a:pt x="2906048" y="1019099"/>
                    <a:pt x="2905685" y="1018918"/>
                    <a:pt x="2905322" y="1018555"/>
                  </a:cubicBezTo>
                  <a:lnTo>
                    <a:pt x="2903690" y="1016923"/>
                  </a:lnTo>
                  <a:lnTo>
                    <a:pt x="2901513" y="1015834"/>
                  </a:lnTo>
                  <a:lnTo>
                    <a:pt x="2903145" y="1013658"/>
                  </a:lnTo>
                  <a:lnTo>
                    <a:pt x="2904778" y="1012569"/>
                  </a:lnTo>
                  <a:cubicBezTo>
                    <a:pt x="2905503" y="1011844"/>
                    <a:pt x="2906048" y="1010755"/>
                    <a:pt x="2906410" y="1009304"/>
                  </a:cubicBezTo>
                  <a:close/>
                  <a:moveTo>
                    <a:pt x="2096785" y="1009304"/>
                  </a:moveTo>
                  <a:cubicBezTo>
                    <a:pt x="2098236" y="1009304"/>
                    <a:pt x="2098962" y="1010030"/>
                    <a:pt x="2098962" y="1011481"/>
                  </a:cubicBezTo>
                  <a:cubicBezTo>
                    <a:pt x="2098962" y="1011844"/>
                    <a:pt x="2098781" y="1012388"/>
                    <a:pt x="2098418" y="1013113"/>
                  </a:cubicBezTo>
                  <a:lnTo>
                    <a:pt x="2097874" y="1015834"/>
                  </a:lnTo>
                  <a:lnTo>
                    <a:pt x="2097874" y="1016923"/>
                  </a:lnTo>
                  <a:cubicBezTo>
                    <a:pt x="2097874" y="1017285"/>
                    <a:pt x="2098055" y="1017648"/>
                    <a:pt x="2098418" y="1018011"/>
                  </a:cubicBezTo>
                  <a:cubicBezTo>
                    <a:pt x="2098055" y="1018736"/>
                    <a:pt x="2097511" y="1019099"/>
                    <a:pt x="2096785" y="1019099"/>
                  </a:cubicBezTo>
                  <a:cubicBezTo>
                    <a:pt x="2096423" y="1019099"/>
                    <a:pt x="2096060" y="1018918"/>
                    <a:pt x="2095697" y="1018555"/>
                  </a:cubicBezTo>
                  <a:lnTo>
                    <a:pt x="2094065" y="1016923"/>
                  </a:lnTo>
                  <a:lnTo>
                    <a:pt x="2091888" y="1015834"/>
                  </a:lnTo>
                  <a:lnTo>
                    <a:pt x="2093520" y="1013658"/>
                  </a:lnTo>
                  <a:lnTo>
                    <a:pt x="2095153" y="1012569"/>
                  </a:lnTo>
                  <a:cubicBezTo>
                    <a:pt x="2095878" y="1011844"/>
                    <a:pt x="2096423" y="1010755"/>
                    <a:pt x="2096785" y="1009304"/>
                  </a:cubicBezTo>
                  <a:close/>
                  <a:moveTo>
                    <a:pt x="2915117" y="1004951"/>
                  </a:moveTo>
                  <a:cubicBezTo>
                    <a:pt x="2915842" y="1005314"/>
                    <a:pt x="2916205" y="1005858"/>
                    <a:pt x="2916205" y="1006584"/>
                  </a:cubicBezTo>
                  <a:cubicBezTo>
                    <a:pt x="2916205" y="1007309"/>
                    <a:pt x="2915842" y="1008216"/>
                    <a:pt x="2915117" y="1009304"/>
                  </a:cubicBezTo>
                  <a:lnTo>
                    <a:pt x="2914028" y="1011481"/>
                  </a:lnTo>
                  <a:cubicBezTo>
                    <a:pt x="2913666" y="1012569"/>
                    <a:pt x="2913484" y="1013476"/>
                    <a:pt x="2913484" y="1014202"/>
                  </a:cubicBezTo>
                  <a:cubicBezTo>
                    <a:pt x="2912759" y="1013839"/>
                    <a:pt x="2912396" y="1013295"/>
                    <a:pt x="2912396" y="1012569"/>
                  </a:cubicBezTo>
                  <a:cubicBezTo>
                    <a:pt x="2912396" y="1011844"/>
                    <a:pt x="2912577" y="1010937"/>
                    <a:pt x="2912940" y="1009849"/>
                  </a:cubicBezTo>
                  <a:lnTo>
                    <a:pt x="2914028" y="1006584"/>
                  </a:lnTo>
                  <a:cubicBezTo>
                    <a:pt x="2914391" y="1005858"/>
                    <a:pt x="2914754" y="1005314"/>
                    <a:pt x="2915117" y="1004951"/>
                  </a:cubicBezTo>
                  <a:close/>
                  <a:moveTo>
                    <a:pt x="2105492" y="1004951"/>
                  </a:moveTo>
                  <a:cubicBezTo>
                    <a:pt x="2106217" y="1005314"/>
                    <a:pt x="2106580" y="1005858"/>
                    <a:pt x="2106580" y="1006584"/>
                  </a:cubicBezTo>
                  <a:cubicBezTo>
                    <a:pt x="2106580" y="1007309"/>
                    <a:pt x="2106217" y="1008216"/>
                    <a:pt x="2105492" y="1009304"/>
                  </a:cubicBezTo>
                  <a:lnTo>
                    <a:pt x="2104404" y="1011481"/>
                  </a:lnTo>
                  <a:cubicBezTo>
                    <a:pt x="2104041" y="1012569"/>
                    <a:pt x="2103859" y="1013476"/>
                    <a:pt x="2103859" y="1014202"/>
                  </a:cubicBezTo>
                  <a:cubicBezTo>
                    <a:pt x="2103134" y="1013839"/>
                    <a:pt x="2102771" y="1013295"/>
                    <a:pt x="2102771" y="1012569"/>
                  </a:cubicBezTo>
                  <a:cubicBezTo>
                    <a:pt x="2102771" y="1011844"/>
                    <a:pt x="2102952" y="1010937"/>
                    <a:pt x="2103315" y="1009849"/>
                  </a:cubicBezTo>
                  <a:lnTo>
                    <a:pt x="2104404" y="1006584"/>
                  </a:lnTo>
                  <a:cubicBezTo>
                    <a:pt x="2104766" y="1005858"/>
                    <a:pt x="2105129" y="1005314"/>
                    <a:pt x="2105492" y="1004951"/>
                  </a:cubicBezTo>
                  <a:close/>
                  <a:moveTo>
                    <a:pt x="2902601" y="997877"/>
                  </a:moveTo>
                  <a:cubicBezTo>
                    <a:pt x="2903690" y="998966"/>
                    <a:pt x="2904234" y="1000054"/>
                    <a:pt x="2904234" y="1001142"/>
                  </a:cubicBezTo>
                  <a:cubicBezTo>
                    <a:pt x="2904234" y="1002593"/>
                    <a:pt x="2903327" y="1003863"/>
                    <a:pt x="2901513" y="1004951"/>
                  </a:cubicBezTo>
                  <a:cubicBezTo>
                    <a:pt x="2900787" y="1007853"/>
                    <a:pt x="2900243" y="1009304"/>
                    <a:pt x="2899880" y="1009304"/>
                  </a:cubicBezTo>
                  <a:cubicBezTo>
                    <a:pt x="2899518" y="1009304"/>
                    <a:pt x="2899336" y="1008579"/>
                    <a:pt x="2899336" y="1007128"/>
                  </a:cubicBezTo>
                  <a:cubicBezTo>
                    <a:pt x="2899336" y="1005314"/>
                    <a:pt x="2899699" y="1003682"/>
                    <a:pt x="2900425" y="1002230"/>
                  </a:cubicBezTo>
                  <a:cubicBezTo>
                    <a:pt x="2901150" y="1000054"/>
                    <a:pt x="2901876" y="998603"/>
                    <a:pt x="2902601" y="997877"/>
                  </a:cubicBezTo>
                  <a:close/>
                  <a:moveTo>
                    <a:pt x="2092976" y="997877"/>
                  </a:moveTo>
                  <a:cubicBezTo>
                    <a:pt x="2094065" y="998966"/>
                    <a:pt x="2094609" y="1000054"/>
                    <a:pt x="2094609" y="1001142"/>
                  </a:cubicBezTo>
                  <a:cubicBezTo>
                    <a:pt x="2094609" y="1002593"/>
                    <a:pt x="2093702" y="1003863"/>
                    <a:pt x="2091888" y="1004951"/>
                  </a:cubicBezTo>
                  <a:cubicBezTo>
                    <a:pt x="2091162" y="1007853"/>
                    <a:pt x="2090618" y="1009304"/>
                    <a:pt x="2090256" y="1009304"/>
                  </a:cubicBezTo>
                  <a:cubicBezTo>
                    <a:pt x="2089893" y="1009304"/>
                    <a:pt x="2089711" y="1008579"/>
                    <a:pt x="2089711" y="1007128"/>
                  </a:cubicBezTo>
                  <a:cubicBezTo>
                    <a:pt x="2089711" y="1005314"/>
                    <a:pt x="2090074" y="1003682"/>
                    <a:pt x="2090800" y="1002230"/>
                  </a:cubicBezTo>
                  <a:cubicBezTo>
                    <a:pt x="2091525" y="1000054"/>
                    <a:pt x="2092251" y="998603"/>
                    <a:pt x="2092976" y="997877"/>
                  </a:cubicBezTo>
                  <a:close/>
                  <a:moveTo>
                    <a:pt x="2896072" y="995701"/>
                  </a:moveTo>
                  <a:cubicBezTo>
                    <a:pt x="2896797" y="996063"/>
                    <a:pt x="2897160" y="996426"/>
                    <a:pt x="2897160" y="996789"/>
                  </a:cubicBezTo>
                  <a:cubicBezTo>
                    <a:pt x="2896797" y="997515"/>
                    <a:pt x="2896434" y="997877"/>
                    <a:pt x="2896072" y="997877"/>
                  </a:cubicBezTo>
                  <a:lnTo>
                    <a:pt x="2895527" y="996789"/>
                  </a:lnTo>
                  <a:lnTo>
                    <a:pt x="2894983" y="996789"/>
                  </a:lnTo>
                  <a:cubicBezTo>
                    <a:pt x="2894983" y="996063"/>
                    <a:pt x="2895346" y="995701"/>
                    <a:pt x="2896072" y="995701"/>
                  </a:cubicBezTo>
                  <a:close/>
                  <a:moveTo>
                    <a:pt x="2086446" y="995701"/>
                  </a:moveTo>
                  <a:cubicBezTo>
                    <a:pt x="2087172" y="996063"/>
                    <a:pt x="2087535" y="996426"/>
                    <a:pt x="2087535" y="996789"/>
                  </a:cubicBezTo>
                  <a:cubicBezTo>
                    <a:pt x="2087172" y="997515"/>
                    <a:pt x="2086809" y="997877"/>
                    <a:pt x="2086446" y="997877"/>
                  </a:cubicBezTo>
                  <a:lnTo>
                    <a:pt x="2085902" y="996789"/>
                  </a:lnTo>
                  <a:lnTo>
                    <a:pt x="2085358" y="996789"/>
                  </a:lnTo>
                  <a:cubicBezTo>
                    <a:pt x="2085358" y="996063"/>
                    <a:pt x="2085721" y="995701"/>
                    <a:pt x="2086446" y="995701"/>
                  </a:cubicBezTo>
                  <a:close/>
                  <a:moveTo>
                    <a:pt x="2923279" y="992980"/>
                  </a:moveTo>
                  <a:lnTo>
                    <a:pt x="2924367" y="993524"/>
                  </a:lnTo>
                  <a:lnTo>
                    <a:pt x="2925456" y="994068"/>
                  </a:lnTo>
                  <a:cubicBezTo>
                    <a:pt x="2925818" y="994431"/>
                    <a:pt x="2926181" y="994794"/>
                    <a:pt x="2926544" y="995157"/>
                  </a:cubicBezTo>
                  <a:cubicBezTo>
                    <a:pt x="2926544" y="995882"/>
                    <a:pt x="2926181" y="996426"/>
                    <a:pt x="2925456" y="996789"/>
                  </a:cubicBezTo>
                  <a:lnTo>
                    <a:pt x="2923823" y="996789"/>
                  </a:lnTo>
                  <a:cubicBezTo>
                    <a:pt x="2923098" y="996426"/>
                    <a:pt x="2922735" y="995882"/>
                    <a:pt x="2922735" y="995157"/>
                  </a:cubicBezTo>
                  <a:lnTo>
                    <a:pt x="2922735" y="994612"/>
                  </a:lnTo>
                  <a:cubicBezTo>
                    <a:pt x="2922735" y="993887"/>
                    <a:pt x="2922916" y="993343"/>
                    <a:pt x="2923279" y="992980"/>
                  </a:cubicBezTo>
                  <a:close/>
                  <a:moveTo>
                    <a:pt x="2113654" y="992980"/>
                  </a:moveTo>
                  <a:lnTo>
                    <a:pt x="2114742" y="993524"/>
                  </a:lnTo>
                  <a:lnTo>
                    <a:pt x="2115831" y="994068"/>
                  </a:lnTo>
                  <a:cubicBezTo>
                    <a:pt x="2116194" y="994431"/>
                    <a:pt x="2116556" y="994794"/>
                    <a:pt x="2116919" y="995157"/>
                  </a:cubicBezTo>
                  <a:cubicBezTo>
                    <a:pt x="2116919" y="995882"/>
                    <a:pt x="2116556" y="996426"/>
                    <a:pt x="2115831" y="996789"/>
                  </a:cubicBezTo>
                  <a:lnTo>
                    <a:pt x="2114198" y="996789"/>
                  </a:lnTo>
                  <a:cubicBezTo>
                    <a:pt x="2113473" y="996426"/>
                    <a:pt x="2113110" y="995882"/>
                    <a:pt x="2113110" y="995157"/>
                  </a:cubicBezTo>
                  <a:lnTo>
                    <a:pt x="2113110" y="994612"/>
                  </a:lnTo>
                  <a:cubicBezTo>
                    <a:pt x="2113110" y="993887"/>
                    <a:pt x="2113291" y="993343"/>
                    <a:pt x="2113654" y="992980"/>
                  </a:cubicBezTo>
                  <a:close/>
                  <a:moveTo>
                    <a:pt x="2899336" y="979376"/>
                  </a:moveTo>
                  <a:cubicBezTo>
                    <a:pt x="2900425" y="979739"/>
                    <a:pt x="2900969" y="980646"/>
                    <a:pt x="2900969" y="982097"/>
                  </a:cubicBezTo>
                  <a:lnTo>
                    <a:pt x="2900969" y="983185"/>
                  </a:lnTo>
                  <a:lnTo>
                    <a:pt x="2899880" y="983185"/>
                  </a:lnTo>
                  <a:cubicBezTo>
                    <a:pt x="2899518" y="983185"/>
                    <a:pt x="2899336" y="983004"/>
                    <a:pt x="2899336" y="982641"/>
                  </a:cubicBezTo>
                  <a:close/>
                  <a:moveTo>
                    <a:pt x="2089711" y="979376"/>
                  </a:moveTo>
                  <a:cubicBezTo>
                    <a:pt x="2090800" y="979739"/>
                    <a:pt x="2091344" y="980646"/>
                    <a:pt x="2091344" y="982097"/>
                  </a:cubicBezTo>
                  <a:lnTo>
                    <a:pt x="2091344" y="983185"/>
                  </a:lnTo>
                  <a:lnTo>
                    <a:pt x="2090256" y="983185"/>
                  </a:lnTo>
                  <a:cubicBezTo>
                    <a:pt x="2089893" y="983185"/>
                    <a:pt x="2089711" y="983004"/>
                    <a:pt x="2089711" y="982641"/>
                  </a:cubicBezTo>
                  <a:close/>
                  <a:moveTo>
                    <a:pt x="1086847" y="964140"/>
                  </a:moveTo>
                  <a:lnTo>
                    <a:pt x="1066214" y="1022451"/>
                  </a:lnTo>
                  <a:lnTo>
                    <a:pt x="1068890" y="1013658"/>
                  </a:lnTo>
                  <a:lnTo>
                    <a:pt x="1073243" y="1001142"/>
                  </a:lnTo>
                  <a:lnTo>
                    <a:pt x="1077596" y="988627"/>
                  </a:lnTo>
                  <a:lnTo>
                    <a:pt x="1081950" y="976111"/>
                  </a:lnTo>
                  <a:close/>
                  <a:moveTo>
                    <a:pt x="2924912" y="956522"/>
                  </a:moveTo>
                  <a:lnTo>
                    <a:pt x="2925456" y="956522"/>
                  </a:lnTo>
                  <a:cubicBezTo>
                    <a:pt x="2926181" y="956522"/>
                    <a:pt x="2926544" y="956884"/>
                    <a:pt x="2926544" y="957610"/>
                  </a:cubicBezTo>
                  <a:lnTo>
                    <a:pt x="2926544" y="960331"/>
                  </a:lnTo>
                  <a:lnTo>
                    <a:pt x="2926000" y="962507"/>
                  </a:lnTo>
                  <a:cubicBezTo>
                    <a:pt x="2924549" y="961782"/>
                    <a:pt x="2923823" y="960693"/>
                    <a:pt x="2923823" y="959242"/>
                  </a:cubicBezTo>
                  <a:cubicBezTo>
                    <a:pt x="2923823" y="958517"/>
                    <a:pt x="2924186" y="957610"/>
                    <a:pt x="2924912" y="956522"/>
                  </a:cubicBezTo>
                  <a:close/>
                  <a:moveTo>
                    <a:pt x="2115286" y="956522"/>
                  </a:moveTo>
                  <a:lnTo>
                    <a:pt x="2115831" y="956522"/>
                  </a:lnTo>
                  <a:cubicBezTo>
                    <a:pt x="2116556" y="956522"/>
                    <a:pt x="2116919" y="956884"/>
                    <a:pt x="2116919" y="957610"/>
                  </a:cubicBezTo>
                  <a:lnTo>
                    <a:pt x="2116919" y="960331"/>
                  </a:lnTo>
                  <a:lnTo>
                    <a:pt x="2116375" y="962507"/>
                  </a:lnTo>
                  <a:cubicBezTo>
                    <a:pt x="2114924" y="961782"/>
                    <a:pt x="2114198" y="960693"/>
                    <a:pt x="2114198" y="959242"/>
                  </a:cubicBezTo>
                  <a:cubicBezTo>
                    <a:pt x="2114198" y="958517"/>
                    <a:pt x="2114561" y="957610"/>
                    <a:pt x="2115286" y="956522"/>
                  </a:cubicBezTo>
                  <a:close/>
                  <a:moveTo>
                    <a:pt x="2934706" y="951080"/>
                  </a:moveTo>
                  <a:lnTo>
                    <a:pt x="2935795" y="951080"/>
                  </a:lnTo>
                  <a:cubicBezTo>
                    <a:pt x="2936520" y="951080"/>
                    <a:pt x="2937064" y="951443"/>
                    <a:pt x="2937427" y="952168"/>
                  </a:cubicBezTo>
                  <a:lnTo>
                    <a:pt x="2937971" y="953257"/>
                  </a:lnTo>
                  <a:cubicBezTo>
                    <a:pt x="2937971" y="953620"/>
                    <a:pt x="2938334" y="953982"/>
                    <a:pt x="2939060" y="954345"/>
                  </a:cubicBezTo>
                  <a:cubicBezTo>
                    <a:pt x="2938697" y="955071"/>
                    <a:pt x="2938153" y="955433"/>
                    <a:pt x="2937427" y="955433"/>
                  </a:cubicBezTo>
                  <a:cubicBezTo>
                    <a:pt x="2936702" y="955433"/>
                    <a:pt x="2936157" y="955071"/>
                    <a:pt x="2935795" y="954345"/>
                  </a:cubicBezTo>
                  <a:lnTo>
                    <a:pt x="2934706" y="952713"/>
                  </a:lnTo>
                  <a:close/>
                  <a:moveTo>
                    <a:pt x="2125081" y="951080"/>
                  </a:moveTo>
                  <a:lnTo>
                    <a:pt x="2126170" y="951080"/>
                  </a:lnTo>
                  <a:cubicBezTo>
                    <a:pt x="2126895" y="951080"/>
                    <a:pt x="2127439" y="951443"/>
                    <a:pt x="2127802" y="952168"/>
                  </a:cubicBezTo>
                  <a:lnTo>
                    <a:pt x="2128346" y="953257"/>
                  </a:lnTo>
                  <a:cubicBezTo>
                    <a:pt x="2128346" y="953620"/>
                    <a:pt x="2128709" y="953982"/>
                    <a:pt x="2129434" y="954345"/>
                  </a:cubicBezTo>
                  <a:cubicBezTo>
                    <a:pt x="2129072" y="955071"/>
                    <a:pt x="2128528" y="955433"/>
                    <a:pt x="2127802" y="955433"/>
                  </a:cubicBezTo>
                  <a:cubicBezTo>
                    <a:pt x="2127076" y="955433"/>
                    <a:pt x="2126532" y="955071"/>
                    <a:pt x="2126170" y="954345"/>
                  </a:cubicBezTo>
                  <a:lnTo>
                    <a:pt x="2125081" y="952713"/>
                  </a:lnTo>
                  <a:close/>
                  <a:moveTo>
                    <a:pt x="2937427" y="938565"/>
                  </a:moveTo>
                  <a:cubicBezTo>
                    <a:pt x="2938153" y="938565"/>
                    <a:pt x="2939241" y="938746"/>
                    <a:pt x="2940692" y="939109"/>
                  </a:cubicBezTo>
                  <a:lnTo>
                    <a:pt x="2940148" y="943462"/>
                  </a:lnTo>
                  <a:cubicBezTo>
                    <a:pt x="2938697" y="943462"/>
                    <a:pt x="2937790" y="942736"/>
                    <a:pt x="2937427" y="941285"/>
                  </a:cubicBezTo>
                  <a:lnTo>
                    <a:pt x="2937427" y="940197"/>
                  </a:lnTo>
                  <a:cubicBezTo>
                    <a:pt x="2937064" y="939471"/>
                    <a:pt x="2936702" y="939109"/>
                    <a:pt x="2936339" y="939109"/>
                  </a:cubicBezTo>
                  <a:cubicBezTo>
                    <a:pt x="2936339" y="938746"/>
                    <a:pt x="2936702" y="938565"/>
                    <a:pt x="2937427" y="938565"/>
                  </a:cubicBezTo>
                  <a:close/>
                  <a:moveTo>
                    <a:pt x="2127802" y="938565"/>
                  </a:moveTo>
                  <a:cubicBezTo>
                    <a:pt x="2128528" y="938565"/>
                    <a:pt x="2129616" y="938746"/>
                    <a:pt x="2131067" y="939109"/>
                  </a:cubicBezTo>
                  <a:lnTo>
                    <a:pt x="2130523" y="943462"/>
                  </a:lnTo>
                  <a:cubicBezTo>
                    <a:pt x="2129072" y="943462"/>
                    <a:pt x="2128165" y="942736"/>
                    <a:pt x="2127802" y="941285"/>
                  </a:cubicBezTo>
                  <a:lnTo>
                    <a:pt x="2127802" y="940197"/>
                  </a:lnTo>
                  <a:cubicBezTo>
                    <a:pt x="2127439" y="939471"/>
                    <a:pt x="2127076" y="939109"/>
                    <a:pt x="2126714" y="939109"/>
                  </a:cubicBezTo>
                  <a:cubicBezTo>
                    <a:pt x="2126714" y="938746"/>
                    <a:pt x="2127076" y="938565"/>
                    <a:pt x="2127802" y="938565"/>
                  </a:cubicBezTo>
                  <a:close/>
                  <a:moveTo>
                    <a:pt x="2916205" y="934211"/>
                  </a:moveTo>
                  <a:cubicBezTo>
                    <a:pt x="2916568" y="935300"/>
                    <a:pt x="2916749" y="936569"/>
                    <a:pt x="2916749" y="938020"/>
                  </a:cubicBezTo>
                  <a:cubicBezTo>
                    <a:pt x="2916749" y="940197"/>
                    <a:pt x="2916024" y="943099"/>
                    <a:pt x="2914573" y="946727"/>
                  </a:cubicBezTo>
                  <a:cubicBezTo>
                    <a:pt x="2912396" y="950717"/>
                    <a:pt x="2910038" y="953982"/>
                    <a:pt x="2907499" y="956522"/>
                  </a:cubicBezTo>
                  <a:cubicBezTo>
                    <a:pt x="2908224" y="953982"/>
                    <a:pt x="2909675" y="950355"/>
                    <a:pt x="2911852" y="945639"/>
                  </a:cubicBezTo>
                  <a:lnTo>
                    <a:pt x="2914028" y="940197"/>
                  </a:lnTo>
                  <a:close/>
                  <a:moveTo>
                    <a:pt x="2106580" y="934211"/>
                  </a:moveTo>
                  <a:cubicBezTo>
                    <a:pt x="2106943" y="935300"/>
                    <a:pt x="2107124" y="936569"/>
                    <a:pt x="2107124" y="938020"/>
                  </a:cubicBezTo>
                  <a:cubicBezTo>
                    <a:pt x="2107124" y="940197"/>
                    <a:pt x="2106399" y="943099"/>
                    <a:pt x="2104948" y="946727"/>
                  </a:cubicBezTo>
                  <a:cubicBezTo>
                    <a:pt x="2102771" y="950717"/>
                    <a:pt x="2100413" y="953982"/>
                    <a:pt x="2097874" y="956522"/>
                  </a:cubicBezTo>
                  <a:cubicBezTo>
                    <a:pt x="2098599" y="953982"/>
                    <a:pt x="2100050" y="950355"/>
                    <a:pt x="2102227" y="945639"/>
                  </a:cubicBezTo>
                  <a:lnTo>
                    <a:pt x="2104404" y="940197"/>
                  </a:lnTo>
                  <a:close/>
                  <a:moveTo>
                    <a:pt x="2940148" y="929314"/>
                  </a:moveTo>
                  <a:cubicBezTo>
                    <a:pt x="2941962" y="929677"/>
                    <a:pt x="2942869" y="930402"/>
                    <a:pt x="2942869" y="931491"/>
                  </a:cubicBezTo>
                  <a:cubicBezTo>
                    <a:pt x="2942869" y="932942"/>
                    <a:pt x="2942506" y="933849"/>
                    <a:pt x="2941780" y="934211"/>
                  </a:cubicBezTo>
                  <a:cubicBezTo>
                    <a:pt x="2941055" y="934211"/>
                    <a:pt x="2940692" y="933486"/>
                    <a:pt x="2940692" y="932035"/>
                  </a:cubicBezTo>
                  <a:lnTo>
                    <a:pt x="2940692" y="930402"/>
                  </a:lnTo>
                  <a:close/>
                  <a:moveTo>
                    <a:pt x="2130523" y="929314"/>
                  </a:moveTo>
                  <a:cubicBezTo>
                    <a:pt x="2132337" y="929677"/>
                    <a:pt x="2133244" y="930402"/>
                    <a:pt x="2133244" y="931491"/>
                  </a:cubicBezTo>
                  <a:cubicBezTo>
                    <a:pt x="2133244" y="932942"/>
                    <a:pt x="2132881" y="933849"/>
                    <a:pt x="2132155" y="934211"/>
                  </a:cubicBezTo>
                  <a:cubicBezTo>
                    <a:pt x="2131430" y="934211"/>
                    <a:pt x="2131067" y="933486"/>
                    <a:pt x="2131067" y="932035"/>
                  </a:cubicBezTo>
                  <a:lnTo>
                    <a:pt x="2131067" y="930402"/>
                  </a:lnTo>
                  <a:close/>
                  <a:moveTo>
                    <a:pt x="2921647" y="923872"/>
                  </a:moveTo>
                  <a:cubicBezTo>
                    <a:pt x="2922372" y="924235"/>
                    <a:pt x="2922735" y="924961"/>
                    <a:pt x="2922735" y="926049"/>
                  </a:cubicBezTo>
                  <a:lnTo>
                    <a:pt x="2921102" y="926049"/>
                  </a:lnTo>
                  <a:lnTo>
                    <a:pt x="2920558" y="925505"/>
                  </a:lnTo>
                  <a:lnTo>
                    <a:pt x="2919470" y="925505"/>
                  </a:lnTo>
                  <a:cubicBezTo>
                    <a:pt x="2920196" y="924417"/>
                    <a:pt x="2920921" y="923872"/>
                    <a:pt x="2921647" y="923872"/>
                  </a:cubicBezTo>
                  <a:close/>
                  <a:moveTo>
                    <a:pt x="2112022" y="923872"/>
                  </a:moveTo>
                  <a:cubicBezTo>
                    <a:pt x="2112747" y="924235"/>
                    <a:pt x="2113110" y="924961"/>
                    <a:pt x="2113110" y="926049"/>
                  </a:cubicBezTo>
                  <a:lnTo>
                    <a:pt x="2111478" y="926049"/>
                  </a:lnTo>
                  <a:lnTo>
                    <a:pt x="2110934" y="925505"/>
                  </a:lnTo>
                  <a:lnTo>
                    <a:pt x="2109845" y="925505"/>
                  </a:lnTo>
                  <a:cubicBezTo>
                    <a:pt x="2110570" y="924417"/>
                    <a:pt x="2111296" y="923872"/>
                    <a:pt x="2112022" y="923872"/>
                  </a:cubicBezTo>
                  <a:close/>
                  <a:moveTo>
                    <a:pt x="2912396" y="922240"/>
                  </a:moveTo>
                  <a:cubicBezTo>
                    <a:pt x="2913847" y="922240"/>
                    <a:pt x="2915117" y="922965"/>
                    <a:pt x="2916205" y="924417"/>
                  </a:cubicBezTo>
                  <a:lnTo>
                    <a:pt x="2908587" y="945639"/>
                  </a:lnTo>
                  <a:lnTo>
                    <a:pt x="2900969" y="966316"/>
                  </a:lnTo>
                  <a:cubicBezTo>
                    <a:pt x="2900969" y="967405"/>
                    <a:pt x="2901332" y="967949"/>
                    <a:pt x="2902057" y="967949"/>
                  </a:cubicBezTo>
                  <a:lnTo>
                    <a:pt x="2903690" y="967949"/>
                  </a:lnTo>
                  <a:lnTo>
                    <a:pt x="2905322" y="967405"/>
                  </a:lnTo>
                  <a:lnTo>
                    <a:pt x="2906954" y="967405"/>
                  </a:lnTo>
                  <a:cubicBezTo>
                    <a:pt x="2907680" y="967405"/>
                    <a:pt x="2908043" y="967767"/>
                    <a:pt x="2908043" y="968493"/>
                  </a:cubicBezTo>
                  <a:lnTo>
                    <a:pt x="2908043" y="970125"/>
                  </a:lnTo>
                  <a:cubicBezTo>
                    <a:pt x="2908043" y="970488"/>
                    <a:pt x="2907680" y="970670"/>
                    <a:pt x="2906954" y="970670"/>
                  </a:cubicBezTo>
                  <a:cubicBezTo>
                    <a:pt x="2906592" y="970670"/>
                    <a:pt x="2905866" y="970488"/>
                    <a:pt x="2904778" y="970125"/>
                  </a:cubicBezTo>
                  <a:lnTo>
                    <a:pt x="2902601" y="969037"/>
                  </a:lnTo>
                  <a:cubicBezTo>
                    <a:pt x="2901513" y="969037"/>
                    <a:pt x="2900606" y="969400"/>
                    <a:pt x="2899880" y="970125"/>
                  </a:cubicBezTo>
                  <a:cubicBezTo>
                    <a:pt x="2898430" y="973390"/>
                    <a:pt x="2896797" y="978469"/>
                    <a:pt x="2894983" y="985362"/>
                  </a:cubicBezTo>
                  <a:lnTo>
                    <a:pt x="2892262" y="992980"/>
                  </a:lnTo>
                  <a:lnTo>
                    <a:pt x="2889542" y="1000598"/>
                  </a:lnTo>
                  <a:cubicBezTo>
                    <a:pt x="2890630" y="1000961"/>
                    <a:pt x="2891537" y="1001142"/>
                    <a:pt x="2892262" y="1001142"/>
                  </a:cubicBezTo>
                  <a:lnTo>
                    <a:pt x="2893895" y="1000598"/>
                  </a:lnTo>
                  <a:lnTo>
                    <a:pt x="2894439" y="1000598"/>
                  </a:lnTo>
                  <a:cubicBezTo>
                    <a:pt x="2895527" y="1000598"/>
                    <a:pt x="2896253" y="1000961"/>
                    <a:pt x="2896616" y="1001686"/>
                  </a:cubicBezTo>
                  <a:cubicBezTo>
                    <a:pt x="2895890" y="1001686"/>
                    <a:pt x="2895346" y="1002230"/>
                    <a:pt x="2894983" y="1003319"/>
                  </a:cubicBezTo>
                  <a:lnTo>
                    <a:pt x="2893895" y="1006584"/>
                  </a:lnTo>
                  <a:cubicBezTo>
                    <a:pt x="2893169" y="1009123"/>
                    <a:pt x="2891900" y="1010393"/>
                    <a:pt x="2890086" y="1010393"/>
                  </a:cubicBezTo>
                  <a:lnTo>
                    <a:pt x="2891174" y="1007128"/>
                  </a:lnTo>
                  <a:lnTo>
                    <a:pt x="2892806" y="1004407"/>
                  </a:lnTo>
                  <a:lnTo>
                    <a:pt x="2892806" y="1003863"/>
                  </a:lnTo>
                  <a:cubicBezTo>
                    <a:pt x="2892806" y="1002775"/>
                    <a:pt x="2891718" y="1002049"/>
                    <a:pt x="2889542" y="1001686"/>
                  </a:cubicBezTo>
                  <a:cubicBezTo>
                    <a:pt x="2886277" y="1011118"/>
                    <a:pt x="2882830" y="1022001"/>
                    <a:pt x="2879203" y="1034335"/>
                  </a:cubicBezTo>
                  <a:cubicBezTo>
                    <a:pt x="2875212" y="1048483"/>
                    <a:pt x="2871585" y="1061180"/>
                    <a:pt x="2868320" y="1072426"/>
                  </a:cubicBezTo>
                  <a:cubicBezTo>
                    <a:pt x="2869045" y="1072789"/>
                    <a:pt x="2869771" y="1072970"/>
                    <a:pt x="2870496" y="1072970"/>
                  </a:cubicBezTo>
                  <a:lnTo>
                    <a:pt x="2871040" y="1072970"/>
                  </a:lnTo>
                  <a:lnTo>
                    <a:pt x="2872129" y="1072426"/>
                  </a:lnTo>
                  <a:lnTo>
                    <a:pt x="2872673" y="1071882"/>
                  </a:lnTo>
                  <a:cubicBezTo>
                    <a:pt x="2873036" y="1071519"/>
                    <a:pt x="2873398" y="1071338"/>
                    <a:pt x="2873761" y="1071338"/>
                  </a:cubicBezTo>
                  <a:cubicBezTo>
                    <a:pt x="2874487" y="1071338"/>
                    <a:pt x="2875031" y="1072063"/>
                    <a:pt x="2875394" y="1073514"/>
                  </a:cubicBezTo>
                  <a:cubicBezTo>
                    <a:pt x="2874305" y="1074966"/>
                    <a:pt x="2873036" y="1075691"/>
                    <a:pt x="2871585" y="1075691"/>
                  </a:cubicBezTo>
                  <a:lnTo>
                    <a:pt x="2871040" y="1075691"/>
                  </a:lnTo>
                  <a:lnTo>
                    <a:pt x="2868864" y="1075147"/>
                  </a:lnTo>
                  <a:lnTo>
                    <a:pt x="2866687" y="1075691"/>
                  </a:lnTo>
                  <a:cubicBezTo>
                    <a:pt x="2865599" y="1082946"/>
                    <a:pt x="2863785" y="1090927"/>
                    <a:pt x="2861246" y="1099634"/>
                  </a:cubicBezTo>
                  <a:lnTo>
                    <a:pt x="2857981" y="1111605"/>
                  </a:lnTo>
                  <a:lnTo>
                    <a:pt x="2854172" y="1123032"/>
                  </a:lnTo>
                  <a:lnTo>
                    <a:pt x="2849868" y="1140849"/>
                  </a:lnTo>
                  <a:lnTo>
                    <a:pt x="2845450" y="1145513"/>
                  </a:lnTo>
                  <a:lnTo>
                    <a:pt x="2835354" y="1156862"/>
                  </a:lnTo>
                  <a:lnTo>
                    <a:pt x="2835670" y="1154593"/>
                  </a:lnTo>
                  <a:lnTo>
                    <a:pt x="2838935" y="1143166"/>
                  </a:lnTo>
                  <a:lnTo>
                    <a:pt x="2842200" y="1131195"/>
                  </a:lnTo>
                  <a:cubicBezTo>
                    <a:pt x="2848005" y="1110880"/>
                    <a:pt x="2850907" y="1096369"/>
                    <a:pt x="2850907" y="1087662"/>
                  </a:cubicBezTo>
                  <a:cubicBezTo>
                    <a:pt x="2855623" y="1077142"/>
                    <a:pt x="2861971" y="1058097"/>
                    <a:pt x="2869952" y="1030526"/>
                  </a:cubicBezTo>
                  <a:cubicBezTo>
                    <a:pt x="2873943" y="1016378"/>
                    <a:pt x="2877208" y="1005314"/>
                    <a:pt x="2879747" y="997333"/>
                  </a:cubicBezTo>
                  <a:cubicBezTo>
                    <a:pt x="2883737" y="984999"/>
                    <a:pt x="2887909" y="973753"/>
                    <a:pt x="2892262" y="963596"/>
                  </a:cubicBezTo>
                  <a:cubicBezTo>
                    <a:pt x="2893714" y="958517"/>
                    <a:pt x="2895890" y="951624"/>
                    <a:pt x="2898792" y="942918"/>
                  </a:cubicBezTo>
                  <a:lnTo>
                    <a:pt x="2902057" y="932579"/>
                  </a:lnTo>
                  <a:lnTo>
                    <a:pt x="2904778" y="922784"/>
                  </a:lnTo>
                  <a:cubicBezTo>
                    <a:pt x="2905503" y="923147"/>
                    <a:pt x="2906229" y="923328"/>
                    <a:pt x="2906954" y="923328"/>
                  </a:cubicBezTo>
                  <a:lnTo>
                    <a:pt x="2908043" y="923328"/>
                  </a:lnTo>
                  <a:lnTo>
                    <a:pt x="2910764" y="922784"/>
                  </a:lnTo>
                  <a:cubicBezTo>
                    <a:pt x="2911489" y="922421"/>
                    <a:pt x="2912033" y="922240"/>
                    <a:pt x="2912396" y="922240"/>
                  </a:cubicBezTo>
                  <a:close/>
                  <a:moveTo>
                    <a:pt x="2102771" y="922240"/>
                  </a:moveTo>
                  <a:cubicBezTo>
                    <a:pt x="2104222" y="922240"/>
                    <a:pt x="2105492" y="922965"/>
                    <a:pt x="2106580" y="924417"/>
                  </a:cubicBezTo>
                  <a:lnTo>
                    <a:pt x="2098962" y="945639"/>
                  </a:lnTo>
                  <a:lnTo>
                    <a:pt x="2091344" y="966316"/>
                  </a:lnTo>
                  <a:cubicBezTo>
                    <a:pt x="2091344" y="967405"/>
                    <a:pt x="2091706" y="967949"/>
                    <a:pt x="2092432" y="967949"/>
                  </a:cubicBezTo>
                  <a:lnTo>
                    <a:pt x="2094065" y="967949"/>
                  </a:lnTo>
                  <a:lnTo>
                    <a:pt x="2095697" y="967405"/>
                  </a:lnTo>
                  <a:lnTo>
                    <a:pt x="2097330" y="967405"/>
                  </a:lnTo>
                  <a:cubicBezTo>
                    <a:pt x="2098055" y="967405"/>
                    <a:pt x="2098418" y="967767"/>
                    <a:pt x="2098418" y="968493"/>
                  </a:cubicBezTo>
                  <a:lnTo>
                    <a:pt x="2098418" y="970125"/>
                  </a:lnTo>
                  <a:cubicBezTo>
                    <a:pt x="2098418" y="970488"/>
                    <a:pt x="2098055" y="970670"/>
                    <a:pt x="2097330" y="970670"/>
                  </a:cubicBezTo>
                  <a:cubicBezTo>
                    <a:pt x="2096967" y="970670"/>
                    <a:pt x="2096241" y="970488"/>
                    <a:pt x="2095153" y="970125"/>
                  </a:cubicBezTo>
                  <a:lnTo>
                    <a:pt x="2092976" y="969037"/>
                  </a:lnTo>
                  <a:cubicBezTo>
                    <a:pt x="2091888" y="969037"/>
                    <a:pt x="2090981" y="969400"/>
                    <a:pt x="2090256" y="970125"/>
                  </a:cubicBezTo>
                  <a:cubicBezTo>
                    <a:pt x="2088804" y="973390"/>
                    <a:pt x="2087172" y="978469"/>
                    <a:pt x="2085358" y="985362"/>
                  </a:cubicBezTo>
                  <a:lnTo>
                    <a:pt x="2082637" y="992980"/>
                  </a:lnTo>
                  <a:lnTo>
                    <a:pt x="2079917" y="1000598"/>
                  </a:lnTo>
                  <a:cubicBezTo>
                    <a:pt x="2081005" y="1000961"/>
                    <a:pt x="2081912" y="1001142"/>
                    <a:pt x="2082637" y="1001142"/>
                  </a:cubicBezTo>
                  <a:lnTo>
                    <a:pt x="2084270" y="1000598"/>
                  </a:lnTo>
                  <a:lnTo>
                    <a:pt x="2084814" y="1000598"/>
                  </a:lnTo>
                  <a:cubicBezTo>
                    <a:pt x="2085902" y="1000598"/>
                    <a:pt x="2086628" y="1000961"/>
                    <a:pt x="2086991" y="1001686"/>
                  </a:cubicBezTo>
                  <a:cubicBezTo>
                    <a:pt x="2086265" y="1001686"/>
                    <a:pt x="2085721" y="1002230"/>
                    <a:pt x="2085358" y="1003319"/>
                  </a:cubicBezTo>
                  <a:lnTo>
                    <a:pt x="2084270" y="1006584"/>
                  </a:lnTo>
                  <a:cubicBezTo>
                    <a:pt x="2083544" y="1009123"/>
                    <a:pt x="2082274" y="1010393"/>
                    <a:pt x="2080461" y="1010393"/>
                  </a:cubicBezTo>
                  <a:lnTo>
                    <a:pt x="2081549" y="1007128"/>
                  </a:lnTo>
                  <a:lnTo>
                    <a:pt x="2083182" y="1004407"/>
                  </a:lnTo>
                  <a:lnTo>
                    <a:pt x="2083182" y="1003863"/>
                  </a:lnTo>
                  <a:cubicBezTo>
                    <a:pt x="2083182" y="1002775"/>
                    <a:pt x="2082093" y="1002049"/>
                    <a:pt x="2079917" y="1001686"/>
                  </a:cubicBezTo>
                  <a:cubicBezTo>
                    <a:pt x="2076652" y="1011118"/>
                    <a:pt x="2073206" y="1022001"/>
                    <a:pt x="2069578" y="1034335"/>
                  </a:cubicBezTo>
                  <a:cubicBezTo>
                    <a:pt x="2065587" y="1048483"/>
                    <a:pt x="2061960" y="1061180"/>
                    <a:pt x="2058695" y="1072426"/>
                  </a:cubicBezTo>
                  <a:cubicBezTo>
                    <a:pt x="2059420" y="1072789"/>
                    <a:pt x="2060146" y="1072970"/>
                    <a:pt x="2060871" y="1072970"/>
                  </a:cubicBezTo>
                  <a:lnTo>
                    <a:pt x="2061415" y="1072970"/>
                  </a:lnTo>
                  <a:lnTo>
                    <a:pt x="2062504" y="1072426"/>
                  </a:lnTo>
                  <a:lnTo>
                    <a:pt x="2063048" y="1071882"/>
                  </a:lnTo>
                  <a:cubicBezTo>
                    <a:pt x="2063411" y="1071519"/>
                    <a:pt x="2063773" y="1071338"/>
                    <a:pt x="2064136" y="1071338"/>
                  </a:cubicBezTo>
                  <a:cubicBezTo>
                    <a:pt x="2064862" y="1071338"/>
                    <a:pt x="2065406" y="1072063"/>
                    <a:pt x="2065769" y="1073514"/>
                  </a:cubicBezTo>
                  <a:cubicBezTo>
                    <a:pt x="2064680" y="1074966"/>
                    <a:pt x="2063411" y="1075691"/>
                    <a:pt x="2061960" y="1075691"/>
                  </a:cubicBezTo>
                  <a:lnTo>
                    <a:pt x="2061415" y="1075691"/>
                  </a:lnTo>
                  <a:lnTo>
                    <a:pt x="2059239" y="1075147"/>
                  </a:lnTo>
                  <a:lnTo>
                    <a:pt x="2057062" y="1075691"/>
                  </a:lnTo>
                  <a:cubicBezTo>
                    <a:pt x="2055974" y="1082946"/>
                    <a:pt x="2054160" y="1090927"/>
                    <a:pt x="2051621" y="1099634"/>
                  </a:cubicBezTo>
                  <a:lnTo>
                    <a:pt x="2048356" y="1111605"/>
                  </a:lnTo>
                  <a:lnTo>
                    <a:pt x="2044547" y="1123032"/>
                  </a:lnTo>
                  <a:lnTo>
                    <a:pt x="2040243" y="1140849"/>
                  </a:lnTo>
                  <a:lnTo>
                    <a:pt x="2035824" y="1145513"/>
                  </a:lnTo>
                  <a:lnTo>
                    <a:pt x="2025729" y="1156862"/>
                  </a:lnTo>
                  <a:lnTo>
                    <a:pt x="2026046" y="1154593"/>
                  </a:lnTo>
                  <a:lnTo>
                    <a:pt x="2029310" y="1143166"/>
                  </a:lnTo>
                  <a:lnTo>
                    <a:pt x="2032575" y="1131195"/>
                  </a:lnTo>
                  <a:cubicBezTo>
                    <a:pt x="2038380" y="1110880"/>
                    <a:pt x="2041282" y="1096369"/>
                    <a:pt x="2041282" y="1087662"/>
                  </a:cubicBezTo>
                  <a:cubicBezTo>
                    <a:pt x="2045998" y="1077142"/>
                    <a:pt x="2052346" y="1058097"/>
                    <a:pt x="2060327" y="1030526"/>
                  </a:cubicBezTo>
                  <a:cubicBezTo>
                    <a:pt x="2064318" y="1016378"/>
                    <a:pt x="2067582" y="1005314"/>
                    <a:pt x="2070122" y="997333"/>
                  </a:cubicBezTo>
                  <a:cubicBezTo>
                    <a:pt x="2074112" y="984999"/>
                    <a:pt x="2078284" y="973753"/>
                    <a:pt x="2082637" y="963596"/>
                  </a:cubicBezTo>
                  <a:cubicBezTo>
                    <a:pt x="2084088" y="958517"/>
                    <a:pt x="2086265" y="951624"/>
                    <a:pt x="2089167" y="942918"/>
                  </a:cubicBezTo>
                  <a:lnTo>
                    <a:pt x="2092432" y="932579"/>
                  </a:lnTo>
                  <a:lnTo>
                    <a:pt x="2095153" y="922784"/>
                  </a:lnTo>
                  <a:cubicBezTo>
                    <a:pt x="2095878" y="923147"/>
                    <a:pt x="2096604" y="923328"/>
                    <a:pt x="2097330" y="923328"/>
                  </a:cubicBezTo>
                  <a:lnTo>
                    <a:pt x="2098418" y="923328"/>
                  </a:lnTo>
                  <a:lnTo>
                    <a:pt x="2101139" y="922784"/>
                  </a:lnTo>
                  <a:cubicBezTo>
                    <a:pt x="2101864" y="922421"/>
                    <a:pt x="2102408" y="922240"/>
                    <a:pt x="2102771" y="922240"/>
                  </a:cubicBezTo>
                  <a:close/>
                  <a:moveTo>
                    <a:pt x="1092833" y="915710"/>
                  </a:moveTo>
                  <a:cubicBezTo>
                    <a:pt x="1092833" y="917887"/>
                    <a:pt x="1092470" y="919882"/>
                    <a:pt x="1091744" y="921696"/>
                  </a:cubicBezTo>
                  <a:lnTo>
                    <a:pt x="1089568" y="926049"/>
                  </a:lnTo>
                  <a:cubicBezTo>
                    <a:pt x="1088117" y="929677"/>
                    <a:pt x="1087210" y="933304"/>
                    <a:pt x="1086847" y="936932"/>
                  </a:cubicBezTo>
                  <a:lnTo>
                    <a:pt x="1088480" y="934211"/>
                  </a:lnTo>
                  <a:lnTo>
                    <a:pt x="1090112" y="930946"/>
                  </a:lnTo>
                  <a:cubicBezTo>
                    <a:pt x="1091563" y="929133"/>
                    <a:pt x="1093196" y="928226"/>
                    <a:pt x="1095009" y="928226"/>
                  </a:cubicBezTo>
                  <a:lnTo>
                    <a:pt x="1092289" y="934756"/>
                  </a:lnTo>
                  <a:lnTo>
                    <a:pt x="1089568" y="941829"/>
                  </a:lnTo>
                  <a:cubicBezTo>
                    <a:pt x="1087391" y="946908"/>
                    <a:pt x="1085033" y="950355"/>
                    <a:pt x="1082494" y="952168"/>
                  </a:cubicBezTo>
                  <a:cubicBezTo>
                    <a:pt x="1081768" y="956522"/>
                    <a:pt x="1079410" y="963958"/>
                    <a:pt x="1075420" y="974479"/>
                  </a:cubicBezTo>
                  <a:cubicBezTo>
                    <a:pt x="1073606" y="979557"/>
                    <a:pt x="1070341" y="987720"/>
                    <a:pt x="1065625" y="998966"/>
                  </a:cubicBezTo>
                  <a:cubicBezTo>
                    <a:pt x="1062360" y="1005858"/>
                    <a:pt x="1059095" y="1014202"/>
                    <a:pt x="1055830" y="1023997"/>
                  </a:cubicBezTo>
                  <a:cubicBezTo>
                    <a:pt x="1052566" y="1033429"/>
                    <a:pt x="1050752" y="1041047"/>
                    <a:pt x="1050389" y="1046851"/>
                  </a:cubicBezTo>
                  <a:cubicBezTo>
                    <a:pt x="1048575" y="1049028"/>
                    <a:pt x="1045854" y="1055013"/>
                    <a:pt x="1042227" y="1064808"/>
                  </a:cubicBezTo>
                  <a:cubicBezTo>
                    <a:pt x="1038236" y="1075328"/>
                    <a:pt x="1034790" y="1086030"/>
                    <a:pt x="1031888" y="1096913"/>
                  </a:cubicBezTo>
                  <a:cubicBezTo>
                    <a:pt x="1028986" y="1107071"/>
                    <a:pt x="1026083" y="1118135"/>
                    <a:pt x="1023181" y="1130106"/>
                  </a:cubicBezTo>
                  <a:cubicBezTo>
                    <a:pt x="1022093" y="1134822"/>
                    <a:pt x="1021005" y="1139176"/>
                    <a:pt x="1019916" y="1143166"/>
                  </a:cubicBezTo>
                  <a:cubicBezTo>
                    <a:pt x="1019191" y="1146794"/>
                    <a:pt x="1018647" y="1149877"/>
                    <a:pt x="1018284" y="1152417"/>
                  </a:cubicBezTo>
                  <a:cubicBezTo>
                    <a:pt x="1017558" y="1149877"/>
                    <a:pt x="1016470" y="1148608"/>
                    <a:pt x="1015019" y="1148608"/>
                  </a:cubicBezTo>
                  <a:cubicBezTo>
                    <a:pt x="1012842" y="1148608"/>
                    <a:pt x="1010303" y="1151328"/>
                    <a:pt x="1007401" y="1156770"/>
                  </a:cubicBezTo>
                  <a:lnTo>
                    <a:pt x="1007401" y="1157858"/>
                  </a:lnTo>
                  <a:cubicBezTo>
                    <a:pt x="1007401" y="1158221"/>
                    <a:pt x="1007582" y="1158402"/>
                    <a:pt x="1007945" y="1158402"/>
                  </a:cubicBezTo>
                  <a:lnTo>
                    <a:pt x="1009033" y="1157858"/>
                  </a:lnTo>
                  <a:lnTo>
                    <a:pt x="1010122" y="1157314"/>
                  </a:lnTo>
                  <a:cubicBezTo>
                    <a:pt x="1010847" y="1156951"/>
                    <a:pt x="1011391" y="1156770"/>
                    <a:pt x="1011754" y="1156770"/>
                  </a:cubicBezTo>
                  <a:cubicBezTo>
                    <a:pt x="1011754" y="1157133"/>
                    <a:pt x="1011391" y="1157858"/>
                    <a:pt x="1010666" y="1158947"/>
                  </a:cubicBezTo>
                  <a:cubicBezTo>
                    <a:pt x="1009940" y="1161123"/>
                    <a:pt x="1009215" y="1162211"/>
                    <a:pt x="1008489" y="1162211"/>
                  </a:cubicBezTo>
                  <a:lnTo>
                    <a:pt x="1007945" y="1162211"/>
                  </a:lnTo>
                  <a:lnTo>
                    <a:pt x="1006312" y="1161667"/>
                  </a:lnTo>
                  <a:cubicBezTo>
                    <a:pt x="1005950" y="1161667"/>
                    <a:pt x="1005587" y="1162211"/>
                    <a:pt x="1005224" y="1163300"/>
                  </a:cubicBezTo>
                  <a:cubicBezTo>
                    <a:pt x="1006312" y="1158584"/>
                    <a:pt x="1007945" y="1151691"/>
                    <a:pt x="1010122" y="1142622"/>
                  </a:cubicBezTo>
                  <a:lnTo>
                    <a:pt x="1013386" y="1131195"/>
                  </a:lnTo>
                  <a:lnTo>
                    <a:pt x="1016107" y="1119767"/>
                  </a:lnTo>
                  <a:lnTo>
                    <a:pt x="1019916" y="1107252"/>
                  </a:lnTo>
                  <a:lnTo>
                    <a:pt x="1023181" y="1094736"/>
                  </a:lnTo>
                  <a:cubicBezTo>
                    <a:pt x="1026446" y="1083491"/>
                    <a:pt x="1029167" y="1074966"/>
                    <a:pt x="1031344" y="1069161"/>
                  </a:cubicBezTo>
                  <a:cubicBezTo>
                    <a:pt x="1037873" y="1049572"/>
                    <a:pt x="1043315" y="1034880"/>
                    <a:pt x="1047668" y="1025085"/>
                  </a:cubicBezTo>
                  <a:cubicBezTo>
                    <a:pt x="1053835" y="1011300"/>
                    <a:pt x="1058733" y="1002049"/>
                    <a:pt x="1062360" y="997333"/>
                  </a:cubicBezTo>
                  <a:lnTo>
                    <a:pt x="1062360" y="992980"/>
                  </a:lnTo>
                  <a:cubicBezTo>
                    <a:pt x="1062360" y="982822"/>
                    <a:pt x="1065444" y="969944"/>
                    <a:pt x="1071611" y="954345"/>
                  </a:cubicBezTo>
                  <a:cubicBezTo>
                    <a:pt x="1078141" y="938383"/>
                    <a:pt x="1085215" y="925505"/>
                    <a:pt x="1092833" y="915710"/>
                  </a:cubicBezTo>
                  <a:close/>
                  <a:moveTo>
                    <a:pt x="2947766" y="909180"/>
                  </a:moveTo>
                  <a:cubicBezTo>
                    <a:pt x="2948854" y="909180"/>
                    <a:pt x="2949761" y="909362"/>
                    <a:pt x="2950487" y="909725"/>
                  </a:cubicBezTo>
                  <a:cubicBezTo>
                    <a:pt x="2950124" y="910450"/>
                    <a:pt x="2949943" y="911176"/>
                    <a:pt x="2949943" y="911901"/>
                  </a:cubicBezTo>
                  <a:cubicBezTo>
                    <a:pt x="2949217" y="911538"/>
                    <a:pt x="2948491" y="911357"/>
                    <a:pt x="2947766" y="911357"/>
                  </a:cubicBezTo>
                  <a:close/>
                  <a:moveTo>
                    <a:pt x="2909675" y="909180"/>
                  </a:moveTo>
                  <a:lnTo>
                    <a:pt x="2914573" y="909725"/>
                  </a:lnTo>
                  <a:lnTo>
                    <a:pt x="2914573" y="910813"/>
                  </a:lnTo>
                  <a:cubicBezTo>
                    <a:pt x="2914572" y="911176"/>
                    <a:pt x="2914391" y="911538"/>
                    <a:pt x="2914028" y="911901"/>
                  </a:cubicBezTo>
                  <a:cubicBezTo>
                    <a:pt x="2913666" y="912264"/>
                    <a:pt x="2912940" y="912445"/>
                    <a:pt x="2911852" y="912445"/>
                  </a:cubicBezTo>
                  <a:cubicBezTo>
                    <a:pt x="2911126" y="912083"/>
                    <a:pt x="2910582" y="911720"/>
                    <a:pt x="2910219" y="911357"/>
                  </a:cubicBezTo>
                  <a:cubicBezTo>
                    <a:pt x="2909856" y="910994"/>
                    <a:pt x="2909675" y="910450"/>
                    <a:pt x="2909675" y="909725"/>
                  </a:cubicBezTo>
                  <a:close/>
                  <a:moveTo>
                    <a:pt x="2138141" y="909180"/>
                  </a:moveTo>
                  <a:cubicBezTo>
                    <a:pt x="2139229" y="909180"/>
                    <a:pt x="2140136" y="909362"/>
                    <a:pt x="2140862" y="909725"/>
                  </a:cubicBezTo>
                  <a:cubicBezTo>
                    <a:pt x="2140499" y="910450"/>
                    <a:pt x="2140318" y="911176"/>
                    <a:pt x="2140318" y="911901"/>
                  </a:cubicBezTo>
                  <a:cubicBezTo>
                    <a:pt x="2139592" y="911538"/>
                    <a:pt x="2138866" y="911357"/>
                    <a:pt x="2138141" y="911357"/>
                  </a:cubicBezTo>
                  <a:close/>
                  <a:moveTo>
                    <a:pt x="2100050" y="909180"/>
                  </a:moveTo>
                  <a:lnTo>
                    <a:pt x="2104948" y="909725"/>
                  </a:lnTo>
                  <a:lnTo>
                    <a:pt x="2104948" y="910813"/>
                  </a:lnTo>
                  <a:cubicBezTo>
                    <a:pt x="2104948" y="911176"/>
                    <a:pt x="2104766" y="911538"/>
                    <a:pt x="2104404" y="911901"/>
                  </a:cubicBezTo>
                  <a:cubicBezTo>
                    <a:pt x="2104041" y="912264"/>
                    <a:pt x="2103315" y="912445"/>
                    <a:pt x="2102227" y="912445"/>
                  </a:cubicBezTo>
                  <a:cubicBezTo>
                    <a:pt x="2101501" y="912083"/>
                    <a:pt x="2100957" y="911720"/>
                    <a:pt x="2100594" y="911357"/>
                  </a:cubicBezTo>
                  <a:cubicBezTo>
                    <a:pt x="2100232" y="910994"/>
                    <a:pt x="2100050" y="910450"/>
                    <a:pt x="2100050" y="909725"/>
                  </a:cubicBezTo>
                  <a:close/>
                  <a:moveTo>
                    <a:pt x="2944501" y="901562"/>
                  </a:moveTo>
                  <a:lnTo>
                    <a:pt x="2946134" y="901562"/>
                  </a:lnTo>
                  <a:cubicBezTo>
                    <a:pt x="2946134" y="901925"/>
                    <a:pt x="2945771" y="902106"/>
                    <a:pt x="2945045" y="902106"/>
                  </a:cubicBezTo>
                  <a:lnTo>
                    <a:pt x="2943413" y="902106"/>
                  </a:lnTo>
                  <a:cubicBezTo>
                    <a:pt x="2943776" y="901744"/>
                    <a:pt x="2944138" y="901562"/>
                    <a:pt x="2944501" y="901562"/>
                  </a:cubicBezTo>
                  <a:close/>
                  <a:moveTo>
                    <a:pt x="2134876" y="901562"/>
                  </a:moveTo>
                  <a:lnTo>
                    <a:pt x="2136509" y="901562"/>
                  </a:lnTo>
                  <a:cubicBezTo>
                    <a:pt x="2136509" y="901925"/>
                    <a:pt x="2136146" y="902106"/>
                    <a:pt x="2135420" y="902106"/>
                  </a:cubicBezTo>
                  <a:lnTo>
                    <a:pt x="2133788" y="902106"/>
                  </a:lnTo>
                  <a:cubicBezTo>
                    <a:pt x="2134150" y="901744"/>
                    <a:pt x="2134513" y="901562"/>
                    <a:pt x="2134876" y="901562"/>
                  </a:cubicBezTo>
                  <a:close/>
                  <a:moveTo>
                    <a:pt x="2914028" y="898841"/>
                  </a:moveTo>
                  <a:cubicBezTo>
                    <a:pt x="2915117" y="899567"/>
                    <a:pt x="2916205" y="899930"/>
                    <a:pt x="2917293" y="899930"/>
                  </a:cubicBezTo>
                  <a:lnTo>
                    <a:pt x="2919470" y="899386"/>
                  </a:lnTo>
                  <a:lnTo>
                    <a:pt x="2921102" y="899386"/>
                  </a:lnTo>
                  <a:cubicBezTo>
                    <a:pt x="2922191" y="899386"/>
                    <a:pt x="2923279" y="899567"/>
                    <a:pt x="2924367" y="899930"/>
                  </a:cubicBezTo>
                  <a:lnTo>
                    <a:pt x="2924367" y="901562"/>
                  </a:lnTo>
                  <a:cubicBezTo>
                    <a:pt x="2924367" y="901925"/>
                    <a:pt x="2924549" y="902106"/>
                    <a:pt x="2924912" y="902106"/>
                  </a:cubicBezTo>
                  <a:lnTo>
                    <a:pt x="2924367" y="903739"/>
                  </a:lnTo>
                  <a:lnTo>
                    <a:pt x="2923279" y="905371"/>
                  </a:lnTo>
                  <a:cubicBezTo>
                    <a:pt x="2922554" y="905734"/>
                    <a:pt x="2921828" y="905915"/>
                    <a:pt x="2921102" y="905915"/>
                  </a:cubicBezTo>
                  <a:lnTo>
                    <a:pt x="2920014" y="905915"/>
                  </a:lnTo>
                  <a:lnTo>
                    <a:pt x="2920014" y="908092"/>
                  </a:lnTo>
                  <a:cubicBezTo>
                    <a:pt x="2920377" y="908455"/>
                    <a:pt x="2920921" y="908636"/>
                    <a:pt x="2921647" y="908636"/>
                  </a:cubicBezTo>
                  <a:cubicBezTo>
                    <a:pt x="2920558" y="910450"/>
                    <a:pt x="2919289" y="911357"/>
                    <a:pt x="2917838" y="911357"/>
                  </a:cubicBezTo>
                  <a:lnTo>
                    <a:pt x="2917293" y="911357"/>
                  </a:lnTo>
                  <a:cubicBezTo>
                    <a:pt x="2916205" y="911357"/>
                    <a:pt x="2915298" y="910813"/>
                    <a:pt x="2914573" y="909725"/>
                  </a:cubicBezTo>
                  <a:lnTo>
                    <a:pt x="2915661" y="904283"/>
                  </a:lnTo>
                  <a:lnTo>
                    <a:pt x="2915117" y="904283"/>
                  </a:lnTo>
                  <a:cubicBezTo>
                    <a:pt x="2914754" y="904283"/>
                    <a:pt x="2914572" y="904646"/>
                    <a:pt x="2914573" y="905371"/>
                  </a:cubicBezTo>
                  <a:lnTo>
                    <a:pt x="2914028" y="906460"/>
                  </a:lnTo>
                  <a:lnTo>
                    <a:pt x="2913484" y="907548"/>
                  </a:lnTo>
                  <a:cubicBezTo>
                    <a:pt x="2912759" y="907185"/>
                    <a:pt x="2912396" y="906460"/>
                    <a:pt x="2912396" y="905371"/>
                  </a:cubicBezTo>
                  <a:lnTo>
                    <a:pt x="2912396" y="903739"/>
                  </a:lnTo>
                  <a:lnTo>
                    <a:pt x="2913484" y="901018"/>
                  </a:lnTo>
                  <a:close/>
                  <a:moveTo>
                    <a:pt x="2104404" y="898841"/>
                  </a:moveTo>
                  <a:cubicBezTo>
                    <a:pt x="2105492" y="899567"/>
                    <a:pt x="2106580" y="899930"/>
                    <a:pt x="2107668" y="899930"/>
                  </a:cubicBezTo>
                  <a:lnTo>
                    <a:pt x="2109845" y="899386"/>
                  </a:lnTo>
                  <a:lnTo>
                    <a:pt x="2111478" y="899386"/>
                  </a:lnTo>
                  <a:cubicBezTo>
                    <a:pt x="2112566" y="899386"/>
                    <a:pt x="2113654" y="899567"/>
                    <a:pt x="2114742" y="899930"/>
                  </a:cubicBezTo>
                  <a:lnTo>
                    <a:pt x="2114742" y="901562"/>
                  </a:lnTo>
                  <a:cubicBezTo>
                    <a:pt x="2114742" y="901925"/>
                    <a:pt x="2114924" y="902106"/>
                    <a:pt x="2115286" y="902106"/>
                  </a:cubicBezTo>
                  <a:lnTo>
                    <a:pt x="2114742" y="903739"/>
                  </a:lnTo>
                  <a:lnTo>
                    <a:pt x="2113654" y="905371"/>
                  </a:lnTo>
                  <a:cubicBezTo>
                    <a:pt x="2112928" y="905734"/>
                    <a:pt x="2112203" y="905915"/>
                    <a:pt x="2111478" y="905915"/>
                  </a:cubicBezTo>
                  <a:lnTo>
                    <a:pt x="2110389" y="905915"/>
                  </a:lnTo>
                  <a:lnTo>
                    <a:pt x="2110389" y="908092"/>
                  </a:lnTo>
                  <a:cubicBezTo>
                    <a:pt x="2110752" y="908455"/>
                    <a:pt x="2111296" y="908636"/>
                    <a:pt x="2112022" y="908636"/>
                  </a:cubicBezTo>
                  <a:cubicBezTo>
                    <a:pt x="2110934" y="910450"/>
                    <a:pt x="2109664" y="911357"/>
                    <a:pt x="2108213" y="911357"/>
                  </a:cubicBezTo>
                  <a:lnTo>
                    <a:pt x="2107668" y="911357"/>
                  </a:lnTo>
                  <a:cubicBezTo>
                    <a:pt x="2106580" y="911357"/>
                    <a:pt x="2105673" y="910813"/>
                    <a:pt x="2104948" y="909725"/>
                  </a:cubicBezTo>
                  <a:lnTo>
                    <a:pt x="2106036" y="904283"/>
                  </a:lnTo>
                  <a:lnTo>
                    <a:pt x="2105492" y="904283"/>
                  </a:lnTo>
                  <a:cubicBezTo>
                    <a:pt x="2105129" y="904283"/>
                    <a:pt x="2104948" y="904646"/>
                    <a:pt x="2104948" y="905371"/>
                  </a:cubicBezTo>
                  <a:lnTo>
                    <a:pt x="2104404" y="906460"/>
                  </a:lnTo>
                  <a:lnTo>
                    <a:pt x="2103859" y="907548"/>
                  </a:lnTo>
                  <a:cubicBezTo>
                    <a:pt x="2103134" y="907185"/>
                    <a:pt x="2102771" y="906460"/>
                    <a:pt x="2102771" y="905371"/>
                  </a:cubicBezTo>
                  <a:lnTo>
                    <a:pt x="2102771" y="903739"/>
                  </a:lnTo>
                  <a:lnTo>
                    <a:pt x="2103859" y="901018"/>
                  </a:lnTo>
                  <a:close/>
                  <a:moveTo>
                    <a:pt x="1117320" y="892312"/>
                  </a:moveTo>
                  <a:cubicBezTo>
                    <a:pt x="1115869" y="900655"/>
                    <a:pt x="1111697" y="911176"/>
                    <a:pt x="1104804" y="923872"/>
                  </a:cubicBezTo>
                  <a:cubicBezTo>
                    <a:pt x="1097186" y="937658"/>
                    <a:pt x="1092289" y="949266"/>
                    <a:pt x="1090112" y="958698"/>
                  </a:cubicBezTo>
                  <a:lnTo>
                    <a:pt x="1090112" y="955978"/>
                  </a:lnTo>
                  <a:cubicBezTo>
                    <a:pt x="1090112" y="949810"/>
                    <a:pt x="1093196" y="940197"/>
                    <a:pt x="1099363" y="927137"/>
                  </a:cubicBezTo>
                  <a:lnTo>
                    <a:pt x="1104260" y="917887"/>
                  </a:lnTo>
                  <a:lnTo>
                    <a:pt x="1109157" y="908636"/>
                  </a:lnTo>
                  <a:cubicBezTo>
                    <a:pt x="1113148" y="901018"/>
                    <a:pt x="1115869" y="895577"/>
                    <a:pt x="1117320" y="892312"/>
                  </a:cubicBezTo>
                  <a:close/>
                  <a:moveTo>
                    <a:pt x="1124394" y="880884"/>
                  </a:moveTo>
                  <a:cubicBezTo>
                    <a:pt x="1122943" y="886326"/>
                    <a:pt x="1121310" y="889409"/>
                    <a:pt x="1119496" y="890135"/>
                  </a:cubicBezTo>
                  <a:lnTo>
                    <a:pt x="1121129" y="883605"/>
                  </a:lnTo>
                  <a:cubicBezTo>
                    <a:pt x="1122217" y="883605"/>
                    <a:pt x="1122943" y="882880"/>
                    <a:pt x="1123305" y="881428"/>
                  </a:cubicBezTo>
                  <a:close/>
                  <a:moveTo>
                    <a:pt x="2815537" y="875987"/>
                  </a:moveTo>
                  <a:cubicBezTo>
                    <a:pt x="2815900" y="876350"/>
                    <a:pt x="2816262" y="876894"/>
                    <a:pt x="2816625" y="877619"/>
                  </a:cubicBezTo>
                  <a:lnTo>
                    <a:pt x="2815537" y="879252"/>
                  </a:lnTo>
                  <a:cubicBezTo>
                    <a:pt x="2815174" y="878526"/>
                    <a:pt x="2814811" y="877801"/>
                    <a:pt x="2814448" y="877075"/>
                  </a:cubicBezTo>
                  <a:close/>
                  <a:moveTo>
                    <a:pt x="2005912" y="875987"/>
                  </a:moveTo>
                  <a:cubicBezTo>
                    <a:pt x="2006275" y="876350"/>
                    <a:pt x="2006637" y="876894"/>
                    <a:pt x="2007000" y="877619"/>
                  </a:cubicBezTo>
                  <a:lnTo>
                    <a:pt x="2005912" y="879252"/>
                  </a:lnTo>
                  <a:cubicBezTo>
                    <a:pt x="2005549" y="878526"/>
                    <a:pt x="2005186" y="877801"/>
                    <a:pt x="2004824" y="877075"/>
                  </a:cubicBezTo>
                  <a:close/>
                  <a:moveTo>
                    <a:pt x="2935795" y="871634"/>
                  </a:moveTo>
                  <a:lnTo>
                    <a:pt x="2933074" y="880884"/>
                  </a:lnTo>
                  <a:lnTo>
                    <a:pt x="2928721" y="880340"/>
                  </a:lnTo>
                  <a:lnTo>
                    <a:pt x="2929265" y="882517"/>
                  </a:lnTo>
                  <a:lnTo>
                    <a:pt x="2929809" y="885238"/>
                  </a:lnTo>
                  <a:cubicBezTo>
                    <a:pt x="2930172" y="886326"/>
                    <a:pt x="2930353" y="887414"/>
                    <a:pt x="2930353" y="888503"/>
                  </a:cubicBezTo>
                  <a:cubicBezTo>
                    <a:pt x="2930353" y="889228"/>
                    <a:pt x="2930172" y="890135"/>
                    <a:pt x="2929809" y="891223"/>
                  </a:cubicBezTo>
                  <a:cubicBezTo>
                    <a:pt x="2929083" y="891223"/>
                    <a:pt x="2928358" y="891042"/>
                    <a:pt x="2927632" y="890679"/>
                  </a:cubicBezTo>
                  <a:lnTo>
                    <a:pt x="2926000" y="889591"/>
                  </a:lnTo>
                  <a:cubicBezTo>
                    <a:pt x="2925637" y="889228"/>
                    <a:pt x="2925274" y="889047"/>
                    <a:pt x="2924912" y="889047"/>
                  </a:cubicBezTo>
                  <a:cubicBezTo>
                    <a:pt x="2924549" y="889047"/>
                    <a:pt x="2924367" y="889409"/>
                    <a:pt x="2924367" y="890135"/>
                  </a:cubicBezTo>
                  <a:cubicBezTo>
                    <a:pt x="2923642" y="889772"/>
                    <a:pt x="2923279" y="889047"/>
                    <a:pt x="2923279" y="887958"/>
                  </a:cubicBezTo>
                  <a:lnTo>
                    <a:pt x="2923279" y="885782"/>
                  </a:lnTo>
                  <a:cubicBezTo>
                    <a:pt x="2923279" y="883968"/>
                    <a:pt x="2922554" y="883061"/>
                    <a:pt x="2921102" y="883061"/>
                  </a:cubicBezTo>
                  <a:lnTo>
                    <a:pt x="2920014" y="883061"/>
                  </a:lnTo>
                  <a:cubicBezTo>
                    <a:pt x="2921465" y="880522"/>
                    <a:pt x="2923098" y="876894"/>
                    <a:pt x="2924912" y="872178"/>
                  </a:cubicBezTo>
                  <a:close/>
                  <a:moveTo>
                    <a:pt x="2126170" y="871634"/>
                  </a:moveTo>
                  <a:lnTo>
                    <a:pt x="2123449" y="880884"/>
                  </a:lnTo>
                  <a:lnTo>
                    <a:pt x="2119096" y="880340"/>
                  </a:lnTo>
                  <a:lnTo>
                    <a:pt x="2119640" y="882517"/>
                  </a:lnTo>
                  <a:lnTo>
                    <a:pt x="2120184" y="885238"/>
                  </a:lnTo>
                  <a:cubicBezTo>
                    <a:pt x="2120547" y="886326"/>
                    <a:pt x="2120728" y="887414"/>
                    <a:pt x="2120728" y="888503"/>
                  </a:cubicBezTo>
                  <a:cubicBezTo>
                    <a:pt x="2120728" y="889228"/>
                    <a:pt x="2120547" y="890135"/>
                    <a:pt x="2120184" y="891223"/>
                  </a:cubicBezTo>
                  <a:cubicBezTo>
                    <a:pt x="2119458" y="891223"/>
                    <a:pt x="2118733" y="891042"/>
                    <a:pt x="2118008" y="890679"/>
                  </a:cubicBezTo>
                  <a:lnTo>
                    <a:pt x="2116375" y="889591"/>
                  </a:lnTo>
                  <a:cubicBezTo>
                    <a:pt x="2116012" y="889228"/>
                    <a:pt x="2115649" y="889047"/>
                    <a:pt x="2115286" y="889047"/>
                  </a:cubicBezTo>
                  <a:cubicBezTo>
                    <a:pt x="2114924" y="889047"/>
                    <a:pt x="2114742" y="889409"/>
                    <a:pt x="2114742" y="890135"/>
                  </a:cubicBezTo>
                  <a:cubicBezTo>
                    <a:pt x="2114017" y="889772"/>
                    <a:pt x="2113654" y="889047"/>
                    <a:pt x="2113654" y="887958"/>
                  </a:cubicBezTo>
                  <a:lnTo>
                    <a:pt x="2113654" y="885782"/>
                  </a:lnTo>
                  <a:cubicBezTo>
                    <a:pt x="2113654" y="883968"/>
                    <a:pt x="2112928" y="883061"/>
                    <a:pt x="2111478" y="883061"/>
                  </a:cubicBezTo>
                  <a:lnTo>
                    <a:pt x="2110389" y="883061"/>
                  </a:lnTo>
                  <a:cubicBezTo>
                    <a:pt x="2111840" y="880522"/>
                    <a:pt x="2113473" y="876894"/>
                    <a:pt x="2115286" y="872178"/>
                  </a:cubicBezTo>
                  <a:close/>
                  <a:moveTo>
                    <a:pt x="2826420" y="871090"/>
                  </a:moveTo>
                  <a:lnTo>
                    <a:pt x="2826420" y="872178"/>
                  </a:lnTo>
                  <a:lnTo>
                    <a:pt x="2826420" y="874899"/>
                  </a:lnTo>
                  <a:cubicBezTo>
                    <a:pt x="2826057" y="875987"/>
                    <a:pt x="2825513" y="876894"/>
                    <a:pt x="2824787" y="877619"/>
                  </a:cubicBezTo>
                  <a:lnTo>
                    <a:pt x="2822611" y="872722"/>
                  </a:lnTo>
                  <a:cubicBezTo>
                    <a:pt x="2823336" y="871997"/>
                    <a:pt x="2824062" y="871634"/>
                    <a:pt x="2824787" y="871634"/>
                  </a:cubicBezTo>
                  <a:lnTo>
                    <a:pt x="2825332" y="871634"/>
                  </a:lnTo>
                  <a:close/>
                  <a:moveTo>
                    <a:pt x="2016795" y="871090"/>
                  </a:moveTo>
                  <a:lnTo>
                    <a:pt x="2016795" y="872178"/>
                  </a:lnTo>
                  <a:lnTo>
                    <a:pt x="2016795" y="874899"/>
                  </a:lnTo>
                  <a:cubicBezTo>
                    <a:pt x="2016432" y="875987"/>
                    <a:pt x="2015888" y="876894"/>
                    <a:pt x="2015162" y="877619"/>
                  </a:cubicBezTo>
                  <a:lnTo>
                    <a:pt x="2012986" y="872722"/>
                  </a:lnTo>
                  <a:cubicBezTo>
                    <a:pt x="2013711" y="871997"/>
                    <a:pt x="2014437" y="871634"/>
                    <a:pt x="2015162" y="871634"/>
                  </a:cubicBezTo>
                  <a:lnTo>
                    <a:pt x="2015707" y="871634"/>
                  </a:lnTo>
                  <a:close/>
                  <a:moveTo>
                    <a:pt x="2873217" y="869457"/>
                  </a:moveTo>
                  <a:lnTo>
                    <a:pt x="2873217" y="872722"/>
                  </a:lnTo>
                  <a:cubicBezTo>
                    <a:pt x="2873217" y="873810"/>
                    <a:pt x="2872673" y="874536"/>
                    <a:pt x="2871585" y="874899"/>
                  </a:cubicBezTo>
                  <a:lnTo>
                    <a:pt x="2870496" y="871090"/>
                  </a:lnTo>
                  <a:cubicBezTo>
                    <a:pt x="2870496" y="870727"/>
                    <a:pt x="2870678" y="870546"/>
                    <a:pt x="2871040" y="870546"/>
                  </a:cubicBezTo>
                  <a:lnTo>
                    <a:pt x="2872129" y="870546"/>
                  </a:lnTo>
                  <a:cubicBezTo>
                    <a:pt x="2872492" y="870183"/>
                    <a:pt x="2872854" y="869820"/>
                    <a:pt x="2873217" y="869457"/>
                  </a:cubicBezTo>
                  <a:close/>
                  <a:moveTo>
                    <a:pt x="2836215" y="869457"/>
                  </a:moveTo>
                  <a:cubicBezTo>
                    <a:pt x="2836940" y="869457"/>
                    <a:pt x="2837666" y="870001"/>
                    <a:pt x="2838391" y="871090"/>
                  </a:cubicBezTo>
                  <a:cubicBezTo>
                    <a:pt x="2838028" y="873992"/>
                    <a:pt x="2837303" y="875443"/>
                    <a:pt x="2836215" y="875443"/>
                  </a:cubicBezTo>
                  <a:cubicBezTo>
                    <a:pt x="2835852" y="875443"/>
                    <a:pt x="2835308" y="875080"/>
                    <a:pt x="2834582" y="874355"/>
                  </a:cubicBezTo>
                  <a:cubicBezTo>
                    <a:pt x="2834219" y="873629"/>
                    <a:pt x="2834038" y="872904"/>
                    <a:pt x="2834038" y="872178"/>
                  </a:cubicBezTo>
                  <a:cubicBezTo>
                    <a:pt x="2834038" y="871090"/>
                    <a:pt x="2834401" y="870364"/>
                    <a:pt x="2835126" y="870001"/>
                  </a:cubicBezTo>
                  <a:cubicBezTo>
                    <a:pt x="2835489" y="869639"/>
                    <a:pt x="2835852" y="869457"/>
                    <a:pt x="2836215" y="869457"/>
                  </a:cubicBezTo>
                  <a:close/>
                  <a:moveTo>
                    <a:pt x="2063592" y="869457"/>
                  </a:moveTo>
                  <a:lnTo>
                    <a:pt x="2063592" y="872722"/>
                  </a:lnTo>
                  <a:cubicBezTo>
                    <a:pt x="2063592" y="873810"/>
                    <a:pt x="2063048" y="874536"/>
                    <a:pt x="2061960" y="874899"/>
                  </a:cubicBezTo>
                  <a:lnTo>
                    <a:pt x="2060871" y="871090"/>
                  </a:lnTo>
                  <a:cubicBezTo>
                    <a:pt x="2060871" y="870727"/>
                    <a:pt x="2061053" y="870546"/>
                    <a:pt x="2061415" y="870546"/>
                  </a:cubicBezTo>
                  <a:lnTo>
                    <a:pt x="2062504" y="870546"/>
                  </a:lnTo>
                  <a:cubicBezTo>
                    <a:pt x="2062866" y="870183"/>
                    <a:pt x="2063229" y="869820"/>
                    <a:pt x="2063592" y="869457"/>
                  </a:cubicBezTo>
                  <a:close/>
                  <a:moveTo>
                    <a:pt x="2026590" y="869457"/>
                  </a:moveTo>
                  <a:cubicBezTo>
                    <a:pt x="2027315" y="869457"/>
                    <a:pt x="2028041" y="870001"/>
                    <a:pt x="2028766" y="871090"/>
                  </a:cubicBezTo>
                  <a:cubicBezTo>
                    <a:pt x="2028404" y="873992"/>
                    <a:pt x="2027678" y="875443"/>
                    <a:pt x="2026590" y="875443"/>
                  </a:cubicBezTo>
                  <a:cubicBezTo>
                    <a:pt x="2026227" y="875443"/>
                    <a:pt x="2025683" y="875080"/>
                    <a:pt x="2024957" y="874355"/>
                  </a:cubicBezTo>
                  <a:cubicBezTo>
                    <a:pt x="2024594" y="873629"/>
                    <a:pt x="2024413" y="872904"/>
                    <a:pt x="2024413" y="872178"/>
                  </a:cubicBezTo>
                  <a:cubicBezTo>
                    <a:pt x="2024413" y="871090"/>
                    <a:pt x="2024776" y="870364"/>
                    <a:pt x="2025501" y="870001"/>
                  </a:cubicBezTo>
                  <a:cubicBezTo>
                    <a:pt x="2025864" y="869639"/>
                    <a:pt x="2026227" y="869457"/>
                    <a:pt x="2026590" y="869457"/>
                  </a:cubicBezTo>
                  <a:close/>
                  <a:moveTo>
                    <a:pt x="2831317" y="868913"/>
                  </a:moveTo>
                  <a:lnTo>
                    <a:pt x="2831861" y="871090"/>
                  </a:lnTo>
                  <a:lnTo>
                    <a:pt x="2832406" y="872722"/>
                  </a:lnTo>
                  <a:lnTo>
                    <a:pt x="2832406" y="874355"/>
                  </a:lnTo>
                  <a:cubicBezTo>
                    <a:pt x="2832406" y="875080"/>
                    <a:pt x="2832224" y="875624"/>
                    <a:pt x="2831861" y="875987"/>
                  </a:cubicBezTo>
                  <a:lnTo>
                    <a:pt x="2829685" y="875987"/>
                  </a:lnTo>
                  <a:lnTo>
                    <a:pt x="2828596" y="875443"/>
                  </a:lnTo>
                  <a:lnTo>
                    <a:pt x="2827508" y="875443"/>
                  </a:lnTo>
                  <a:lnTo>
                    <a:pt x="2827508" y="873810"/>
                  </a:lnTo>
                  <a:cubicBezTo>
                    <a:pt x="2827508" y="873085"/>
                    <a:pt x="2827145" y="872541"/>
                    <a:pt x="2826420" y="872178"/>
                  </a:cubicBezTo>
                  <a:cubicBezTo>
                    <a:pt x="2827145" y="871090"/>
                    <a:pt x="2828052" y="870546"/>
                    <a:pt x="2829141" y="870546"/>
                  </a:cubicBezTo>
                  <a:lnTo>
                    <a:pt x="2830229" y="870001"/>
                  </a:lnTo>
                  <a:close/>
                  <a:moveTo>
                    <a:pt x="2021692" y="868913"/>
                  </a:moveTo>
                  <a:lnTo>
                    <a:pt x="2022236" y="871090"/>
                  </a:lnTo>
                  <a:lnTo>
                    <a:pt x="2022781" y="872722"/>
                  </a:lnTo>
                  <a:lnTo>
                    <a:pt x="2022781" y="874355"/>
                  </a:lnTo>
                  <a:cubicBezTo>
                    <a:pt x="2022781" y="875080"/>
                    <a:pt x="2022599" y="875624"/>
                    <a:pt x="2022236" y="875987"/>
                  </a:cubicBezTo>
                  <a:lnTo>
                    <a:pt x="2020060" y="875987"/>
                  </a:lnTo>
                  <a:lnTo>
                    <a:pt x="2018972" y="875443"/>
                  </a:lnTo>
                  <a:lnTo>
                    <a:pt x="2017883" y="875443"/>
                  </a:lnTo>
                  <a:lnTo>
                    <a:pt x="2017883" y="873810"/>
                  </a:lnTo>
                  <a:cubicBezTo>
                    <a:pt x="2017883" y="873085"/>
                    <a:pt x="2017520" y="872541"/>
                    <a:pt x="2016795" y="872178"/>
                  </a:cubicBezTo>
                  <a:cubicBezTo>
                    <a:pt x="2017520" y="871090"/>
                    <a:pt x="2018427" y="870546"/>
                    <a:pt x="2019516" y="870546"/>
                  </a:cubicBezTo>
                  <a:lnTo>
                    <a:pt x="2020604" y="870001"/>
                  </a:lnTo>
                  <a:close/>
                  <a:moveTo>
                    <a:pt x="2840568" y="868369"/>
                  </a:moveTo>
                  <a:lnTo>
                    <a:pt x="2841656" y="868913"/>
                  </a:lnTo>
                  <a:lnTo>
                    <a:pt x="2842200" y="869457"/>
                  </a:lnTo>
                  <a:cubicBezTo>
                    <a:pt x="2842926" y="869820"/>
                    <a:pt x="2843470" y="870546"/>
                    <a:pt x="2843833" y="871634"/>
                  </a:cubicBezTo>
                  <a:lnTo>
                    <a:pt x="2842744" y="873266"/>
                  </a:lnTo>
                  <a:close/>
                  <a:moveTo>
                    <a:pt x="2030943" y="868369"/>
                  </a:moveTo>
                  <a:lnTo>
                    <a:pt x="2032031" y="868913"/>
                  </a:lnTo>
                  <a:lnTo>
                    <a:pt x="2032575" y="869457"/>
                  </a:lnTo>
                  <a:cubicBezTo>
                    <a:pt x="2033301" y="869820"/>
                    <a:pt x="2033845" y="870546"/>
                    <a:pt x="2034208" y="871634"/>
                  </a:cubicBezTo>
                  <a:lnTo>
                    <a:pt x="2033120" y="873266"/>
                  </a:lnTo>
                  <a:close/>
                  <a:moveTo>
                    <a:pt x="2854716" y="864016"/>
                  </a:moveTo>
                  <a:cubicBezTo>
                    <a:pt x="2854353" y="864741"/>
                    <a:pt x="2854172" y="865467"/>
                    <a:pt x="2854172" y="866192"/>
                  </a:cubicBezTo>
                  <a:cubicBezTo>
                    <a:pt x="2854172" y="866555"/>
                    <a:pt x="2854353" y="866737"/>
                    <a:pt x="2854716" y="866737"/>
                  </a:cubicBezTo>
                  <a:lnTo>
                    <a:pt x="2855260" y="866737"/>
                  </a:lnTo>
                  <a:lnTo>
                    <a:pt x="2855804" y="867281"/>
                  </a:lnTo>
                  <a:cubicBezTo>
                    <a:pt x="2856530" y="867643"/>
                    <a:pt x="2857074" y="868550"/>
                    <a:pt x="2857437" y="870001"/>
                  </a:cubicBezTo>
                  <a:cubicBezTo>
                    <a:pt x="2857074" y="871090"/>
                    <a:pt x="2856530" y="871634"/>
                    <a:pt x="2855804" y="871634"/>
                  </a:cubicBezTo>
                  <a:lnTo>
                    <a:pt x="2852539" y="871634"/>
                  </a:lnTo>
                  <a:cubicBezTo>
                    <a:pt x="2851814" y="871634"/>
                    <a:pt x="2851451" y="872541"/>
                    <a:pt x="2851451" y="874355"/>
                  </a:cubicBezTo>
                  <a:lnTo>
                    <a:pt x="2851451" y="875987"/>
                  </a:lnTo>
                  <a:lnTo>
                    <a:pt x="2849274" y="873810"/>
                  </a:lnTo>
                  <a:lnTo>
                    <a:pt x="2847642" y="871090"/>
                  </a:lnTo>
                  <a:cubicBezTo>
                    <a:pt x="2846553" y="870001"/>
                    <a:pt x="2845646" y="869457"/>
                    <a:pt x="2844921" y="869457"/>
                  </a:cubicBezTo>
                  <a:lnTo>
                    <a:pt x="2844377" y="869457"/>
                  </a:lnTo>
                  <a:lnTo>
                    <a:pt x="2844377" y="865648"/>
                  </a:lnTo>
                  <a:cubicBezTo>
                    <a:pt x="2844377" y="864923"/>
                    <a:pt x="2844740" y="864560"/>
                    <a:pt x="2845465" y="864560"/>
                  </a:cubicBezTo>
                  <a:cubicBezTo>
                    <a:pt x="2846191" y="864560"/>
                    <a:pt x="2846916" y="864923"/>
                    <a:pt x="2847642" y="865648"/>
                  </a:cubicBezTo>
                  <a:cubicBezTo>
                    <a:pt x="2848730" y="866374"/>
                    <a:pt x="2849456" y="867462"/>
                    <a:pt x="2849818" y="868913"/>
                  </a:cubicBezTo>
                  <a:lnTo>
                    <a:pt x="2851451" y="867281"/>
                  </a:lnTo>
                  <a:lnTo>
                    <a:pt x="2852539" y="865648"/>
                  </a:lnTo>
                  <a:cubicBezTo>
                    <a:pt x="2853265" y="864560"/>
                    <a:pt x="2853990" y="864016"/>
                    <a:pt x="2854716" y="864016"/>
                  </a:cubicBezTo>
                  <a:close/>
                  <a:moveTo>
                    <a:pt x="2045091" y="864016"/>
                  </a:moveTo>
                  <a:cubicBezTo>
                    <a:pt x="2044728" y="864741"/>
                    <a:pt x="2044547" y="865467"/>
                    <a:pt x="2044547" y="866192"/>
                  </a:cubicBezTo>
                  <a:cubicBezTo>
                    <a:pt x="2044547" y="866555"/>
                    <a:pt x="2044728" y="866737"/>
                    <a:pt x="2045091" y="866737"/>
                  </a:cubicBezTo>
                  <a:lnTo>
                    <a:pt x="2045635" y="866737"/>
                  </a:lnTo>
                  <a:lnTo>
                    <a:pt x="2046179" y="867281"/>
                  </a:lnTo>
                  <a:cubicBezTo>
                    <a:pt x="2046905" y="867643"/>
                    <a:pt x="2047449" y="868550"/>
                    <a:pt x="2047812" y="870001"/>
                  </a:cubicBezTo>
                  <a:cubicBezTo>
                    <a:pt x="2047449" y="871090"/>
                    <a:pt x="2046905" y="871634"/>
                    <a:pt x="2046179" y="871634"/>
                  </a:cubicBezTo>
                  <a:lnTo>
                    <a:pt x="2042914" y="871634"/>
                  </a:lnTo>
                  <a:cubicBezTo>
                    <a:pt x="2042189" y="871634"/>
                    <a:pt x="2041826" y="872541"/>
                    <a:pt x="2041826" y="874355"/>
                  </a:cubicBezTo>
                  <a:lnTo>
                    <a:pt x="2041826" y="875987"/>
                  </a:lnTo>
                  <a:lnTo>
                    <a:pt x="2039649" y="873810"/>
                  </a:lnTo>
                  <a:lnTo>
                    <a:pt x="2038017" y="871090"/>
                  </a:lnTo>
                  <a:cubicBezTo>
                    <a:pt x="2036929" y="870001"/>
                    <a:pt x="2036022" y="869457"/>
                    <a:pt x="2035296" y="869457"/>
                  </a:cubicBezTo>
                  <a:lnTo>
                    <a:pt x="2034752" y="869457"/>
                  </a:lnTo>
                  <a:lnTo>
                    <a:pt x="2034752" y="865648"/>
                  </a:lnTo>
                  <a:cubicBezTo>
                    <a:pt x="2034752" y="864923"/>
                    <a:pt x="2035115" y="864560"/>
                    <a:pt x="2035840" y="864560"/>
                  </a:cubicBezTo>
                  <a:cubicBezTo>
                    <a:pt x="2036566" y="864560"/>
                    <a:pt x="2037291" y="864923"/>
                    <a:pt x="2038017" y="865648"/>
                  </a:cubicBezTo>
                  <a:cubicBezTo>
                    <a:pt x="2039105" y="866374"/>
                    <a:pt x="2039831" y="867462"/>
                    <a:pt x="2040194" y="868913"/>
                  </a:cubicBezTo>
                  <a:lnTo>
                    <a:pt x="2041826" y="867281"/>
                  </a:lnTo>
                  <a:lnTo>
                    <a:pt x="2042914" y="865648"/>
                  </a:lnTo>
                  <a:cubicBezTo>
                    <a:pt x="2043640" y="864560"/>
                    <a:pt x="2044365" y="864016"/>
                    <a:pt x="2045091" y="864016"/>
                  </a:cubicBezTo>
                  <a:close/>
                  <a:moveTo>
                    <a:pt x="2859613" y="862927"/>
                  </a:moveTo>
                  <a:cubicBezTo>
                    <a:pt x="2859613" y="865104"/>
                    <a:pt x="2860157" y="866192"/>
                    <a:pt x="2861246" y="866192"/>
                  </a:cubicBezTo>
                  <a:cubicBezTo>
                    <a:pt x="2861971" y="866192"/>
                    <a:pt x="2862697" y="866011"/>
                    <a:pt x="2863422" y="865648"/>
                  </a:cubicBezTo>
                  <a:lnTo>
                    <a:pt x="2865055" y="864560"/>
                  </a:lnTo>
                  <a:lnTo>
                    <a:pt x="2866687" y="864016"/>
                  </a:lnTo>
                  <a:cubicBezTo>
                    <a:pt x="2868138" y="864016"/>
                    <a:pt x="2869227" y="865104"/>
                    <a:pt x="2869952" y="867281"/>
                  </a:cubicBezTo>
                  <a:cubicBezTo>
                    <a:pt x="2868864" y="868369"/>
                    <a:pt x="2868320" y="869820"/>
                    <a:pt x="2868320" y="871634"/>
                  </a:cubicBezTo>
                  <a:cubicBezTo>
                    <a:pt x="2868320" y="872359"/>
                    <a:pt x="2868501" y="873266"/>
                    <a:pt x="2868864" y="874355"/>
                  </a:cubicBezTo>
                  <a:cubicBezTo>
                    <a:pt x="2863060" y="872178"/>
                    <a:pt x="2859250" y="868913"/>
                    <a:pt x="2857437" y="864560"/>
                  </a:cubicBezTo>
                  <a:lnTo>
                    <a:pt x="2857981" y="864016"/>
                  </a:lnTo>
                  <a:lnTo>
                    <a:pt x="2859069" y="864016"/>
                  </a:lnTo>
                  <a:close/>
                  <a:moveTo>
                    <a:pt x="2049988" y="862927"/>
                  </a:moveTo>
                  <a:cubicBezTo>
                    <a:pt x="2049988" y="865104"/>
                    <a:pt x="2050532" y="866192"/>
                    <a:pt x="2051621" y="866192"/>
                  </a:cubicBezTo>
                  <a:cubicBezTo>
                    <a:pt x="2052346" y="866192"/>
                    <a:pt x="2053072" y="866011"/>
                    <a:pt x="2053797" y="865648"/>
                  </a:cubicBezTo>
                  <a:lnTo>
                    <a:pt x="2055430" y="864560"/>
                  </a:lnTo>
                  <a:lnTo>
                    <a:pt x="2057062" y="864016"/>
                  </a:lnTo>
                  <a:cubicBezTo>
                    <a:pt x="2058513" y="864016"/>
                    <a:pt x="2059602" y="865104"/>
                    <a:pt x="2060327" y="867281"/>
                  </a:cubicBezTo>
                  <a:cubicBezTo>
                    <a:pt x="2059239" y="868369"/>
                    <a:pt x="2058695" y="869820"/>
                    <a:pt x="2058695" y="871634"/>
                  </a:cubicBezTo>
                  <a:cubicBezTo>
                    <a:pt x="2058695" y="872359"/>
                    <a:pt x="2058876" y="873266"/>
                    <a:pt x="2059239" y="874355"/>
                  </a:cubicBezTo>
                  <a:cubicBezTo>
                    <a:pt x="2053434" y="872178"/>
                    <a:pt x="2049625" y="868913"/>
                    <a:pt x="2047812" y="864560"/>
                  </a:cubicBezTo>
                  <a:lnTo>
                    <a:pt x="2048356" y="864016"/>
                  </a:lnTo>
                  <a:lnTo>
                    <a:pt x="2049444" y="864016"/>
                  </a:lnTo>
                  <a:close/>
                  <a:moveTo>
                    <a:pt x="2943957" y="861295"/>
                  </a:moveTo>
                  <a:cubicBezTo>
                    <a:pt x="2944682" y="861658"/>
                    <a:pt x="2945408" y="861839"/>
                    <a:pt x="2946134" y="861839"/>
                  </a:cubicBezTo>
                  <a:lnTo>
                    <a:pt x="2945589" y="864560"/>
                  </a:lnTo>
                  <a:lnTo>
                    <a:pt x="2945045" y="864016"/>
                  </a:lnTo>
                  <a:cubicBezTo>
                    <a:pt x="2944682" y="863653"/>
                    <a:pt x="2944501" y="863109"/>
                    <a:pt x="2944501" y="862383"/>
                  </a:cubicBezTo>
                  <a:lnTo>
                    <a:pt x="2943957" y="863472"/>
                  </a:lnTo>
                  <a:lnTo>
                    <a:pt x="2943957" y="865104"/>
                  </a:lnTo>
                  <a:lnTo>
                    <a:pt x="2943413" y="865104"/>
                  </a:lnTo>
                  <a:close/>
                  <a:moveTo>
                    <a:pt x="2134332" y="861295"/>
                  </a:moveTo>
                  <a:cubicBezTo>
                    <a:pt x="2135057" y="861658"/>
                    <a:pt x="2135783" y="861839"/>
                    <a:pt x="2136509" y="861839"/>
                  </a:cubicBezTo>
                  <a:lnTo>
                    <a:pt x="2135964" y="864560"/>
                  </a:lnTo>
                  <a:lnTo>
                    <a:pt x="2135420" y="864016"/>
                  </a:lnTo>
                  <a:cubicBezTo>
                    <a:pt x="2135057" y="863653"/>
                    <a:pt x="2134876" y="863109"/>
                    <a:pt x="2134876" y="862383"/>
                  </a:cubicBezTo>
                  <a:lnTo>
                    <a:pt x="2134332" y="863472"/>
                  </a:lnTo>
                  <a:lnTo>
                    <a:pt x="2134332" y="865104"/>
                  </a:lnTo>
                  <a:lnTo>
                    <a:pt x="2133788" y="865104"/>
                  </a:lnTo>
                  <a:close/>
                  <a:moveTo>
                    <a:pt x="2860702" y="856398"/>
                  </a:moveTo>
                  <a:cubicBezTo>
                    <a:pt x="2861427" y="856398"/>
                    <a:pt x="2861971" y="856942"/>
                    <a:pt x="2862334" y="858030"/>
                  </a:cubicBezTo>
                  <a:lnTo>
                    <a:pt x="2861790" y="859118"/>
                  </a:lnTo>
                  <a:lnTo>
                    <a:pt x="2860702" y="860207"/>
                  </a:lnTo>
                  <a:cubicBezTo>
                    <a:pt x="2859976" y="860207"/>
                    <a:pt x="2859432" y="859481"/>
                    <a:pt x="2859069" y="858030"/>
                  </a:cubicBezTo>
                  <a:lnTo>
                    <a:pt x="2859613" y="856942"/>
                  </a:lnTo>
                  <a:close/>
                  <a:moveTo>
                    <a:pt x="2051076" y="856398"/>
                  </a:moveTo>
                  <a:cubicBezTo>
                    <a:pt x="2051802" y="856398"/>
                    <a:pt x="2052346" y="856942"/>
                    <a:pt x="2052709" y="858030"/>
                  </a:cubicBezTo>
                  <a:lnTo>
                    <a:pt x="2052165" y="859118"/>
                  </a:lnTo>
                  <a:lnTo>
                    <a:pt x="2051076" y="860207"/>
                  </a:lnTo>
                  <a:cubicBezTo>
                    <a:pt x="2050351" y="860207"/>
                    <a:pt x="2049807" y="859481"/>
                    <a:pt x="2049444" y="858030"/>
                  </a:cubicBezTo>
                  <a:lnTo>
                    <a:pt x="2049988" y="856942"/>
                  </a:lnTo>
                  <a:close/>
                  <a:moveTo>
                    <a:pt x="2963002" y="855853"/>
                  </a:moveTo>
                  <a:lnTo>
                    <a:pt x="2964090" y="855853"/>
                  </a:lnTo>
                  <a:cubicBezTo>
                    <a:pt x="2964453" y="855853"/>
                    <a:pt x="2965179" y="856035"/>
                    <a:pt x="2966267" y="856398"/>
                  </a:cubicBezTo>
                  <a:cubicBezTo>
                    <a:pt x="2965542" y="859300"/>
                    <a:pt x="2964634" y="861476"/>
                    <a:pt x="2963546" y="862927"/>
                  </a:cubicBezTo>
                  <a:cubicBezTo>
                    <a:pt x="2962458" y="862565"/>
                    <a:pt x="2961732" y="862020"/>
                    <a:pt x="2961370" y="861295"/>
                  </a:cubicBezTo>
                  <a:cubicBezTo>
                    <a:pt x="2961007" y="860207"/>
                    <a:pt x="2960826" y="859300"/>
                    <a:pt x="2960826" y="858574"/>
                  </a:cubicBezTo>
                  <a:cubicBezTo>
                    <a:pt x="2961188" y="857486"/>
                    <a:pt x="2961914" y="856579"/>
                    <a:pt x="2963002" y="855853"/>
                  </a:cubicBezTo>
                  <a:close/>
                  <a:moveTo>
                    <a:pt x="2153377" y="855853"/>
                  </a:moveTo>
                  <a:lnTo>
                    <a:pt x="2154466" y="855853"/>
                  </a:lnTo>
                  <a:cubicBezTo>
                    <a:pt x="2154828" y="855853"/>
                    <a:pt x="2155554" y="856035"/>
                    <a:pt x="2156642" y="856398"/>
                  </a:cubicBezTo>
                  <a:cubicBezTo>
                    <a:pt x="2155917" y="859300"/>
                    <a:pt x="2155010" y="861476"/>
                    <a:pt x="2153921" y="862927"/>
                  </a:cubicBezTo>
                  <a:cubicBezTo>
                    <a:pt x="2152833" y="862565"/>
                    <a:pt x="2152108" y="862020"/>
                    <a:pt x="2151745" y="861295"/>
                  </a:cubicBezTo>
                  <a:cubicBezTo>
                    <a:pt x="2151382" y="860207"/>
                    <a:pt x="2151201" y="859300"/>
                    <a:pt x="2151201" y="858574"/>
                  </a:cubicBezTo>
                  <a:cubicBezTo>
                    <a:pt x="2151563" y="857486"/>
                    <a:pt x="2152289" y="856579"/>
                    <a:pt x="2153377" y="855853"/>
                  </a:cubicBezTo>
                  <a:close/>
                  <a:moveTo>
                    <a:pt x="2921647" y="852588"/>
                  </a:moveTo>
                  <a:lnTo>
                    <a:pt x="2923279" y="853133"/>
                  </a:lnTo>
                  <a:lnTo>
                    <a:pt x="2924912" y="853677"/>
                  </a:lnTo>
                  <a:lnTo>
                    <a:pt x="2924912" y="855853"/>
                  </a:lnTo>
                  <a:lnTo>
                    <a:pt x="2925456" y="858030"/>
                  </a:lnTo>
                  <a:cubicBezTo>
                    <a:pt x="2925818" y="858756"/>
                    <a:pt x="2926000" y="859481"/>
                    <a:pt x="2926000" y="860207"/>
                  </a:cubicBezTo>
                  <a:cubicBezTo>
                    <a:pt x="2926000" y="860932"/>
                    <a:pt x="2925818" y="861658"/>
                    <a:pt x="2925456" y="862383"/>
                  </a:cubicBezTo>
                  <a:cubicBezTo>
                    <a:pt x="2924005" y="863472"/>
                    <a:pt x="2922554" y="864923"/>
                    <a:pt x="2921102" y="866737"/>
                  </a:cubicBezTo>
                  <a:cubicBezTo>
                    <a:pt x="2916024" y="867099"/>
                    <a:pt x="2911852" y="868550"/>
                    <a:pt x="2908587" y="871090"/>
                  </a:cubicBezTo>
                  <a:cubicBezTo>
                    <a:pt x="2907861" y="869276"/>
                    <a:pt x="2906773" y="868369"/>
                    <a:pt x="2905322" y="868369"/>
                  </a:cubicBezTo>
                  <a:lnTo>
                    <a:pt x="2902601" y="868369"/>
                  </a:lnTo>
                  <a:cubicBezTo>
                    <a:pt x="2901513" y="868369"/>
                    <a:pt x="2900787" y="867643"/>
                    <a:pt x="2900425" y="866192"/>
                  </a:cubicBezTo>
                  <a:cubicBezTo>
                    <a:pt x="2899336" y="867281"/>
                    <a:pt x="2898792" y="869094"/>
                    <a:pt x="2898792" y="871634"/>
                  </a:cubicBezTo>
                  <a:lnTo>
                    <a:pt x="2898792" y="873266"/>
                  </a:lnTo>
                  <a:cubicBezTo>
                    <a:pt x="2898067" y="870727"/>
                    <a:pt x="2896797" y="869457"/>
                    <a:pt x="2894983" y="869457"/>
                  </a:cubicBezTo>
                  <a:lnTo>
                    <a:pt x="2892806" y="870001"/>
                  </a:lnTo>
                  <a:lnTo>
                    <a:pt x="2890630" y="869457"/>
                  </a:lnTo>
                  <a:cubicBezTo>
                    <a:pt x="2890267" y="869457"/>
                    <a:pt x="2889723" y="867643"/>
                    <a:pt x="2888998" y="864016"/>
                  </a:cubicBezTo>
                  <a:lnTo>
                    <a:pt x="2888453" y="864016"/>
                  </a:lnTo>
                  <a:lnTo>
                    <a:pt x="2887909" y="864560"/>
                  </a:lnTo>
                  <a:lnTo>
                    <a:pt x="2887909" y="865104"/>
                  </a:lnTo>
                  <a:lnTo>
                    <a:pt x="2886821" y="865104"/>
                  </a:lnTo>
                  <a:lnTo>
                    <a:pt x="2886821" y="868369"/>
                  </a:lnTo>
                  <a:cubicBezTo>
                    <a:pt x="2887184" y="870183"/>
                    <a:pt x="2887546" y="871090"/>
                    <a:pt x="2887909" y="871090"/>
                  </a:cubicBezTo>
                  <a:lnTo>
                    <a:pt x="2887909" y="872178"/>
                  </a:lnTo>
                  <a:cubicBezTo>
                    <a:pt x="2887909" y="872541"/>
                    <a:pt x="2887728" y="872722"/>
                    <a:pt x="2887365" y="872722"/>
                  </a:cubicBezTo>
                  <a:lnTo>
                    <a:pt x="2886277" y="872178"/>
                  </a:lnTo>
                  <a:cubicBezTo>
                    <a:pt x="2885188" y="871452"/>
                    <a:pt x="2884282" y="870183"/>
                    <a:pt x="2883556" y="868369"/>
                  </a:cubicBezTo>
                  <a:cubicBezTo>
                    <a:pt x="2883193" y="870908"/>
                    <a:pt x="2882286" y="872359"/>
                    <a:pt x="2880835" y="872722"/>
                  </a:cubicBezTo>
                  <a:lnTo>
                    <a:pt x="2879203" y="873266"/>
                  </a:lnTo>
                  <a:cubicBezTo>
                    <a:pt x="2878477" y="873629"/>
                    <a:pt x="2877752" y="874173"/>
                    <a:pt x="2877026" y="874899"/>
                  </a:cubicBezTo>
                  <a:cubicBezTo>
                    <a:pt x="2875938" y="872359"/>
                    <a:pt x="2875394" y="870001"/>
                    <a:pt x="2875394" y="867825"/>
                  </a:cubicBezTo>
                  <a:cubicBezTo>
                    <a:pt x="2875394" y="867462"/>
                    <a:pt x="2875212" y="867281"/>
                    <a:pt x="2874850" y="867281"/>
                  </a:cubicBezTo>
                  <a:lnTo>
                    <a:pt x="2874305" y="867825"/>
                  </a:lnTo>
                  <a:lnTo>
                    <a:pt x="2873761" y="868369"/>
                  </a:lnTo>
                  <a:lnTo>
                    <a:pt x="2873217" y="869457"/>
                  </a:lnTo>
                  <a:cubicBezTo>
                    <a:pt x="2871766" y="868369"/>
                    <a:pt x="2870496" y="865467"/>
                    <a:pt x="2869408" y="860751"/>
                  </a:cubicBezTo>
                  <a:cubicBezTo>
                    <a:pt x="2871222" y="862927"/>
                    <a:pt x="2872854" y="864016"/>
                    <a:pt x="2874305" y="864016"/>
                  </a:cubicBezTo>
                  <a:cubicBezTo>
                    <a:pt x="2876119" y="864016"/>
                    <a:pt x="2877752" y="862020"/>
                    <a:pt x="2879203" y="858030"/>
                  </a:cubicBezTo>
                  <a:cubicBezTo>
                    <a:pt x="2879928" y="859481"/>
                    <a:pt x="2880472" y="860932"/>
                    <a:pt x="2880835" y="862383"/>
                  </a:cubicBezTo>
                  <a:lnTo>
                    <a:pt x="2881379" y="864016"/>
                  </a:lnTo>
                  <a:lnTo>
                    <a:pt x="2881924" y="866192"/>
                  </a:lnTo>
                  <a:lnTo>
                    <a:pt x="2882468" y="866737"/>
                  </a:lnTo>
                  <a:cubicBezTo>
                    <a:pt x="2882830" y="866737"/>
                    <a:pt x="2883193" y="866555"/>
                    <a:pt x="2883556" y="866192"/>
                  </a:cubicBezTo>
                  <a:lnTo>
                    <a:pt x="2883556" y="865648"/>
                  </a:lnTo>
                  <a:cubicBezTo>
                    <a:pt x="2883556" y="864923"/>
                    <a:pt x="2883193" y="864378"/>
                    <a:pt x="2882468" y="864016"/>
                  </a:cubicBezTo>
                  <a:lnTo>
                    <a:pt x="2881924" y="862927"/>
                  </a:lnTo>
                  <a:lnTo>
                    <a:pt x="2881924" y="860751"/>
                  </a:lnTo>
                  <a:lnTo>
                    <a:pt x="2884100" y="860751"/>
                  </a:lnTo>
                  <a:lnTo>
                    <a:pt x="2886277" y="859118"/>
                  </a:lnTo>
                  <a:cubicBezTo>
                    <a:pt x="2887002" y="858756"/>
                    <a:pt x="2887546" y="858574"/>
                    <a:pt x="2887909" y="858574"/>
                  </a:cubicBezTo>
                  <a:cubicBezTo>
                    <a:pt x="2888998" y="858574"/>
                    <a:pt x="2889904" y="859481"/>
                    <a:pt x="2890630" y="861295"/>
                  </a:cubicBezTo>
                  <a:cubicBezTo>
                    <a:pt x="2893169" y="857667"/>
                    <a:pt x="2895890" y="855672"/>
                    <a:pt x="2898792" y="855309"/>
                  </a:cubicBezTo>
                  <a:lnTo>
                    <a:pt x="2900425" y="855309"/>
                  </a:lnTo>
                  <a:cubicBezTo>
                    <a:pt x="2902964" y="855309"/>
                    <a:pt x="2904778" y="856942"/>
                    <a:pt x="2905866" y="860207"/>
                  </a:cubicBezTo>
                  <a:cubicBezTo>
                    <a:pt x="2906229" y="860207"/>
                    <a:pt x="2906410" y="859844"/>
                    <a:pt x="2906410" y="859118"/>
                  </a:cubicBezTo>
                  <a:lnTo>
                    <a:pt x="2906410" y="858030"/>
                  </a:lnTo>
                  <a:cubicBezTo>
                    <a:pt x="2906410" y="856579"/>
                    <a:pt x="2906773" y="855853"/>
                    <a:pt x="2907499" y="855853"/>
                  </a:cubicBezTo>
                  <a:lnTo>
                    <a:pt x="2908043" y="855853"/>
                  </a:lnTo>
                  <a:lnTo>
                    <a:pt x="2908587" y="856398"/>
                  </a:lnTo>
                  <a:cubicBezTo>
                    <a:pt x="2908950" y="856760"/>
                    <a:pt x="2909131" y="857304"/>
                    <a:pt x="2909131" y="858030"/>
                  </a:cubicBezTo>
                  <a:lnTo>
                    <a:pt x="2909131" y="855853"/>
                  </a:lnTo>
                  <a:cubicBezTo>
                    <a:pt x="2909131" y="855128"/>
                    <a:pt x="2909494" y="854584"/>
                    <a:pt x="2910219" y="854221"/>
                  </a:cubicBezTo>
                  <a:cubicBezTo>
                    <a:pt x="2910945" y="855309"/>
                    <a:pt x="2911670" y="855853"/>
                    <a:pt x="2912396" y="855853"/>
                  </a:cubicBezTo>
                  <a:lnTo>
                    <a:pt x="2914028" y="855853"/>
                  </a:lnTo>
                  <a:lnTo>
                    <a:pt x="2915117" y="854765"/>
                  </a:lnTo>
                  <a:cubicBezTo>
                    <a:pt x="2915480" y="854402"/>
                    <a:pt x="2916024" y="854221"/>
                    <a:pt x="2916749" y="854221"/>
                  </a:cubicBezTo>
                  <a:cubicBezTo>
                    <a:pt x="2917838" y="854221"/>
                    <a:pt x="2918926" y="855128"/>
                    <a:pt x="2920014" y="856942"/>
                  </a:cubicBezTo>
                  <a:cubicBezTo>
                    <a:pt x="2920014" y="854402"/>
                    <a:pt x="2920558" y="852951"/>
                    <a:pt x="2921647" y="852588"/>
                  </a:cubicBezTo>
                  <a:close/>
                  <a:moveTo>
                    <a:pt x="2886821" y="852588"/>
                  </a:moveTo>
                  <a:lnTo>
                    <a:pt x="2886821" y="854221"/>
                  </a:lnTo>
                  <a:lnTo>
                    <a:pt x="2887365" y="854765"/>
                  </a:lnTo>
                  <a:lnTo>
                    <a:pt x="2886821" y="854765"/>
                  </a:lnTo>
                  <a:lnTo>
                    <a:pt x="2886277" y="854221"/>
                  </a:lnTo>
                  <a:lnTo>
                    <a:pt x="2886277" y="853133"/>
                  </a:lnTo>
                  <a:close/>
                  <a:moveTo>
                    <a:pt x="2112022" y="852588"/>
                  </a:moveTo>
                  <a:lnTo>
                    <a:pt x="2113654" y="853133"/>
                  </a:lnTo>
                  <a:lnTo>
                    <a:pt x="2115286" y="853677"/>
                  </a:lnTo>
                  <a:lnTo>
                    <a:pt x="2115286" y="855853"/>
                  </a:lnTo>
                  <a:lnTo>
                    <a:pt x="2115831" y="858030"/>
                  </a:lnTo>
                  <a:cubicBezTo>
                    <a:pt x="2116194" y="858756"/>
                    <a:pt x="2116375" y="859481"/>
                    <a:pt x="2116375" y="860207"/>
                  </a:cubicBezTo>
                  <a:cubicBezTo>
                    <a:pt x="2116375" y="860932"/>
                    <a:pt x="2116194" y="861658"/>
                    <a:pt x="2115831" y="862383"/>
                  </a:cubicBezTo>
                  <a:cubicBezTo>
                    <a:pt x="2114380" y="863472"/>
                    <a:pt x="2112928" y="864923"/>
                    <a:pt x="2111478" y="866737"/>
                  </a:cubicBezTo>
                  <a:cubicBezTo>
                    <a:pt x="2106399" y="867099"/>
                    <a:pt x="2102227" y="868550"/>
                    <a:pt x="2098962" y="871090"/>
                  </a:cubicBezTo>
                  <a:cubicBezTo>
                    <a:pt x="2098236" y="869276"/>
                    <a:pt x="2097148" y="868369"/>
                    <a:pt x="2095697" y="868369"/>
                  </a:cubicBezTo>
                  <a:lnTo>
                    <a:pt x="2092976" y="868369"/>
                  </a:lnTo>
                  <a:cubicBezTo>
                    <a:pt x="2091888" y="868369"/>
                    <a:pt x="2091162" y="867643"/>
                    <a:pt x="2090800" y="866192"/>
                  </a:cubicBezTo>
                  <a:cubicBezTo>
                    <a:pt x="2089711" y="867281"/>
                    <a:pt x="2089167" y="869094"/>
                    <a:pt x="2089167" y="871634"/>
                  </a:cubicBezTo>
                  <a:lnTo>
                    <a:pt x="2089167" y="873266"/>
                  </a:lnTo>
                  <a:cubicBezTo>
                    <a:pt x="2088442" y="870727"/>
                    <a:pt x="2087172" y="869457"/>
                    <a:pt x="2085358" y="869457"/>
                  </a:cubicBezTo>
                  <a:lnTo>
                    <a:pt x="2083182" y="870001"/>
                  </a:lnTo>
                  <a:lnTo>
                    <a:pt x="2081005" y="869457"/>
                  </a:lnTo>
                  <a:cubicBezTo>
                    <a:pt x="2080642" y="869457"/>
                    <a:pt x="2080098" y="867643"/>
                    <a:pt x="2079372" y="864016"/>
                  </a:cubicBezTo>
                  <a:lnTo>
                    <a:pt x="2078828" y="864016"/>
                  </a:lnTo>
                  <a:lnTo>
                    <a:pt x="2078284" y="864560"/>
                  </a:lnTo>
                  <a:lnTo>
                    <a:pt x="2078284" y="865104"/>
                  </a:lnTo>
                  <a:lnTo>
                    <a:pt x="2077196" y="865104"/>
                  </a:lnTo>
                  <a:lnTo>
                    <a:pt x="2077196" y="868369"/>
                  </a:lnTo>
                  <a:cubicBezTo>
                    <a:pt x="2077558" y="870183"/>
                    <a:pt x="2077921" y="871090"/>
                    <a:pt x="2078284" y="871090"/>
                  </a:cubicBezTo>
                  <a:lnTo>
                    <a:pt x="2078284" y="872178"/>
                  </a:lnTo>
                  <a:cubicBezTo>
                    <a:pt x="2078284" y="872541"/>
                    <a:pt x="2078103" y="872722"/>
                    <a:pt x="2077740" y="872722"/>
                  </a:cubicBezTo>
                  <a:lnTo>
                    <a:pt x="2076652" y="872178"/>
                  </a:lnTo>
                  <a:cubicBezTo>
                    <a:pt x="2075564" y="871452"/>
                    <a:pt x="2074656" y="870183"/>
                    <a:pt x="2073931" y="868369"/>
                  </a:cubicBezTo>
                  <a:cubicBezTo>
                    <a:pt x="2073568" y="870908"/>
                    <a:pt x="2072661" y="872359"/>
                    <a:pt x="2071210" y="872722"/>
                  </a:cubicBezTo>
                  <a:lnTo>
                    <a:pt x="2069578" y="873266"/>
                  </a:lnTo>
                  <a:cubicBezTo>
                    <a:pt x="2068852" y="873629"/>
                    <a:pt x="2068127" y="874173"/>
                    <a:pt x="2067401" y="874899"/>
                  </a:cubicBezTo>
                  <a:cubicBezTo>
                    <a:pt x="2066313" y="872359"/>
                    <a:pt x="2065769" y="870001"/>
                    <a:pt x="2065769" y="867825"/>
                  </a:cubicBezTo>
                  <a:cubicBezTo>
                    <a:pt x="2065769" y="867462"/>
                    <a:pt x="2065587" y="867281"/>
                    <a:pt x="2065224" y="867281"/>
                  </a:cubicBezTo>
                  <a:lnTo>
                    <a:pt x="2064680" y="867825"/>
                  </a:lnTo>
                  <a:lnTo>
                    <a:pt x="2064136" y="868369"/>
                  </a:lnTo>
                  <a:lnTo>
                    <a:pt x="2063592" y="869457"/>
                  </a:lnTo>
                  <a:cubicBezTo>
                    <a:pt x="2062141" y="868369"/>
                    <a:pt x="2060871" y="865467"/>
                    <a:pt x="2059783" y="860751"/>
                  </a:cubicBezTo>
                  <a:cubicBezTo>
                    <a:pt x="2061597" y="862927"/>
                    <a:pt x="2063229" y="864016"/>
                    <a:pt x="2064680" y="864016"/>
                  </a:cubicBezTo>
                  <a:cubicBezTo>
                    <a:pt x="2066494" y="864016"/>
                    <a:pt x="2068127" y="862020"/>
                    <a:pt x="2069578" y="858030"/>
                  </a:cubicBezTo>
                  <a:cubicBezTo>
                    <a:pt x="2070303" y="859481"/>
                    <a:pt x="2070847" y="860932"/>
                    <a:pt x="2071210" y="862383"/>
                  </a:cubicBezTo>
                  <a:lnTo>
                    <a:pt x="2071754" y="864016"/>
                  </a:lnTo>
                  <a:lnTo>
                    <a:pt x="2072298" y="866192"/>
                  </a:lnTo>
                  <a:lnTo>
                    <a:pt x="2072843" y="866737"/>
                  </a:lnTo>
                  <a:cubicBezTo>
                    <a:pt x="2073206" y="866737"/>
                    <a:pt x="2073568" y="866555"/>
                    <a:pt x="2073931" y="866192"/>
                  </a:cubicBezTo>
                  <a:lnTo>
                    <a:pt x="2073931" y="865648"/>
                  </a:lnTo>
                  <a:cubicBezTo>
                    <a:pt x="2073931" y="864923"/>
                    <a:pt x="2073568" y="864378"/>
                    <a:pt x="2072843" y="864016"/>
                  </a:cubicBezTo>
                  <a:lnTo>
                    <a:pt x="2072298" y="862927"/>
                  </a:lnTo>
                  <a:lnTo>
                    <a:pt x="2072298" y="860751"/>
                  </a:lnTo>
                  <a:lnTo>
                    <a:pt x="2074475" y="860751"/>
                  </a:lnTo>
                  <a:lnTo>
                    <a:pt x="2076652" y="859118"/>
                  </a:lnTo>
                  <a:cubicBezTo>
                    <a:pt x="2077377" y="858756"/>
                    <a:pt x="2077921" y="858574"/>
                    <a:pt x="2078284" y="858574"/>
                  </a:cubicBezTo>
                  <a:cubicBezTo>
                    <a:pt x="2079372" y="858574"/>
                    <a:pt x="2080279" y="859481"/>
                    <a:pt x="2081005" y="861295"/>
                  </a:cubicBezTo>
                  <a:cubicBezTo>
                    <a:pt x="2083544" y="857667"/>
                    <a:pt x="2086265" y="855672"/>
                    <a:pt x="2089167" y="855309"/>
                  </a:cubicBezTo>
                  <a:lnTo>
                    <a:pt x="2090800" y="855309"/>
                  </a:lnTo>
                  <a:cubicBezTo>
                    <a:pt x="2093339" y="855309"/>
                    <a:pt x="2095153" y="856942"/>
                    <a:pt x="2096241" y="860207"/>
                  </a:cubicBezTo>
                  <a:cubicBezTo>
                    <a:pt x="2096604" y="860207"/>
                    <a:pt x="2096785" y="859844"/>
                    <a:pt x="2096785" y="859118"/>
                  </a:cubicBezTo>
                  <a:lnTo>
                    <a:pt x="2096785" y="858030"/>
                  </a:lnTo>
                  <a:cubicBezTo>
                    <a:pt x="2096785" y="856579"/>
                    <a:pt x="2097148" y="855853"/>
                    <a:pt x="2097874" y="855853"/>
                  </a:cubicBezTo>
                  <a:lnTo>
                    <a:pt x="2098418" y="855853"/>
                  </a:lnTo>
                  <a:lnTo>
                    <a:pt x="2098962" y="856398"/>
                  </a:lnTo>
                  <a:cubicBezTo>
                    <a:pt x="2099325" y="856760"/>
                    <a:pt x="2099506" y="857304"/>
                    <a:pt x="2099506" y="858030"/>
                  </a:cubicBezTo>
                  <a:lnTo>
                    <a:pt x="2099506" y="855853"/>
                  </a:lnTo>
                  <a:cubicBezTo>
                    <a:pt x="2099506" y="855128"/>
                    <a:pt x="2099869" y="854584"/>
                    <a:pt x="2100594" y="854221"/>
                  </a:cubicBezTo>
                  <a:cubicBezTo>
                    <a:pt x="2101320" y="855309"/>
                    <a:pt x="2102046" y="855853"/>
                    <a:pt x="2102771" y="855853"/>
                  </a:cubicBezTo>
                  <a:lnTo>
                    <a:pt x="2104404" y="855853"/>
                  </a:lnTo>
                  <a:lnTo>
                    <a:pt x="2105492" y="854765"/>
                  </a:lnTo>
                  <a:cubicBezTo>
                    <a:pt x="2105855" y="854402"/>
                    <a:pt x="2106399" y="854221"/>
                    <a:pt x="2107124" y="854221"/>
                  </a:cubicBezTo>
                  <a:cubicBezTo>
                    <a:pt x="2108213" y="854221"/>
                    <a:pt x="2109301" y="855128"/>
                    <a:pt x="2110389" y="856942"/>
                  </a:cubicBezTo>
                  <a:cubicBezTo>
                    <a:pt x="2110389" y="854402"/>
                    <a:pt x="2110934" y="852951"/>
                    <a:pt x="2112022" y="852588"/>
                  </a:cubicBezTo>
                  <a:close/>
                  <a:moveTo>
                    <a:pt x="2077196" y="852588"/>
                  </a:moveTo>
                  <a:lnTo>
                    <a:pt x="2077196" y="854221"/>
                  </a:lnTo>
                  <a:lnTo>
                    <a:pt x="2077740" y="854765"/>
                  </a:lnTo>
                  <a:lnTo>
                    <a:pt x="2077196" y="854765"/>
                  </a:lnTo>
                  <a:lnTo>
                    <a:pt x="2076652" y="854221"/>
                  </a:lnTo>
                  <a:lnTo>
                    <a:pt x="2076652" y="853133"/>
                  </a:lnTo>
                  <a:close/>
                  <a:moveTo>
                    <a:pt x="2939060" y="851500"/>
                  </a:moveTo>
                  <a:cubicBezTo>
                    <a:pt x="2940511" y="851500"/>
                    <a:pt x="2941962" y="851682"/>
                    <a:pt x="2943413" y="852044"/>
                  </a:cubicBezTo>
                  <a:lnTo>
                    <a:pt x="2937971" y="865104"/>
                  </a:lnTo>
                  <a:cubicBezTo>
                    <a:pt x="2935069" y="865830"/>
                    <a:pt x="2931260" y="866374"/>
                    <a:pt x="2926544" y="866737"/>
                  </a:cubicBezTo>
                  <a:cubicBezTo>
                    <a:pt x="2927995" y="861658"/>
                    <a:pt x="2929446" y="857486"/>
                    <a:pt x="2930897" y="854221"/>
                  </a:cubicBezTo>
                  <a:lnTo>
                    <a:pt x="2931441" y="855309"/>
                  </a:lnTo>
                  <a:lnTo>
                    <a:pt x="2931986" y="856942"/>
                  </a:lnTo>
                  <a:lnTo>
                    <a:pt x="2933618" y="854765"/>
                  </a:lnTo>
                  <a:cubicBezTo>
                    <a:pt x="2933618" y="856216"/>
                    <a:pt x="2933981" y="856942"/>
                    <a:pt x="2934706" y="856942"/>
                  </a:cubicBezTo>
                  <a:lnTo>
                    <a:pt x="2936339" y="856942"/>
                  </a:lnTo>
                  <a:lnTo>
                    <a:pt x="2937427" y="855309"/>
                  </a:lnTo>
                  <a:cubicBezTo>
                    <a:pt x="2938153" y="853858"/>
                    <a:pt x="2939060" y="853133"/>
                    <a:pt x="2940148" y="853133"/>
                  </a:cubicBezTo>
                  <a:cubicBezTo>
                    <a:pt x="2940148" y="852770"/>
                    <a:pt x="2939785" y="852226"/>
                    <a:pt x="2939060" y="851500"/>
                  </a:cubicBezTo>
                  <a:close/>
                  <a:moveTo>
                    <a:pt x="2129434" y="851500"/>
                  </a:moveTo>
                  <a:cubicBezTo>
                    <a:pt x="2130886" y="851500"/>
                    <a:pt x="2132337" y="851682"/>
                    <a:pt x="2133788" y="852044"/>
                  </a:cubicBezTo>
                  <a:lnTo>
                    <a:pt x="2128346" y="865104"/>
                  </a:lnTo>
                  <a:cubicBezTo>
                    <a:pt x="2125444" y="865830"/>
                    <a:pt x="2121635" y="866374"/>
                    <a:pt x="2116919" y="866737"/>
                  </a:cubicBezTo>
                  <a:cubicBezTo>
                    <a:pt x="2118370" y="861658"/>
                    <a:pt x="2119821" y="857486"/>
                    <a:pt x="2121272" y="854221"/>
                  </a:cubicBezTo>
                  <a:lnTo>
                    <a:pt x="2121816" y="855309"/>
                  </a:lnTo>
                  <a:lnTo>
                    <a:pt x="2122360" y="856942"/>
                  </a:lnTo>
                  <a:lnTo>
                    <a:pt x="2123993" y="854765"/>
                  </a:lnTo>
                  <a:cubicBezTo>
                    <a:pt x="2123993" y="856216"/>
                    <a:pt x="2124356" y="856942"/>
                    <a:pt x="2125081" y="856942"/>
                  </a:cubicBezTo>
                  <a:lnTo>
                    <a:pt x="2126714" y="856942"/>
                  </a:lnTo>
                  <a:lnTo>
                    <a:pt x="2127802" y="855309"/>
                  </a:lnTo>
                  <a:cubicBezTo>
                    <a:pt x="2128528" y="853858"/>
                    <a:pt x="2129434" y="853133"/>
                    <a:pt x="2130523" y="853133"/>
                  </a:cubicBezTo>
                  <a:cubicBezTo>
                    <a:pt x="2130523" y="852770"/>
                    <a:pt x="2130160" y="852226"/>
                    <a:pt x="2129434" y="851500"/>
                  </a:cubicBezTo>
                  <a:close/>
                  <a:moveTo>
                    <a:pt x="2968444" y="850412"/>
                  </a:moveTo>
                  <a:cubicBezTo>
                    <a:pt x="2969532" y="850775"/>
                    <a:pt x="2970076" y="851682"/>
                    <a:pt x="2970076" y="853133"/>
                  </a:cubicBezTo>
                  <a:cubicBezTo>
                    <a:pt x="2970076" y="853858"/>
                    <a:pt x="2969895" y="854765"/>
                    <a:pt x="2969532" y="855853"/>
                  </a:cubicBezTo>
                  <a:lnTo>
                    <a:pt x="2968988" y="853677"/>
                  </a:lnTo>
                  <a:cubicBezTo>
                    <a:pt x="2968625" y="853314"/>
                    <a:pt x="2968262" y="853133"/>
                    <a:pt x="2967900" y="853133"/>
                  </a:cubicBezTo>
                  <a:cubicBezTo>
                    <a:pt x="2967900" y="852044"/>
                    <a:pt x="2968081" y="851137"/>
                    <a:pt x="2968444" y="850412"/>
                  </a:cubicBezTo>
                  <a:close/>
                  <a:moveTo>
                    <a:pt x="2851451" y="850412"/>
                  </a:moveTo>
                  <a:lnTo>
                    <a:pt x="2851995" y="850956"/>
                  </a:lnTo>
                  <a:lnTo>
                    <a:pt x="2852539" y="850956"/>
                  </a:lnTo>
                  <a:lnTo>
                    <a:pt x="2852539" y="852044"/>
                  </a:lnTo>
                  <a:lnTo>
                    <a:pt x="2851451" y="853677"/>
                  </a:lnTo>
                  <a:cubicBezTo>
                    <a:pt x="2851088" y="852951"/>
                    <a:pt x="2850907" y="852226"/>
                    <a:pt x="2850907" y="851500"/>
                  </a:cubicBezTo>
                  <a:cubicBezTo>
                    <a:pt x="2850907" y="851137"/>
                    <a:pt x="2851088" y="850775"/>
                    <a:pt x="2851451" y="850412"/>
                  </a:cubicBezTo>
                  <a:close/>
                  <a:moveTo>
                    <a:pt x="2158819" y="850412"/>
                  </a:moveTo>
                  <a:cubicBezTo>
                    <a:pt x="2159907" y="850775"/>
                    <a:pt x="2160451" y="851682"/>
                    <a:pt x="2160451" y="853133"/>
                  </a:cubicBezTo>
                  <a:cubicBezTo>
                    <a:pt x="2160451" y="853858"/>
                    <a:pt x="2160270" y="854765"/>
                    <a:pt x="2159907" y="855853"/>
                  </a:cubicBezTo>
                  <a:lnTo>
                    <a:pt x="2159363" y="853677"/>
                  </a:lnTo>
                  <a:cubicBezTo>
                    <a:pt x="2159000" y="853314"/>
                    <a:pt x="2158637" y="853133"/>
                    <a:pt x="2158275" y="853133"/>
                  </a:cubicBezTo>
                  <a:cubicBezTo>
                    <a:pt x="2158275" y="852044"/>
                    <a:pt x="2158456" y="851137"/>
                    <a:pt x="2158819" y="850412"/>
                  </a:cubicBezTo>
                  <a:close/>
                  <a:moveTo>
                    <a:pt x="2041826" y="850412"/>
                  </a:moveTo>
                  <a:lnTo>
                    <a:pt x="2042370" y="850956"/>
                  </a:lnTo>
                  <a:lnTo>
                    <a:pt x="2042914" y="850956"/>
                  </a:lnTo>
                  <a:lnTo>
                    <a:pt x="2042914" y="852044"/>
                  </a:lnTo>
                  <a:lnTo>
                    <a:pt x="2041826" y="853677"/>
                  </a:lnTo>
                  <a:cubicBezTo>
                    <a:pt x="2041463" y="852951"/>
                    <a:pt x="2041282" y="852226"/>
                    <a:pt x="2041282" y="851500"/>
                  </a:cubicBezTo>
                  <a:cubicBezTo>
                    <a:pt x="2041282" y="851137"/>
                    <a:pt x="2041463" y="850775"/>
                    <a:pt x="2041826" y="850412"/>
                  </a:cubicBezTo>
                  <a:close/>
                  <a:moveTo>
                    <a:pt x="1141262" y="846603"/>
                  </a:moveTo>
                  <a:lnTo>
                    <a:pt x="1141262" y="847691"/>
                  </a:lnTo>
                  <a:cubicBezTo>
                    <a:pt x="1141262" y="851682"/>
                    <a:pt x="1139267" y="856942"/>
                    <a:pt x="1135277" y="863472"/>
                  </a:cubicBezTo>
                  <a:lnTo>
                    <a:pt x="1129835" y="872722"/>
                  </a:lnTo>
                  <a:lnTo>
                    <a:pt x="1127114" y="877075"/>
                  </a:lnTo>
                  <a:lnTo>
                    <a:pt x="1124394" y="880884"/>
                  </a:lnTo>
                  <a:cubicBezTo>
                    <a:pt x="1125482" y="874717"/>
                    <a:pt x="1128021" y="868550"/>
                    <a:pt x="1132012" y="862383"/>
                  </a:cubicBezTo>
                  <a:lnTo>
                    <a:pt x="1136909" y="855309"/>
                  </a:lnTo>
                  <a:cubicBezTo>
                    <a:pt x="1138723" y="852044"/>
                    <a:pt x="1140174" y="849142"/>
                    <a:pt x="1141262" y="846603"/>
                  </a:cubicBezTo>
                  <a:close/>
                  <a:moveTo>
                    <a:pt x="2293769" y="846455"/>
                  </a:moveTo>
                  <a:lnTo>
                    <a:pt x="2298122" y="848235"/>
                  </a:lnTo>
                  <a:lnTo>
                    <a:pt x="2298122" y="849868"/>
                  </a:lnTo>
                  <a:cubicBezTo>
                    <a:pt x="2298122" y="850956"/>
                    <a:pt x="2297759" y="851500"/>
                    <a:pt x="2297034" y="851500"/>
                  </a:cubicBezTo>
                  <a:lnTo>
                    <a:pt x="2295401" y="850956"/>
                  </a:lnTo>
                  <a:lnTo>
                    <a:pt x="2294313" y="851500"/>
                  </a:lnTo>
                  <a:cubicBezTo>
                    <a:pt x="2293950" y="850775"/>
                    <a:pt x="2293769" y="849868"/>
                    <a:pt x="2293769" y="848779"/>
                  </a:cubicBezTo>
                  <a:close/>
                  <a:moveTo>
                    <a:pt x="3103394" y="846454"/>
                  </a:moveTo>
                  <a:lnTo>
                    <a:pt x="3107747" y="848235"/>
                  </a:lnTo>
                  <a:lnTo>
                    <a:pt x="3107747" y="849868"/>
                  </a:lnTo>
                  <a:cubicBezTo>
                    <a:pt x="3107747" y="850956"/>
                    <a:pt x="3107384" y="851500"/>
                    <a:pt x="3106658" y="851500"/>
                  </a:cubicBezTo>
                  <a:lnTo>
                    <a:pt x="3105026" y="850956"/>
                  </a:lnTo>
                  <a:lnTo>
                    <a:pt x="3103938" y="851500"/>
                  </a:lnTo>
                  <a:cubicBezTo>
                    <a:pt x="3103575" y="850775"/>
                    <a:pt x="3103394" y="849868"/>
                    <a:pt x="3103394" y="848779"/>
                  </a:cubicBezTo>
                  <a:close/>
                  <a:moveTo>
                    <a:pt x="2874850" y="846059"/>
                  </a:moveTo>
                  <a:cubicBezTo>
                    <a:pt x="2874850" y="847510"/>
                    <a:pt x="2874668" y="848417"/>
                    <a:pt x="2874305" y="848779"/>
                  </a:cubicBezTo>
                  <a:lnTo>
                    <a:pt x="2873761" y="848235"/>
                  </a:lnTo>
                  <a:lnTo>
                    <a:pt x="2872673" y="848235"/>
                  </a:lnTo>
                  <a:cubicBezTo>
                    <a:pt x="2872673" y="847147"/>
                    <a:pt x="2872854" y="846603"/>
                    <a:pt x="2873217" y="846603"/>
                  </a:cubicBezTo>
                  <a:lnTo>
                    <a:pt x="2873761" y="846603"/>
                  </a:lnTo>
                  <a:close/>
                  <a:moveTo>
                    <a:pt x="2065224" y="846059"/>
                  </a:moveTo>
                  <a:cubicBezTo>
                    <a:pt x="2065224" y="847510"/>
                    <a:pt x="2065043" y="848417"/>
                    <a:pt x="2064680" y="848779"/>
                  </a:cubicBezTo>
                  <a:lnTo>
                    <a:pt x="2064136" y="848235"/>
                  </a:lnTo>
                  <a:lnTo>
                    <a:pt x="2063048" y="848235"/>
                  </a:lnTo>
                  <a:cubicBezTo>
                    <a:pt x="2063048" y="847147"/>
                    <a:pt x="2063229" y="846603"/>
                    <a:pt x="2063592" y="846603"/>
                  </a:cubicBezTo>
                  <a:lnTo>
                    <a:pt x="2064136" y="846603"/>
                  </a:lnTo>
                  <a:close/>
                  <a:moveTo>
                    <a:pt x="3103394" y="845514"/>
                  </a:moveTo>
                  <a:lnTo>
                    <a:pt x="3103394" y="846454"/>
                  </a:lnTo>
                  <a:lnTo>
                    <a:pt x="3102463" y="846073"/>
                  </a:lnTo>
                  <a:close/>
                  <a:moveTo>
                    <a:pt x="2293769" y="845514"/>
                  </a:moveTo>
                  <a:lnTo>
                    <a:pt x="2293769" y="846455"/>
                  </a:lnTo>
                  <a:lnTo>
                    <a:pt x="2292837" y="846073"/>
                  </a:lnTo>
                  <a:close/>
                  <a:moveTo>
                    <a:pt x="2893895" y="844426"/>
                  </a:moveTo>
                  <a:cubicBezTo>
                    <a:pt x="2894258" y="844426"/>
                    <a:pt x="2894439" y="844608"/>
                    <a:pt x="2894439" y="844970"/>
                  </a:cubicBezTo>
                  <a:cubicBezTo>
                    <a:pt x="2894802" y="845333"/>
                    <a:pt x="2894983" y="846059"/>
                    <a:pt x="2894983" y="847147"/>
                  </a:cubicBezTo>
                  <a:cubicBezTo>
                    <a:pt x="2894620" y="847147"/>
                    <a:pt x="2894258" y="847328"/>
                    <a:pt x="2893895" y="847691"/>
                  </a:cubicBezTo>
                  <a:lnTo>
                    <a:pt x="2893895" y="847147"/>
                  </a:lnTo>
                  <a:lnTo>
                    <a:pt x="2893351" y="847147"/>
                  </a:lnTo>
                  <a:lnTo>
                    <a:pt x="2892806" y="846059"/>
                  </a:lnTo>
                  <a:lnTo>
                    <a:pt x="2893895" y="844970"/>
                  </a:lnTo>
                  <a:close/>
                  <a:moveTo>
                    <a:pt x="2084270" y="844426"/>
                  </a:moveTo>
                  <a:cubicBezTo>
                    <a:pt x="2084632" y="844426"/>
                    <a:pt x="2084814" y="844608"/>
                    <a:pt x="2084814" y="844970"/>
                  </a:cubicBezTo>
                  <a:cubicBezTo>
                    <a:pt x="2085177" y="845333"/>
                    <a:pt x="2085358" y="846059"/>
                    <a:pt x="2085358" y="847147"/>
                  </a:cubicBezTo>
                  <a:cubicBezTo>
                    <a:pt x="2084995" y="847147"/>
                    <a:pt x="2084632" y="847328"/>
                    <a:pt x="2084270" y="847691"/>
                  </a:cubicBezTo>
                  <a:lnTo>
                    <a:pt x="2084270" y="847147"/>
                  </a:lnTo>
                  <a:lnTo>
                    <a:pt x="2083726" y="847147"/>
                  </a:lnTo>
                  <a:lnTo>
                    <a:pt x="2083182" y="846059"/>
                  </a:lnTo>
                  <a:lnTo>
                    <a:pt x="2084270" y="844970"/>
                  </a:lnTo>
                  <a:close/>
                  <a:moveTo>
                    <a:pt x="3000549" y="842794"/>
                  </a:moveTo>
                  <a:lnTo>
                    <a:pt x="3000549" y="843882"/>
                  </a:lnTo>
                  <a:cubicBezTo>
                    <a:pt x="3000549" y="844608"/>
                    <a:pt x="3000186" y="845152"/>
                    <a:pt x="2999460" y="845514"/>
                  </a:cubicBezTo>
                  <a:lnTo>
                    <a:pt x="2997828" y="845514"/>
                  </a:lnTo>
                  <a:cubicBezTo>
                    <a:pt x="2997828" y="844426"/>
                    <a:pt x="2998191" y="843701"/>
                    <a:pt x="2998916" y="843338"/>
                  </a:cubicBezTo>
                  <a:lnTo>
                    <a:pt x="2999460" y="843338"/>
                  </a:lnTo>
                  <a:close/>
                  <a:moveTo>
                    <a:pt x="2990210" y="842794"/>
                  </a:moveTo>
                  <a:cubicBezTo>
                    <a:pt x="2990573" y="843519"/>
                    <a:pt x="2990754" y="844245"/>
                    <a:pt x="2990754" y="844970"/>
                  </a:cubicBezTo>
                  <a:cubicBezTo>
                    <a:pt x="2990391" y="845333"/>
                    <a:pt x="2990028" y="845514"/>
                    <a:pt x="2989666" y="845514"/>
                  </a:cubicBezTo>
                  <a:cubicBezTo>
                    <a:pt x="2989666" y="844789"/>
                    <a:pt x="2989484" y="844245"/>
                    <a:pt x="2989122" y="843882"/>
                  </a:cubicBezTo>
                  <a:cubicBezTo>
                    <a:pt x="2989484" y="843519"/>
                    <a:pt x="2989847" y="843156"/>
                    <a:pt x="2990210" y="842794"/>
                  </a:cubicBezTo>
                  <a:close/>
                  <a:moveTo>
                    <a:pt x="2190924" y="842794"/>
                  </a:moveTo>
                  <a:lnTo>
                    <a:pt x="2190924" y="843882"/>
                  </a:lnTo>
                  <a:cubicBezTo>
                    <a:pt x="2190924" y="844608"/>
                    <a:pt x="2190561" y="845152"/>
                    <a:pt x="2189836" y="845514"/>
                  </a:cubicBezTo>
                  <a:lnTo>
                    <a:pt x="2188203" y="845514"/>
                  </a:lnTo>
                  <a:cubicBezTo>
                    <a:pt x="2188203" y="844426"/>
                    <a:pt x="2188566" y="843701"/>
                    <a:pt x="2189291" y="843338"/>
                  </a:cubicBezTo>
                  <a:lnTo>
                    <a:pt x="2189836" y="843338"/>
                  </a:lnTo>
                  <a:close/>
                  <a:moveTo>
                    <a:pt x="2180585" y="842794"/>
                  </a:moveTo>
                  <a:cubicBezTo>
                    <a:pt x="2180948" y="843519"/>
                    <a:pt x="2181129" y="844245"/>
                    <a:pt x="2181129" y="844970"/>
                  </a:cubicBezTo>
                  <a:cubicBezTo>
                    <a:pt x="2180766" y="845333"/>
                    <a:pt x="2180404" y="845514"/>
                    <a:pt x="2180041" y="845514"/>
                  </a:cubicBezTo>
                  <a:cubicBezTo>
                    <a:pt x="2180041" y="844789"/>
                    <a:pt x="2179859" y="844245"/>
                    <a:pt x="2179497" y="843882"/>
                  </a:cubicBezTo>
                  <a:cubicBezTo>
                    <a:pt x="2179859" y="843519"/>
                    <a:pt x="2180222" y="843156"/>
                    <a:pt x="2180585" y="842794"/>
                  </a:cubicBezTo>
                  <a:close/>
                  <a:moveTo>
                    <a:pt x="3083260" y="842250"/>
                  </a:moveTo>
                  <a:lnTo>
                    <a:pt x="3083804" y="843882"/>
                  </a:lnTo>
                  <a:cubicBezTo>
                    <a:pt x="3083804" y="844608"/>
                    <a:pt x="3083623" y="845152"/>
                    <a:pt x="3083260" y="845514"/>
                  </a:cubicBezTo>
                  <a:lnTo>
                    <a:pt x="3089246" y="844426"/>
                  </a:lnTo>
                  <a:lnTo>
                    <a:pt x="3095776" y="843338"/>
                  </a:lnTo>
                  <a:lnTo>
                    <a:pt x="3102463" y="846073"/>
                  </a:lnTo>
                  <a:lnTo>
                    <a:pt x="3089790" y="853677"/>
                  </a:lnTo>
                  <a:lnTo>
                    <a:pt x="3085981" y="854221"/>
                  </a:lnTo>
                  <a:lnTo>
                    <a:pt x="3082172" y="854221"/>
                  </a:lnTo>
                  <a:cubicBezTo>
                    <a:pt x="3078907" y="854947"/>
                    <a:pt x="3076368" y="856398"/>
                    <a:pt x="3074554" y="858574"/>
                  </a:cubicBezTo>
                  <a:cubicBezTo>
                    <a:pt x="3073465" y="857486"/>
                    <a:pt x="3072014" y="856942"/>
                    <a:pt x="3070200" y="856942"/>
                  </a:cubicBezTo>
                  <a:lnTo>
                    <a:pt x="3068568" y="857486"/>
                  </a:lnTo>
                  <a:lnTo>
                    <a:pt x="3066391" y="858574"/>
                  </a:lnTo>
                  <a:cubicBezTo>
                    <a:pt x="3065303" y="858937"/>
                    <a:pt x="3064214" y="859118"/>
                    <a:pt x="3063126" y="859118"/>
                  </a:cubicBezTo>
                  <a:cubicBezTo>
                    <a:pt x="3061312" y="859118"/>
                    <a:pt x="3059680" y="858211"/>
                    <a:pt x="3058229" y="856398"/>
                  </a:cubicBezTo>
                  <a:cubicBezTo>
                    <a:pt x="3057866" y="856760"/>
                    <a:pt x="3057504" y="857123"/>
                    <a:pt x="3057141" y="857486"/>
                  </a:cubicBezTo>
                  <a:lnTo>
                    <a:pt x="3057141" y="859662"/>
                  </a:lnTo>
                  <a:cubicBezTo>
                    <a:pt x="3056778" y="861113"/>
                    <a:pt x="3056415" y="861839"/>
                    <a:pt x="3056052" y="861839"/>
                  </a:cubicBezTo>
                  <a:cubicBezTo>
                    <a:pt x="3052425" y="860388"/>
                    <a:pt x="3047709" y="859663"/>
                    <a:pt x="3041904" y="859662"/>
                  </a:cubicBezTo>
                  <a:cubicBezTo>
                    <a:pt x="3038277" y="859663"/>
                    <a:pt x="3034105" y="860025"/>
                    <a:pt x="3029389" y="860751"/>
                  </a:cubicBezTo>
                  <a:lnTo>
                    <a:pt x="3016329" y="861839"/>
                  </a:lnTo>
                  <a:cubicBezTo>
                    <a:pt x="3011250" y="861839"/>
                    <a:pt x="3006897" y="861476"/>
                    <a:pt x="3003270" y="860751"/>
                  </a:cubicBezTo>
                  <a:cubicBezTo>
                    <a:pt x="3002544" y="860751"/>
                    <a:pt x="3002000" y="861295"/>
                    <a:pt x="3001637" y="862383"/>
                  </a:cubicBezTo>
                  <a:lnTo>
                    <a:pt x="3001093" y="863472"/>
                  </a:lnTo>
                  <a:lnTo>
                    <a:pt x="3000549" y="864016"/>
                  </a:lnTo>
                  <a:cubicBezTo>
                    <a:pt x="3000186" y="862565"/>
                    <a:pt x="2999642" y="861839"/>
                    <a:pt x="2998916" y="861839"/>
                  </a:cubicBezTo>
                  <a:cubicBezTo>
                    <a:pt x="2998191" y="861839"/>
                    <a:pt x="2997647" y="862020"/>
                    <a:pt x="2997284" y="862383"/>
                  </a:cubicBezTo>
                  <a:lnTo>
                    <a:pt x="2996740" y="862927"/>
                  </a:lnTo>
                  <a:lnTo>
                    <a:pt x="2995652" y="862927"/>
                  </a:lnTo>
                  <a:cubicBezTo>
                    <a:pt x="2994926" y="862927"/>
                    <a:pt x="2994382" y="862202"/>
                    <a:pt x="2994019" y="860751"/>
                  </a:cubicBezTo>
                  <a:cubicBezTo>
                    <a:pt x="2992568" y="861476"/>
                    <a:pt x="2990936" y="861839"/>
                    <a:pt x="2989122" y="861839"/>
                  </a:cubicBezTo>
                  <a:lnTo>
                    <a:pt x="2986945" y="861295"/>
                  </a:lnTo>
                  <a:lnTo>
                    <a:pt x="2985312" y="860751"/>
                  </a:lnTo>
                  <a:lnTo>
                    <a:pt x="2985312" y="855853"/>
                  </a:lnTo>
                  <a:cubicBezTo>
                    <a:pt x="2984587" y="856579"/>
                    <a:pt x="2984224" y="857849"/>
                    <a:pt x="2984224" y="859662"/>
                  </a:cubicBezTo>
                  <a:lnTo>
                    <a:pt x="2983680" y="861839"/>
                  </a:lnTo>
                  <a:lnTo>
                    <a:pt x="2983136" y="864016"/>
                  </a:lnTo>
                  <a:lnTo>
                    <a:pt x="2979871" y="864016"/>
                  </a:lnTo>
                  <a:lnTo>
                    <a:pt x="2977150" y="863472"/>
                  </a:lnTo>
                  <a:cubicBezTo>
                    <a:pt x="2978601" y="859844"/>
                    <a:pt x="2980778" y="855128"/>
                    <a:pt x="2983680" y="849324"/>
                  </a:cubicBezTo>
                  <a:cubicBezTo>
                    <a:pt x="2986582" y="849324"/>
                    <a:pt x="2989122" y="848961"/>
                    <a:pt x="2991298" y="848235"/>
                  </a:cubicBezTo>
                  <a:lnTo>
                    <a:pt x="2991842" y="850956"/>
                  </a:lnTo>
                  <a:cubicBezTo>
                    <a:pt x="2992931" y="849868"/>
                    <a:pt x="2994744" y="849324"/>
                    <a:pt x="2997284" y="849324"/>
                  </a:cubicBezTo>
                  <a:cubicBezTo>
                    <a:pt x="2998372" y="849324"/>
                    <a:pt x="2999642" y="849505"/>
                    <a:pt x="3001093" y="849868"/>
                  </a:cubicBezTo>
                  <a:lnTo>
                    <a:pt x="3005990" y="849868"/>
                  </a:lnTo>
                  <a:cubicBezTo>
                    <a:pt x="3008167" y="849505"/>
                    <a:pt x="3009981" y="848779"/>
                    <a:pt x="3011432" y="847691"/>
                  </a:cubicBezTo>
                  <a:lnTo>
                    <a:pt x="3011432" y="849324"/>
                  </a:lnTo>
                  <a:cubicBezTo>
                    <a:pt x="3011432" y="850049"/>
                    <a:pt x="3011613" y="850412"/>
                    <a:pt x="3011976" y="850412"/>
                  </a:cubicBezTo>
                  <a:lnTo>
                    <a:pt x="3012520" y="849868"/>
                  </a:lnTo>
                  <a:lnTo>
                    <a:pt x="3014152" y="847691"/>
                  </a:lnTo>
                  <a:cubicBezTo>
                    <a:pt x="3014878" y="846966"/>
                    <a:pt x="3015604" y="846421"/>
                    <a:pt x="3016329" y="846059"/>
                  </a:cubicBezTo>
                  <a:cubicBezTo>
                    <a:pt x="3016692" y="847510"/>
                    <a:pt x="3017055" y="848417"/>
                    <a:pt x="3017418" y="848779"/>
                  </a:cubicBezTo>
                  <a:lnTo>
                    <a:pt x="3019050" y="848779"/>
                  </a:lnTo>
                  <a:cubicBezTo>
                    <a:pt x="3019413" y="848417"/>
                    <a:pt x="3019776" y="848235"/>
                    <a:pt x="3020138" y="848235"/>
                  </a:cubicBezTo>
                  <a:cubicBezTo>
                    <a:pt x="3020864" y="848235"/>
                    <a:pt x="3021408" y="848961"/>
                    <a:pt x="3021771" y="850412"/>
                  </a:cubicBezTo>
                  <a:cubicBezTo>
                    <a:pt x="3023222" y="847510"/>
                    <a:pt x="3024128" y="845877"/>
                    <a:pt x="3024492" y="845514"/>
                  </a:cubicBezTo>
                  <a:cubicBezTo>
                    <a:pt x="3025580" y="848054"/>
                    <a:pt x="3027031" y="849324"/>
                    <a:pt x="3028845" y="849324"/>
                  </a:cubicBezTo>
                  <a:cubicBezTo>
                    <a:pt x="3029933" y="849324"/>
                    <a:pt x="3031202" y="848961"/>
                    <a:pt x="3032654" y="848235"/>
                  </a:cubicBezTo>
                  <a:lnTo>
                    <a:pt x="3034830" y="847147"/>
                  </a:lnTo>
                  <a:lnTo>
                    <a:pt x="3037007" y="846603"/>
                  </a:lnTo>
                  <a:cubicBezTo>
                    <a:pt x="3038458" y="846603"/>
                    <a:pt x="3039546" y="847691"/>
                    <a:pt x="3040272" y="849868"/>
                  </a:cubicBezTo>
                  <a:cubicBezTo>
                    <a:pt x="3040635" y="848779"/>
                    <a:pt x="3041542" y="847873"/>
                    <a:pt x="3042993" y="847147"/>
                  </a:cubicBezTo>
                  <a:lnTo>
                    <a:pt x="3044625" y="846603"/>
                  </a:lnTo>
                  <a:lnTo>
                    <a:pt x="3045714" y="845514"/>
                  </a:lnTo>
                  <a:cubicBezTo>
                    <a:pt x="3045350" y="847691"/>
                    <a:pt x="3044988" y="848779"/>
                    <a:pt x="3044625" y="848779"/>
                  </a:cubicBezTo>
                  <a:cubicBezTo>
                    <a:pt x="3046439" y="848054"/>
                    <a:pt x="3048253" y="847691"/>
                    <a:pt x="3050067" y="847691"/>
                  </a:cubicBezTo>
                  <a:lnTo>
                    <a:pt x="3055508" y="847147"/>
                  </a:lnTo>
                  <a:cubicBezTo>
                    <a:pt x="3059862" y="847147"/>
                    <a:pt x="3063489" y="846240"/>
                    <a:pt x="3066391" y="844426"/>
                  </a:cubicBezTo>
                  <a:cubicBezTo>
                    <a:pt x="3067117" y="847328"/>
                    <a:pt x="3067842" y="848779"/>
                    <a:pt x="3068568" y="848779"/>
                  </a:cubicBezTo>
                  <a:lnTo>
                    <a:pt x="3069656" y="847147"/>
                  </a:lnTo>
                  <a:lnTo>
                    <a:pt x="3070200" y="844970"/>
                  </a:lnTo>
                  <a:cubicBezTo>
                    <a:pt x="3070563" y="846784"/>
                    <a:pt x="3070926" y="847691"/>
                    <a:pt x="3071289" y="847691"/>
                  </a:cubicBezTo>
                  <a:lnTo>
                    <a:pt x="3072377" y="847691"/>
                  </a:lnTo>
                  <a:cubicBezTo>
                    <a:pt x="3072740" y="847691"/>
                    <a:pt x="3073102" y="848054"/>
                    <a:pt x="3073465" y="848779"/>
                  </a:cubicBezTo>
                  <a:cubicBezTo>
                    <a:pt x="3074191" y="846603"/>
                    <a:pt x="3075642" y="845152"/>
                    <a:pt x="3077818" y="844426"/>
                  </a:cubicBezTo>
                  <a:lnTo>
                    <a:pt x="3080539" y="843882"/>
                  </a:lnTo>
                  <a:close/>
                  <a:moveTo>
                    <a:pt x="2897704" y="842250"/>
                  </a:moveTo>
                  <a:cubicBezTo>
                    <a:pt x="2898067" y="842250"/>
                    <a:pt x="2898248" y="842431"/>
                    <a:pt x="2898248" y="842794"/>
                  </a:cubicBezTo>
                  <a:cubicBezTo>
                    <a:pt x="2898611" y="842794"/>
                    <a:pt x="2898792" y="843338"/>
                    <a:pt x="2898792" y="844426"/>
                  </a:cubicBezTo>
                  <a:lnTo>
                    <a:pt x="2897704" y="844970"/>
                  </a:lnTo>
                  <a:lnTo>
                    <a:pt x="2897160" y="844970"/>
                  </a:lnTo>
                  <a:cubicBezTo>
                    <a:pt x="2896797" y="844970"/>
                    <a:pt x="2896434" y="845152"/>
                    <a:pt x="2896072" y="845514"/>
                  </a:cubicBezTo>
                  <a:lnTo>
                    <a:pt x="2896072" y="844426"/>
                  </a:lnTo>
                  <a:lnTo>
                    <a:pt x="2896616" y="842794"/>
                  </a:lnTo>
                  <a:cubicBezTo>
                    <a:pt x="2896978" y="842431"/>
                    <a:pt x="2897341" y="842250"/>
                    <a:pt x="2897704" y="842250"/>
                  </a:cubicBezTo>
                  <a:close/>
                  <a:moveTo>
                    <a:pt x="2273635" y="842250"/>
                  </a:moveTo>
                  <a:lnTo>
                    <a:pt x="2274179" y="843882"/>
                  </a:lnTo>
                  <a:cubicBezTo>
                    <a:pt x="2274179" y="844608"/>
                    <a:pt x="2273998" y="845152"/>
                    <a:pt x="2273635" y="845514"/>
                  </a:cubicBezTo>
                  <a:lnTo>
                    <a:pt x="2279621" y="844426"/>
                  </a:lnTo>
                  <a:lnTo>
                    <a:pt x="2286150" y="843338"/>
                  </a:lnTo>
                  <a:lnTo>
                    <a:pt x="2292837" y="846073"/>
                  </a:lnTo>
                  <a:lnTo>
                    <a:pt x="2280165" y="853677"/>
                  </a:lnTo>
                  <a:lnTo>
                    <a:pt x="2276356" y="854221"/>
                  </a:lnTo>
                  <a:lnTo>
                    <a:pt x="2272547" y="854221"/>
                  </a:lnTo>
                  <a:cubicBezTo>
                    <a:pt x="2269282" y="854947"/>
                    <a:pt x="2266742" y="856398"/>
                    <a:pt x="2264929" y="858574"/>
                  </a:cubicBezTo>
                  <a:cubicBezTo>
                    <a:pt x="2263840" y="857486"/>
                    <a:pt x="2262389" y="856942"/>
                    <a:pt x="2260575" y="856942"/>
                  </a:cubicBezTo>
                  <a:lnTo>
                    <a:pt x="2258943" y="857486"/>
                  </a:lnTo>
                  <a:lnTo>
                    <a:pt x="2256766" y="858574"/>
                  </a:lnTo>
                  <a:cubicBezTo>
                    <a:pt x="2255678" y="858937"/>
                    <a:pt x="2254590" y="859118"/>
                    <a:pt x="2253501" y="859118"/>
                  </a:cubicBezTo>
                  <a:cubicBezTo>
                    <a:pt x="2251688" y="859118"/>
                    <a:pt x="2250055" y="858211"/>
                    <a:pt x="2248604" y="856398"/>
                  </a:cubicBezTo>
                  <a:cubicBezTo>
                    <a:pt x="2248241" y="856760"/>
                    <a:pt x="2247878" y="857123"/>
                    <a:pt x="2247516" y="857486"/>
                  </a:cubicBezTo>
                  <a:lnTo>
                    <a:pt x="2247516" y="859662"/>
                  </a:lnTo>
                  <a:cubicBezTo>
                    <a:pt x="2247153" y="861113"/>
                    <a:pt x="2246790" y="861839"/>
                    <a:pt x="2246427" y="861839"/>
                  </a:cubicBezTo>
                  <a:cubicBezTo>
                    <a:pt x="2242800" y="860388"/>
                    <a:pt x="2238084" y="859663"/>
                    <a:pt x="2232279" y="859662"/>
                  </a:cubicBezTo>
                  <a:cubicBezTo>
                    <a:pt x="2228652" y="859663"/>
                    <a:pt x="2224480" y="860025"/>
                    <a:pt x="2219764" y="860751"/>
                  </a:cubicBezTo>
                  <a:lnTo>
                    <a:pt x="2206704" y="861839"/>
                  </a:lnTo>
                  <a:cubicBezTo>
                    <a:pt x="2201626" y="861839"/>
                    <a:pt x="2197272" y="861476"/>
                    <a:pt x="2193644" y="860751"/>
                  </a:cubicBezTo>
                  <a:cubicBezTo>
                    <a:pt x="2192919" y="860751"/>
                    <a:pt x="2192375" y="861295"/>
                    <a:pt x="2192012" y="862383"/>
                  </a:cubicBezTo>
                  <a:lnTo>
                    <a:pt x="2191468" y="863472"/>
                  </a:lnTo>
                  <a:lnTo>
                    <a:pt x="2190924" y="864016"/>
                  </a:lnTo>
                  <a:cubicBezTo>
                    <a:pt x="2190561" y="862565"/>
                    <a:pt x="2190017" y="861839"/>
                    <a:pt x="2189291" y="861839"/>
                  </a:cubicBezTo>
                  <a:cubicBezTo>
                    <a:pt x="2188566" y="861839"/>
                    <a:pt x="2188022" y="862020"/>
                    <a:pt x="2187659" y="862383"/>
                  </a:cubicBezTo>
                  <a:lnTo>
                    <a:pt x="2187115" y="862927"/>
                  </a:lnTo>
                  <a:lnTo>
                    <a:pt x="2186026" y="862927"/>
                  </a:lnTo>
                  <a:cubicBezTo>
                    <a:pt x="2185301" y="862927"/>
                    <a:pt x="2184757" y="862202"/>
                    <a:pt x="2184394" y="860751"/>
                  </a:cubicBezTo>
                  <a:cubicBezTo>
                    <a:pt x="2182943" y="861476"/>
                    <a:pt x="2181310" y="861839"/>
                    <a:pt x="2179497" y="861839"/>
                  </a:cubicBezTo>
                  <a:lnTo>
                    <a:pt x="2177320" y="861295"/>
                  </a:lnTo>
                  <a:lnTo>
                    <a:pt x="2175688" y="860751"/>
                  </a:lnTo>
                  <a:lnTo>
                    <a:pt x="2175688" y="855853"/>
                  </a:lnTo>
                  <a:cubicBezTo>
                    <a:pt x="2174962" y="856579"/>
                    <a:pt x="2174599" y="857849"/>
                    <a:pt x="2174599" y="859662"/>
                  </a:cubicBezTo>
                  <a:lnTo>
                    <a:pt x="2174055" y="861839"/>
                  </a:lnTo>
                  <a:lnTo>
                    <a:pt x="2173511" y="864016"/>
                  </a:lnTo>
                  <a:lnTo>
                    <a:pt x="2170246" y="864016"/>
                  </a:lnTo>
                  <a:lnTo>
                    <a:pt x="2167525" y="863472"/>
                  </a:lnTo>
                  <a:cubicBezTo>
                    <a:pt x="2168976" y="859844"/>
                    <a:pt x="2171153" y="855128"/>
                    <a:pt x="2174055" y="849324"/>
                  </a:cubicBezTo>
                  <a:cubicBezTo>
                    <a:pt x="2176957" y="849324"/>
                    <a:pt x="2179497" y="848961"/>
                    <a:pt x="2181673" y="848235"/>
                  </a:cubicBezTo>
                  <a:lnTo>
                    <a:pt x="2182217" y="850956"/>
                  </a:lnTo>
                  <a:cubicBezTo>
                    <a:pt x="2183306" y="849868"/>
                    <a:pt x="2185120" y="849324"/>
                    <a:pt x="2187659" y="849324"/>
                  </a:cubicBezTo>
                  <a:cubicBezTo>
                    <a:pt x="2188747" y="849324"/>
                    <a:pt x="2190017" y="849505"/>
                    <a:pt x="2191468" y="849868"/>
                  </a:cubicBezTo>
                  <a:lnTo>
                    <a:pt x="2196365" y="849868"/>
                  </a:lnTo>
                  <a:cubicBezTo>
                    <a:pt x="2198542" y="849505"/>
                    <a:pt x="2200356" y="848779"/>
                    <a:pt x="2201807" y="847691"/>
                  </a:cubicBezTo>
                  <a:lnTo>
                    <a:pt x="2201807" y="849324"/>
                  </a:lnTo>
                  <a:cubicBezTo>
                    <a:pt x="2201807" y="850049"/>
                    <a:pt x="2201988" y="850412"/>
                    <a:pt x="2202351" y="850412"/>
                  </a:cubicBezTo>
                  <a:lnTo>
                    <a:pt x="2202895" y="849868"/>
                  </a:lnTo>
                  <a:lnTo>
                    <a:pt x="2204528" y="847691"/>
                  </a:lnTo>
                  <a:cubicBezTo>
                    <a:pt x="2205253" y="846966"/>
                    <a:pt x="2205979" y="846421"/>
                    <a:pt x="2206704" y="846059"/>
                  </a:cubicBezTo>
                  <a:cubicBezTo>
                    <a:pt x="2207067" y="847510"/>
                    <a:pt x="2207430" y="848417"/>
                    <a:pt x="2207792" y="848779"/>
                  </a:cubicBezTo>
                  <a:lnTo>
                    <a:pt x="2209425" y="848779"/>
                  </a:lnTo>
                  <a:cubicBezTo>
                    <a:pt x="2209788" y="848417"/>
                    <a:pt x="2210150" y="848235"/>
                    <a:pt x="2210513" y="848235"/>
                  </a:cubicBezTo>
                  <a:cubicBezTo>
                    <a:pt x="2211239" y="848235"/>
                    <a:pt x="2211783" y="848961"/>
                    <a:pt x="2212146" y="850412"/>
                  </a:cubicBezTo>
                  <a:cubicBezTo>
                    <a:pt x="2213597" y="847510"/>
                    <a:pt x="2214504" y="845877"/>
                    <a:pt x="2214866" y="845514"/>
                  </a:cubicBezTo>
                  <a:cubicBezTo>
                    <a:pt x="2215955" y="848054"/>
                    <a:pt x="2217406" y="849324"/>
                    <a:pt x="2219220" y="849324"/>
                  </a:cubicBezTo>
                  <a:cubicBezTo>
                    <a:pt x="2220308" y="849324"/>
                    <a:pt x="2221578" y="848961"/>
                    <a:pt x="2223029" y="848235"/>
                  </a:cubicBezTo>
                  <a:lnTo>
                    <a:pt x="2225205" y="847147"/>
                  </a:lnTo>
                  <a:lnTo>
                    <a:pt x="2227382" y="846603"/>
                  </a:lnTo>
                  <a:cubicBezTo>
                    <a:pt x="2228833" y="846603"/>
                    <a:pt x="2229921" y="847691"/>
                    <a:pt x="2230647" y="849868"/>
                  </a:cubicBezTo>
                  <a:cubicBezTo>
                    <a:pt x="2231010" y="848779"/>
                    <a:pt x="2231917" y="847873"/>
                    <a:pt x="2233368" y="847147"/>
                  </a:cubicBezTo>
                  <a:lnTo>
                    <a:pt x="2235000" y="846603"/>
                  </a:lnTo>
                  <a:lnTo>
                    <a:pt x="2236088" y="845514"/>
                  </a:lnTo>
                  <a:cubicBezTo>
                    <a:pt x="2235726" y="847691"/>
                    <a:pt x="2235363" y="848779"/>
                    <a:pt x="2235000" y="848779"/>
                  </a:cubicBezTo>
                  <a:cubicBezTo>
                    <a:pt x="2236814" y="848054"/>
                    <a:pt x="2238628" y="847691"/>
                    <a:pt x="2240442" y="847691"/>
                  </a:cubicBezTo>
                  <a:lnTo>
                    <a:pt x="2245883" y="847147"/>
                  </a:lnTo>
                  <a:cubicBezTo>
                    <a:pt x="2250236" y="847147"/>
                    <a:pt x="2253864" y="846240"/>
                    <a:pt x="2256766" y="844426"/>
                  </a:cubicBezTo>
                  <a:cubicBezTo>
                    <a:pt x="2257492" y="847328"/>
                    <a:pt x="2258217" y="848779"/>
                    <a:pt x="2258943" y="848779"/>
                  </a:cubicBezTo>
                  <a:lnTo>
                    <a:pt x="2260031" y="847147"/>
                  </a:lnTo>
                  <a:lnTo>
                    <a:pt x="2260575" y="844970"/>
                  </a:lnTo>
                  <a:cubicBezTo>
                    <a:pt x="2260938" y="846784"/>
                    <a:pt x="2261301" y="847691"/>
                    <a:pt x="2261664" y="847691"/>
                  </a:cubicBezTo>
                  <a:lnTo>
                    <a:pt x="2262752" y="847691"/>
                  </a:lnTo>
                  <a:cubicBezTo>
                    <a:pt x="2263115" y="847691"/>
                    <a:pt x="2263478" y="848054"/>
                    <a:pt x="2263840" y="848779"/>
                  </a:cubicBezTo>
                  <a:cubicBezTo>
                    <a:pt x="2264566" y="846603"/>
                    <a:pt x="2266017" y="845152"/>
                    <a:pt x="2268194" y="844426"/>
                  </a:cubicBezTo>
                  <a:lnTo>
                    <a:pt x="2270914" y="843882"/>
                  </a:lnTo>
                  <a:close/>
                  <a:moveTo>
                    <a:pt x="2088079" y="842250"/>
                  </a:moveTo>
                  <a:cubicBezTo>
                    <a:pt x="2088442" y="842250"/>
                    <a:pt x="2088623" y="842431"/>
                    <a:pt x="2088623" y="842794"/>
                  </a:cubicBezTo>
                  <a:cubicBezTo>
                    <a:pt x="2088986" y="842794"/>
                    <a:pt x="2089167" y="843338"/>
                    <a:pt x="2089167" y="844426"/>
                  </a:cubicBezTo>
                  <a:lnTo>
                    <a:pt x="2088079" y="844970"/>
                  </a:lnTo>
                  <a:lnTo>
                    <a:pt x="2087535" y="844970"/>
                  </a:lnTo>
                  <a:cubicBezTo>
                    <a:pt x="2087172" y="844970"/>
                    <a:pt x="2086809" y="845152"/>
                    <a:pt x="2086446" y="845514"/>
                  </a:cubicBezTo>
                  <a:lnTo>
                    <a:pt x="2086446" y="844426"/>
                  </a:lnTo>
                  <a:lnTo>
                    <a:pt x="2086991" y="842794"/>
                  </a:lnTo>
                  <a:cubicBezTo>
                    <a:pt x="2087353" y="842431"/>
                    <a:pt x="2087716" y="842250"/>
                    <a:pt x="2088079" y="842250"/>
                  </a:cubicBezTo>
                  <a:close/>
                  <a:moveTo>
                    <a:pt x="3045169" y="841161"/>
                  </a:moveTo>
                  <a:lnTo>
                    <a:pt x="3045169" y="842250"/>
                  </a:lnTo>
                  <a:lnTo>
                    <a:pt x="3045714" y="842250"/>
                  </a:lnTo>
                  <a:lnTo>
                    <a:pt x="3045714" y="842794"/>
                  </a:lnTo>
                  <a:lnTo>
                    <a:pt x="3045169" y="843338"/>
                  </a:lnTo>
                  <a:lnTo>
                    <a:pt x="3044081" y="844970"/>
                  </a:lnTo>
                  <a:lnTo>
                    <a:pt x="3044081" y="843882"/>
                  </a:lnTo>
                  <a:cubicBezTo>
                    <a:pt x="3044081" y="842794"/>
                    <a:pt x="3044444" y="841887"/>
                    <a:pt x="3045169" y="841161"/>
                  </a:cubicBezTo>
                  <a:close/>
                  <a:moveTo>
                    <a:pt x="2936883" y="841161"/>
                  </a:moveTo>
                  <a:lnTo>
                    <a:pt x="2937971" y="841161"/>
                  </a:lnTo>
                  <a:lnTo>
                    <a:pt x="2937971" y="843338"/>
                  </a:lnTo>
                  <a:lnTo>
                    <a:pt x="2937427" y="843338"/>
                  </a:lnTo>
                  <a:lnTo>
                    <a:pt x="2937427" y="842794"/>
                  </a:lnTo>
                  <a:close/>
                  <a:moveTo>
                    <a:pt x="2235544" y="841161"/>
                  </a:moveTo>
                  <a:lnTo>
                    <a:pt x="2235544" y="842250"/>
                  </a:lnTo>
                  <a:lnTo>
                    <a:pt x="2236088" y="842250"/>
                  </a:lnTo>
                  <a:lnTo>
                    <a:pt x="2236088" y="842794"/>
                  </a:lnTo>
                  <a:lnTo>
                    <a:pt x="2235544" y="843338"/>
                  </a:lnTo>
                  <a:lnTo>
                    <a:pt x="2234456" y="844970"/>
                  </a:lnTo>
                  <a:lnTo>
                    <a:pt x="2234456" y="843882"/>
                  </a:lnTo>
                  <a:cubicBezTo>
                    <a:pt x="2234456" y="842794"/>
                    <a:pt x="2234819" y="841887"/>
                    <a:pt x="2235544" y="841161"/>
                  </a:cubicBezTo>
                  <a:close/>
                  <a:moveTo>
                    <a:pt x="2127258" y="841161"/>
                  </a:moveTo>
                  <a:lnTo>
                    <a:pt x="2128346" y="841161"/>
                  </a:lnTo>
                  <a:lnTo>
                    <a:pt x="2128346" y="843338"/>
                  </a:lnTo>
                  <a:lnTo>
                    <a:pt x="2127802" y="843338"/>
                  </a:lnTo>
                  <a:lnTo>
                    <a:pt x="2127802" y="842794"/>
                  </a:lnTo>
                  <a:close/>
                  <a:moveTo>
                    <a:pt x="2911308" y="840073"/>
                  </a:moveTo>
                  <a:cubicBezTo>
                    <a:pt x="2911670" y="840073"/>
                    <a:pt x="2912033" y="840254"/>
                    <a:pt x="2912396" y="840617"/>
                  </a:cubicBezTo>
                  <a:cubicBezTo>
                    <a:pt x="2912759" y="840980"/>
                    <a:pt x="2912940" y="841524"/>
                    <a:pt x="2912940" y="842250"/>
                  </a:cubicBezTo>
                  <a:lnTo>
                    <a:pt x="2911308" y="843882"/>
                  </a:lnTo>
                  <a:cubicBezTo>
                    <a:pt x="2911308" y="843156"/>
                    <a:pt x="2910945" y="842612"/>
                    <a:pt x="2910219" y="842250"/>
                  </a:cubicBezTo>
                  <a:lnTo>
                    <a:pt x="2910219" y="840617"/>
                  </a:lnTo>
                  <a:close/>
                  <a:moveTo>
                    <a:pt x="2101683" y="840073"/>
                  </a:moveTo>
                  <a:cubicBezTo>
                    <a:pt x="2102046" y="840073"/>
                    <a:pt x="2102408" y="840254"/>
                    <a:pt x="2102771" y="840617"/>
                  </a:cubicBezTo>
                  <a:cubicBezTo>
                    <a:pt x="2103134" y="840980"/>
                    <a:pt x="2103315" y="841524"/>
                    <a:pt x="2103315" y="842250"/>
                  </a:cubicBezTo>
                  <a:lnTo>
                    <a:pt x="2101683" y="843882"/>
                  </a:lnTo>
                  <a:cubicBezTo>
                    <a:pt x="2101683" y="843156"/>
                    <a:pt x="2101320" y="842612"/>
                    <a:pt x="2100594" y="842250"/>
                  </a:cubicBezTo>
                  <a:lnTo>
                    <a:pt x="2100594" y="840617"/>
                  </a:lnTo>
                  <a:close/>
                  <a:moveTo>
                    <a:pt x="2945045" y="839529"/>
                  </a:moveTo>
                  <a:lnTo>
                    <a:pt x="2945589" y="842794"/>
                  </a:lnTo>
                  <a:cubicBezTo>
                    <a:pt x="2945227" y="842431"/>
                    <a:pt x="2945045" y="841887"/>
                    <a:pt x="2945045" y="841161"/>
                  </a:cubicBezTo>
                  <a:close/>
                  <a:moveTo>
                    <a:pt x="2135420" y="839529"/>
                  </a:moveTo>
                  <a:lnTo>
                    <a:pt x="2135964" y="842794"/>
                  </a:lnTo>
                  <a:cubicBezTo>
                    <a:pt x="2135602" y="842431"/>
                    <a:pt x="2135420" y="841887"/>
                    <a:pt x="2135420" y="841161"/>
                  </a:cubicBezTo>
                  <a:close/>
                  <a:moveTo>
                    <a:pt x="2995107" y="837352"/>
                  </a:moveTo>
                  <a:lnTo>
                    <a:pt x="2995652" y="837352"/>
                  </a:lnTo>
                  <a:lnTo>
                    <a:pt x="2995652" y="837896"/>
                  </a:lnTo>
                  <a:lnTo>
                    <a:pt x="2996196" y="838985"/>
                  </a:lnTo>
                  <a:cubicBezTo>
                    <a:pt x="2995833" y="838985"/>
                    <a:pt x="2995470" y="838440"/>
                    <a:pt x="2995107" y="837352"/>
                  </a:cubicBezTo>
                  <a:close/>
                  <a:moveTo>
                    <a:pt x="2989666" y="837352"/>
                  </a:moveTo>
                  <a:lnTo>
                    <a:pt x="2992386" y="837352"/>
                  </a:lnTo>
                  <a:lnTo>
                    <a:pt x="2992386" y="838440"/>
                  </a:lnTo>
                  <a:cubicBezTo>
                    <a:pt x="2992386" y="839529"/>
                    <a:pt x="2991842" y="840073"/>
                    <a:pt x="2990754" y="840073"/>
                  </a:cubicBezTo>
                  <a:lnTo>
                    <a:pt x="2989666" y="840073"/>
                  </a:lnTo>
                  <a:lnTo>
                    <a:pt x="2988578" y="839529"/>
                  </a:lnTo>
                  <a:close/>
                  <a:moveTo>
                    <a:pt x="2906954" y="837352"/>
                  </a:moveTo>
                  <a:lnTo>
                    <a:pt x="2907499" y="837352"/>
                  </a:lnTo>
                  <a:lnTo>
                    <a:pt x="2908043" y="837896"/>
                  </a:lnTo>
                  <a:lnTo>
                    <a:pt x="2908587" y="840617"/>
                  </a:lnTo>
                  <a:cubicBezTo>
                    <a:pt x="2908950" y="841705"/>
                    <a:pt x="2909131" y="842612"/>
                    <a:pt x="2909131" y="843338"/>
                  </a:cubicBezTo>
                  <a:cubicBezTo>
                    <a:pt x="2909131" y="844063"/>
                    <a:pt x="2908768" y="844426"/>
                    <a:pt x="2908043" y="844426"/>
                  </a:cubicBezTo>
                  <a:lnTo>
                    <a:pt x="2908043" y="842250"/>
                  </a:lnTo>
                  <a:lnTo>
                    <a:pt x="2907499" y="840617"/>
                  </a:lnTo>
                  <a:cubicBezTo>
                    <a:pt x="2907136" y="839529"/>
                    <a:pt x="2906954" y="838440"/>
                    <a:pt x="2906954" y="837352"/>
                  </a:cubicBezTo>
                  <a:close/>
                  <a:moveTo>
                    <a:pt x="2185482" y="837352"/>
                  </a:moveTo>
                  <a:lnTo>
                    <a:pt x="2186026" y="837352"/>
                  </a:lnTo>
                  <a:lnTo>
                    <a:pt x="2186026" y="837896"/>
                  </a:lnTo>
                  <a:lnTo>
                    <a:pt x="2186571" y="838985"/>
                  </a:lnTo>
                  <a:cubicBezTo>
                    <a:pt x="2186208" y="838985"/>
                    <a:pt x="2185845" y="838440"/>
                    <a:pt x="2185482" y="837352"/>
                  </a:cubicBezTo>
                  <a:close/>
                  <a:moveTo>
                    <a:pt x="2180041" y="837352"/>
                  </a:moveTo>
                  <a:lnTo>
                    <a:pt x="2182762" y="837352"/>
                  </a:lnTo>
                  <a:lnTo>
                    <a:pt x="2182762" y="838440"/>
                  </a:lnTo>
                  <a:cubicBezTo>
                    <a:pt x="2182762" y="839529"/>
                    <a:pt x="2182217" y="840073"/>
                    <a:pt x="2181129" y="840073"/>
                  </a:cubicBezTo>
                  <a:lnTo>
                    <a:pt x="2180041" y="840073"/>
                  </a:lnTo>
                  <a:lnTo>
                    <a:pt x="2178952" y="839529"/>
                  </a:lnTo>
                  <a:close/>
                  <a:moveTo>
                    <a:pt x="2097330" y="837352"/>
                  </a:moveTo>
                  <a:lnTo>
                    <a:pt x="2097874" y="837352"/>
                  </a:lnTo>
                  <a:lnTo>
                    <a:pt x="2098418" y="837896"/>
                  </a:lnTo>
                  <a:lnTo>
                    <a:pt x="2098962" y="840617"/>
                  </a:lnTo>
                  <a:cubicBezTo>
                    <a:pt x="2099325" y="841705"/>
                    <a:pt x="2099506" y="842612"/>
                    <a:pt x="2099506" y="843338"/>
                  </a:cubicBezTo>
                  <a:cubicBezTo>
                    <a:pt x="2099506" y="844063"/>
                    <a:pt x="2099143" y="844426"/>
                    <a:pt x="2098418" y="844426"/>
                  </a:cubicBezTo>
                  <a:lnTo>
                    <a:pt x="2098418" y="842250"/>
                  </a:lnTo>
                  <a:lnTo>
                    <a:pt x="2097874" y="840617"/>
                  </a:lnTo>
                  <a:cubicBezTo>
                    <a:pt x="2097511" y="839529"/>
                    <a:pt x="2097330" y="838440"/>
                    <a:pt x="2097330" y="837352"/>
                  </a:cubicBezTo>
                  <a:close/>
                  <a:moveTo>
                    <a:pt x="3004902" y="836808"/>
                  </a:moveTo>
                  <a:cubicBezTo>
                    <a:pt x="3005265" y="836808"/>
                    <a:pt x="3005446" y="836989"/>
                    <a:pt x="3005446" y="837352"/>
                  </a:cubicBezTo>
                  <a:lnTo>
                    <a:pt x="3004902" y="837896"/>
                  </a:lnTo>
                  <a:cubicBezTo>
                    <a:pt x="3004902" y="838622"/>
                    <a:pt x="3004721" y="838985"/>
                    <a:pt x="3004358" y="838985"/>
                  </a:cubicBezTo>
                  <a:lnTo>
                    <a:pt x="3003814" y="837896"/>
                  </a:lnTo>
                  <a:cubicBezTo>
                    <a:pt x="3004176" y="837171"/>
                    <a:pt x="3004539" y="836808"/>
                    <a:pt x="3004902" y="836808"/>
                  </a:cubicBezTo>
                  <a:close/>
                  <a:moveTo>
                    <a:pt x="3000005" y="836808"/>
                  </a:moveTo>
                  <a:cubicBezTo>
                    <a:pt x="3001456" y="836808"/>
                    <a:pt x="3002726" y="837171"/>
                    <a:pt x="3003814" y="837896"/>
                  </a:cubicBezTo>
                  <a:cubicBezTo>
                    <a:pt x="3002363" y="838985"/>
                    <a:pt x="3001093" y="839529"/>
                    <a:pt x="3000005" y="839529"/>
                  </a:cubicBezTo>
                  <a:cubicBezTo>
                    <a:pt x="2998916" y="839529"/>
                    <a:pt x="2997828" y="838803"/>
                    <a:pt x="2996740" y="837352"/>
                  </a:cubicBezTo>
                  <a:close/>
                  <a:moveTo>
                    <a:pt x="2920014" y="836808"/>
                  </a:moveTo>
                  <a:lnTo>
                    <a:pt x="2920014" y="838440"/>
                  </a:lnTo>
                  <a:lnTo>
                    <a:pt x="2920558" y="840617"/>
                  </a:lnTo>
                  <a:cubicBezTo>
                    <a:pt x="2920921" y="842068"/>
                    <a:pt x="2921465" y="842794"/>
                    <a:pt x="2922191" y="842794"/>
                  </a:cubicBezTo>
                  <a:lnTo>
                    <a:pt x="2922735" y="842250"/>
                  </a:lnTo>
                  <a:cubicBezTo>
                    <a:pt x="2922372" y="843701"/>
                    <a:pt x="2921828" y="844426"/>
                    <a:pt x="2921102" y="844426"/>
                  </a:cubicBezTo>
                  <a:lnTo>
                    <a:pt x="2920014" y="844426"/>
                  </a:lnTo>
                  <a:lnTo>
                    <a:pt x="2918382" y="843882"/>
                  </a:lnTo>
                  <a:cubicBezTo>
                    <a:pt x="2918019" y="843519"/>
                    <a:pt x="2917656" y="843338"/>
                    <a:pt x="2917293" y="843338"/>
                  </a:cubicBezTo>
                  <a:lnTo>
                    <a:pt x="2916749" y="843882"/>
                  </a:lnTo>
                  <a:cubicBezTo>
                    <a:pt x="2916386" y="843156"/>
                    <a:pt x="2916205" y="842612"/>
                    <a:pt x="2916205" y="842250"/>
                  </a:cubicBezTo>
                  <a:lnTo>
                    <a:pt x="2916205" y="841705"/>
                  </a:lnTo>
                  <a:cubicBezTo>
                    <a:pt x="2916568" y="841343"/>
                    <a:pt x="2917112" y="841161"/>
                    <a:pt x="2917838" y="841161"/>
                  </a:cubicBezTo>
                  <a:cubicBezTo>
                    <a:pt x="2918563" y="841161"/>
                    <a:pt x="2918926" y="840980"/>
                    <a:pt x="2918926" y="840617"/>
                  </a:cubicBezTo>
                  <a:cubicBezTo>
                    <a:pt x="2918926" y="840254"/>
                    <a:pt x="2918744" y="839892"/>
                    <a:pt x="2918382" y="839529"/>
                  </a:cubicBezTo>
                  <a:lnTo>
                    <a:pt x="2918382" y="838985"/>
                  </a:lnTo>
                  <a:cubicBezTo>
                    <a:pt x="2918382" y="838622"/>
                    <a:pt x="2918563" y="838259"/>
                    <a:pt x="2918926" y="837896"/>
                  </a:cubicBezTo>
                  <a:lnTo>
                    <a:pt x="2919470" y="837352"/>
                  </a:lnTo>
                  <a:close/>
                  <a:moveTo>
                    <a:pt x="2915661" y="836808"/>
                  </a:moveTo>
                  <a:lnTo>
                    <a:pt x="2915661" y="837896"/>
                  </a:lnTo>
                  <a:cubicBezTo>
                    <a:pt x="2915661" y="838985"/>
                    <a:pt x="2915298" y="839529"/>
                    <a:pt x="2914573" y="839529"/>
                  </a:cubicBezTo>
                  <a:lnTo>
                    <a:pt x="2913484" y="839529"/>
                  </a:lnTo>
                  <a:lnTo>
                    <a:pt x="2912396" y="840073"/>
                  </a:lnTo>
                  <a:cubicBezTo>
                    <a:pt x="2912396" y="838985"/>
                    <a:pt x="2912759" y="838259"/>
                    <a:pt x="2913484" y="837896"/>
                  </a:cubicBezTo>
                  <a:lnTo>
                    <a:pt x="2915117" y="837352"/>
                  </a:lnTo>
                  <a:close/>
                  <a:moveTo>
                    <a:pt x="2195277" y="836808"/>
                  </a:moveTo>
                  <a:cubicBezTo>
                    <a:pt x="2195640" y="836808"/>
                    <a:pt x="2195821" y="836989"/>
                    <a:pt x="2195821" y="837352"/>
                  </a:cubicBezTo>
                  <a:lnTo>
                    <a:pt x="2195277" y="837896"/>
                  </a:lnTo>
                  <a:cubicBezTo>
                    <a:pt x="2195277" y="838622"/>
                    <a:pt x="2195096" y="838985"/>
                    <a:pt x="2194733" y="838985"/>
                  </a:cubicBezTo>
                  <a:lnTo>
                    <a:pt x="2194189" y="837896"/>
                  </a:lnTo>
                  <a:cubicBezTo>
                    <a:pt x="2194552" y="837171"/>
                    <a:pt x="2194914" y="836808"/>
                    <a:pt x="2195277" y="836808"/>
                  </a:cubicBezTo>
                  <a:close/>
                  <a:moveTo>
                    <a:pt x="2190380" y="836808"/>
                  </a:moveTo>
                  <a:cubicBezTo>
                    <a:pt x="2191831" y="836808"/>
                    <a:pt x="2193100" y="837171"/>
                    <a:pt x="2194189" y="837896"/>
                  </a:cubicBezTo>
                  <a:cubicBezTo>
                    <a:pt x="2192738" y="838985"/>
                    <a:pt x="2191468" y="839529"/>
                    <a:pt x="2190380" y="839529"/>
                  </a:cubicBezTo>
                  <a:cubicBezTo>
                    <a:pt x="2189291" y="839529"/>
                    <a:pt x="2188203" y="838803"/>
                    <a:pt x="2187115" y="837352"/>
                  </a:cubicBezTo>
                  <a:close/>
                  <a:moveTo>
                    <a:pt x="2110389" y="836808"/>
                  </a:moveTo>
                  <a:lnTo>
                    <a:pt x="2110389" y="838440"/>
                  </a:lnTo>
                  <a:lnTo>
                    <a:pt x="2110934" y="840617"/>
                  </a:lnTo>
                  <a:cubicBezTo>
                    <a:pt x="2111296" y="842068"/>
                    <a:pt x="2111840" y="842794"/>
                    <a:pt x="2112566" y="842794"/>
                  </a:cubicBezTo>
                  <a:lnTo>
                    <a:pt x="2113110" y="842250"/>
                  </a:lnTo>
                  <a:cubicBezTo>
                    <a:pt x="2112747" y="843701"/>
                    <a:pt x="2112203" y="844426"/>
                    <a:pt x="2111478" y="844426"/>
                  </a:cubicBezTo>
                  <a:lnTo>
                    <a:pt x="2110389" y="844426"/>
                  </a:lnTo>
                  <a:lnTo>
                    <a:pt x="2108757" y="843882"/>
                  </a:lnTo>
                  <a:cubicBezTo>
                    <a:pt x="2108394" y="843519"/>
                    <a:pt x="2108031" y="843338"/>
                    <a:pt x="2107668" y="843338"/>
                  </a:cubicBezTo>
                  <a:lnTo>
                    <a:pt x="2107124" y="843882"/>
                  </a:lnTo>
                  <a:cubicBezTo>
                    <a:pt x="2106762" y="843156"/>
                    <a:pt x="2106580" y="842612"/>
                    <a:pt x="2106580" y="842250"/>
                  </a:cubicBezTo>
                  <a:lnTo>
                    <a:pt x="2106580" y="841705"/>
                  </a:lnTo>
                  <a:cubicBezTo>
                    <a:pt x="2106943" y="841343"/>
                    <a:pt x="2107487" y="841161"/>
                    <a:pt x="2108213" y="841161"/>
                  </a:cubicBezTo>
                  <a:cubicBezTo>
                    <a:pt x="2108938" y="841161"/>
                    <a:pt x="2109301" y="840980"/>
                    <a:pt x="2109301" y="840617"/>
                  </a:cubicBezTo>
                  <a:cubicBezTo>
                    <a:pt x="2109301" y="840254"/>
                    <a:pt x="2109120" y="839892"/>
                    <a:pt x="2108757" y="839529"/>
                  </a:cubicBezTo>
                  <a:lnTo>
                    <a:pt x="2108757" y="838985"/>
                  </a:lnTo>
                  <a:cubicBezTo>
                    <a:pt x="2108757" y="838622"/>
                    <a:pt x="2108938" y="838259"/>
                    <a:pt x="2109301" y="837896"/>
                  </a:cubicBezTo>
                  <a:lnTo>
                    <a:pt x="2109845" y="837352"/>
                  </a:lnTo>
                  <a:close/>
                  <a:moveTo>
                    <a:pt x="2106036" y="836808"/>
                  </a:moveTo>
                  <a:lnTo>
                    <a:pt x="2106036" y="837896"/>
                  </a:lnTo>
                  <a:cubicBezTo>
                    <a:pt x="2106036" y="838985"/>
                    <a:pt x="2105673" y="839529"/>
                    <a:pt x="2104948" y="839529"/>
                  </a:cubicBezTo>
                  <a:lnTo>
                    <a:pt x="2103859" y="839529"/>
                  </a:lnTo>
                  <a:lnTo>
                    <a:pt x="2102771" y="840073"/>
                  </a:lnTo>
                  <a:cubicBezTo>
                    <a:pt x="2102771" y="838985"/>
                    <a:pt x="2103134" y="838259"/>
                    <a:pt x="2103859" y="837896"/>
                  </a:cubicBezTo>
                  <a:lnTo>
                    <a:pt x="2105492" y="837352"/>
                  </a:lnTo>
                  <a:close/>
                  <a:moveTo>
                    <a:pt x="3088158" y="831911"/>
                  </a:moveTo>
                  <a:cubicBezTo>
                    <a:pt x="3087794" y="834450"/>
                    <a:pt x="3087069" y="835720"/>
                    <a:pt x="3085981" y="835720"/>
                  </a:cubicBezTo>
                  <a:lnTo>
                    <a:pt x="3085981" y="832999"/>
                  </a:lnTo>
                  <a:lnTo>
                    <a:pt x="3087069" y="832455"/>
                  </a:lnTo>
                  <a:close/>
                  <a:moveTo>
                    <a:pt x="3081084" y="831911"/>
                  </a:moveTo>
                  <a:lnTo>
                    <a:pt x="3081084" y="832999"/>
                  </a:lnTo>
                  <a:cubicBezTo>
                    <a:pt x="3081083" y="833725"/>
                    <a:pt x="3080902" y="834269"/>
                    <a:pt x="3080539" y="834631"/>
                  </a:cubicBezTo>
                  <a:lnTo>
                    <a:pt x="3079451" y="835176"/>
                  </a:lnTo>
                  <a:lnTo>
                    <a:pt x="3078363" y="835176"/>
                  </a:lnTo>
                  <a:lnTo>
                    <a:pt x="3078363" y="832999"/>
                  </a:lnTo>
                  <a:lnTo>
                    <a:pt x="3080539" y="832999"/>
                  </a:lnTo>
                  <a:cubicBezTo>
                    <a:pt x="3080902" y="832999"/>
                    <a:pt x="3081083" y="832636"/>
                    <a:pt x="3081084" y="831911"/>
                  </a:cubicBezTo>
                  <a:close/>
                  <a:moveTo>
                    <a:pt x="2278532" y="831911"/>
                  </a:moveTo>
                  <a:cubicBezTo>
                    <a:pt x="2278170" y="834450"/>
                    <a:pt x="2277444" y="835720"/>
                    <a:pt x="2276356" y="835720"/>
                  </a:cubicBezTo>
                  <a:lnTo>
                    <a:pt x="2276356" y="832999"/>
                  </a:lnTo>
                  <a:lnTo>
                    <a:pt x="2277444" y="832455"/>
                  </a:lnTo>
                  <a:close/>
                  <a:moveTo>
                    <a:pt x="2271458" y="831911"/>
                  </a:moveTo>
                  <a:lnTo>
                    <a:pt x="2271458" y="832999"/>
                  </a:lnTo>
                  <a:cubicBezTo>
                    <a:pt x="2271458" y="833725"/>
                    <a:pt x="2271277" y="834269"/>
                    <a:pt x="2270914" y="834631"/>
                  </a:cubicBezTo>
                  <a:lnTo>
                    <a:pt x="2269826" y="835176"/>
                  </a:lnTo>
                  <a:lnTo>
                    <a:pt x="2268738" y="835176"/>
                  </a:lnTo>
                  <a:lnTo>
                    <a:pt x="2268738" y="832999"/>
                  </a:lnTo>
                  <a:lnTo>
                    <a:pt x="2270914" y="832999"/>
                  </a:lnTo>
                  <a:cubicBezTo>
                    <a:pt x="2271277" y="832999"/>
                    <a:pt x="2271458" y="832636"/>
                    <a:pt x="2271458" y="831911"/>
                  </a:cubicBezTo>
                  <a:close/>
                  <a:moveTo>
                    <a:pt x="1143439" y="831366"/>
                  </a:moveTo>
                  <a:cubicBezTo>
                    <a:pt x="1138723" y="841887"/>
                    <a:pt x="1130923" y="857667"/>
                    <a:pt x="1120040" y="878708"/>
                  </a:cubicBezTo>
                  <a:lnTo>
                    <a:pt x="1108069" y="902650"/>
                  </a:lnTo>
                  <a:cubicBezTo>
                    <a:pt x="1103716" y="911357"/>
                    <a:pt x="1099907" y="918975"/>
                    <a:pt x="1096642" y="925505"/>
                  </a:cubicBezTo>
                  <a:lnTo>
                    <a:pt x="1096098" y="925505"/>
                  </a:lnTo>
                  <a:cubicBezTo>
                    <a:pt x="1095372" y="925505"/>
                    <a:pt x="1095009" y="924417"/>
                    <a:pt x="1095009" y="922240"/>
                  </a:cubicBezTo>
                  <a:lnTo>
                    <a:pt x="1095009" y="920063"/>
                  </a:lnTo>
                  <a:lnTo>
                    <a:pt x="1095554" y="917343"/>
                  </a:lnTo>
                  <a:lnTo>
                    <a:pt x="1095554" y="914622"/>
                  </a:lnTo>
                  <a:cubicBezTo>
                    <a:pt x="1095554" y="912808"/>
                    <a:pt x="1095372" y="911538"/>
                    <a:pt x="1095009" y="910813"/>
                  </a:cubicBezTo>
                  <a:cubicBezTo>
                    <a:pt x="1099725" y="909362"/>
                    <a:pt x="1102628" y="906460"/>
                    <a:pt x="1103716" y="902106"/>
                  </a:cubicBezTo>
                  <a:cubicBezTo>
                    <a:pt x="1103716" y="901018"/>
                    <a:pt x="1103353" y="900474"/>
                    <a:pt x="1102628" y="900474"/>
                  </a:cubicBezTo>
                  <a:cubicBezTo>
                    <a:pt x="1102265" y="900474"/>
                    <a:pt x="1101539" y="901199"/>
                    <a:pt x="1100451" y="902650"/>
                  </a:cubicBezTo>
                  <a:lnTo>
                    <a:pt x="1098818" y="904283"/>
                  </a:lnTo>
                  <a:lnTo>
                    <a:pt x="1097186" y="906460"/>
                  </a:lnTo>
                  <a:cubicBezTo>
                    <a:pt x="1096098" y="907911"/>
                    <a:pt x="1095191" y="908818"/>
                    <a:pt x="1094465" y="909180"/>
                  </a:cubicBezTo>
                  <a:cubicBezTo>
                    <a:pt x="1095916" y="905553"/>
                    <a:pt x="1098274" y="900474"/>
                    <a:pt x="1101539" y="893944"/>
                  </a:cubicBezTo>
                  <a:cubicBezTo>
                    <a:pt x="1105167" y="887777"/>
                    <a:pt x="1107525" y="882517"/>
                    <a:pt x="1108613" y="878164"/>
                  </a:cubicBezTo>
                  <a:cubicBezTo>
                    <a:pt x="1109702" y="878526"/>
                    <a:pt x="1110246" y="879615"/>
                    <a:pt x="1110246" y="881428"/>
                  </a:cubicBezTo>
                  <a:lnTo>
                    <a:pt x="1109702" y="884149"/>
                  </a:lnTo>
                  <a:lnTo>
                    <a:pt x="1108613" y="887414"/>
                  </a:lnTo>
                  <a:cubicBezTo>
                    <a:pt x="1109702" y="886326"/>
                    <a:pt x="1110790" y="884693"/>
                    <a:pt x="1111878" y="882517"/>
                  </a:cubicBezTo>
                  <a:lnTo>
                    <a:pt x="1114599" y="877619"/>
                  </a:lnTo>
                  <a:cubicBezTo>
                    <a:pt x="1116776" y="872904"/>
                    <a:pt x="1118589" y="870001"/>
                    <a:pt x="1120040" y="868913"/>
                  </a:cubicBezTo>
                  <a:lnTo>
                    <a:pt x="1120585" y="867825"/>
                  </a:lnTo>
                  <a:lnTo>
                    <a:pt x="1120040" y="866737"/>
                  </a:lnTo>
                  <a:cubicBezTo>
                    <a:pt x="1120040" y="866011"/>
                    <a:pt x="1120222" y="864741"/>
                    <a:pt x="1120585" y="862927"/>
                  </a:cubicBezTo>
                  <a:cubicBezTo>
                    <a:pt x="1116957" y="866192"/>
                    <a:pt x="1115143" y="870001"/>
                    <a:pt x="1115143" y="874355"/>
                  </a:cubicBezTo>
                  <a:lnTo>
                    <a:pt x="1114599" y="874355"/>
                  </a:lnTo>
                  <a:cubicBezTo>
                    <a:pt x="1113873" y="874355"/>
                    <a:pt x="1113511" y="873992"/>
                    <a:pt x="1113511" y="873266"/>
                  </a:cubicBezTo>
                  <a:cubicBezTo>
                    <a:pt x="1113511" y="872541"/>
                    <a:pt x="1113692" y="871634"/>
                    <a:pt x="1114055" y="870546"/>
                  </a:cubicBezTo>
                  <a:lnTo>
                    <a:pt x="1115143" y="866192"/>
                  </a:lnTo>
                  <a:cubicBezTo>
                    <a:pt x="1115506" y="864741"/>
                    <a:pt x="1115687" y="863472"/>
                    <a:pt x="1115687" y="862383"/>
                  </a:cubicBezTo>
                  <a:cubicBezTo>
                    <a:pt x="1120403" y="862020"/>
                    <a:pt x="1125301" y="858393"/>
                    <a:pt x="1130379" y="851500"/>
                  </a:cubicBezTo>
                  <a:cubicBezTo>
                    <a:pt x="1134733" y="845333"/>
                    <a:pt x="1137091" y="839710"/>
                    <a:pt x="1137453" y="834631"/>
                  </a:cubicBezTo>
                  <a:cubicBezTo>
                    <a:pt x="1140355" y="833906"/>
                    <a:pt x="1142351" y="832818"/>
                    <a:pt x="1143439" y="831366"/>
                  </a:cubicBezTo>
                  <a:close/>
                  <a:moveTo>
                    <a:pt x="1154322" y="827013"/>
                  </a:moveTo>
                  <a:cubicBezTo>
                    <a:pt x="1155048" y="827013"/>
                    <a:pt x="1155410" y="827376"/>
                    <a:pt x="1155410" y="828102"/>
                  </a:cubicBezTo>
                  <a:cubicBezTo>
                    <a:pt x="1155410" y="828827"/>
                    <a:pt x="1154685" y="830097"/>
                    <a:pt x="1153234" y="831911"/>
                  </a:cubicBezTo>
                  <a:lnTo>
                    <a:pt x="1151057" y="835720"/>
                  </a:lnTo>
                  <a:cubicBezTo>
                    <a:pt x="1150332" y="837171"/>
                    <a:pt x="1149969" y="838259"/>
                    <a:pt x="1149969" y="838985"/>
                  </a:cubicBezTo>
                  <a:lnTo>
                    <a:pt x="1148881" y="838985"/>
                  </a:lnTo>
                  <a:cubicBezTo>
                    <a:pt x="1148155" y="838985"/>
                    <a:pt x="1147792" y="838622"/>
                    <a:pt x="1147792" y="837896"/>
                  </a:cubicBezTo>
                  <a:cubicBezTo>
                    <a:pt x="1147792" y="837171"/>
                    <a:pt x="1148336" y="835901"/>
                    <a:pt x="1149425" y="834087"/>
                  </a:cubicBezTo>
                  <a:lnTo>
                    <a:pt x="1150513" y="831911"/>
                  </a:lnTo>
                  <a:lnTo>
                    <a:pt x="1152145" y="830278"/>
                  </a:lnTo>
                  <a:cubicBezTo>
                    <a:pt x="1153597" y="828464"/>
                    <a:pt x="1154322" y="827376"/>
                    <a:pt x="1154322" y="827013"/>
                  </a:cubicBezTo>
                  <a:close/>
                  <a:moveTo>
                    <a:pt x="3023947" y="823204"/>
                  </a:moveTo>
                  <a:lnTo>
                    <a:pt x="3025036" y="824292"/>
                  </a:lnTo>
                  <a:lnTo>
                    <a:pt x="3024492" y="824292"/>
                  </a:lnTo>
                  <a:lnTo>
                    <a:pt x="3023947" y="823748"/>
                  </a:lnTo>
                  <a:close/>
                  <a:moveTo>
                    <a:pt x="2214322" y="823204"/>
                  </a:moveTo>
                  <a:lnTo>
                    <a:pt x="2215411" y="824292"/>
                  </a:lnTo>
                  <a:lnTo>
                    <a:pt x="2214866" y="824292"/>
                  </a:lnTo>
                  <a:lnTo>
                    <a:pt x="2214322" y="823748"/>
                  </a:lnTo>
                  <a:close/>
                  <a:moveTo>
                    <a:pt x="2959737" y="819939"/>
                  </a:moveTo>
                  <a:cubicBezTo>
                    <a:pt x="2960826" y="820302"/>
                    <a:pt x="2961370" y="821209"/>
                    <a:pt x="2961370" y="822660"/>
                  </a:cubicBezTo>
                  <a:lnTo>
                    <a:pt x="2961370" y="824292"/>
                  </a:lnTo>
                  <a:lnTo>
                    <a:pt x="2958649" y="824292"/>
                  </a:lnTo>
                  <a:close/>
                  <a:moveTo>
                    <a:pt x="2150112" y="819939"/>
                  </a:moveTo>
                  <a:cubicBezTo>
                    <a:pt x="2151201" y="820302"/>
                    <a:pt x="2151745" y="821209"/>
                    <a:pt x="2151745" y="822660"/>
                  </a:cubicBezTo>
                  <a:lnTo>
                    <a:pt x="2151745" y="824292"/>
                  </a:lnTo>
                  <a:lnTo>
                    <a:pt x="2149024" y="824292"/>
                  </a:lnTo>
                  <a:close/>
                  <a:moveTo>
                    <a:pt x="1163028" y="814498"/>
                  </a:moveTo>
                  <a:cubicBezTo>
                    <a:pt x="1162666" y="815949"/>
                    <a:pt x="1162122" y="817218"/>
                    <a:pt x="1161396" y="818307"/>
                  </a:cubicBezTo>
                  <a:cubicBezTo>
                    <a:pt x="1160670" y="818670"/>
                    <a:pt x="1159945" y="819395"/>
                    <a:pt x="1159219" y="820483"/>
                  </a:cubicBezTo>
                  <a:cubicBezTo>
                    <a:pt x="1158494" y="820846"/>
                    <a:pt x="1157587" y="821028"/>
                    <a:pt x="1156499" y="821028"/>
                  </a:cubicBezTo>
                  <a:cubicBezTo>
                    <a:pt x="1156861" y="819939"/>
                    <a:pt x="1157406" y="818670"/>
                    <a:pt x="1158131" y="817218"/>
                  </a:cubicBezTo>
                  <a:cubicBezTo>
                    <a:pt x="1158857" y="817219"/>
                    <a:pt x="1159582" y="816493"/>
                    <a:pt x="1160308" y="815042"/>
                  </a:cubicBezTo>
                  <a:close/>
                  <a:moveTo>
                    <a:pt x="2982048" y="810144"/>
                  </a:moveTo>
                  <a:lnTo>
                    <a:pt x="2983136" y="810144"/>
                  </a:lnTo>
                  <a:lnTo>
                    <a:pt x="2982592" y="811777"/>
                  </a:lnTo>
                  <a:lnTo>
                    <a:pt x="2982048" y="812865"/>
                  </a:lnTo>
                  <a:lnTo>
                    <a:pt x="2980959" y="814498"/>
                  </a:lnTo>
                  <a:cubicBezTo>
                    <a:pt x="2980234" y="813772"/>
                    <a:pt x="2979871" y="813228"/>
                    <a:pt x="2979871" y="812865"/>
                  </a:cubicBezTo>
                  <a:lnTo>
                    <a:pt x="2979871" y="812321"/>
                  </a:lnTo>
                  <a:cubicBezTo>
                    <a:pt x="2980234" y="811233"/>
                    <a:pt x="2980959" y="810507"/>
                    <a:pt x="2982048" y="810144"/>
                  </a:cubicBezTo>
                  <a:close/>
                  <a:moveTo>
                    <a:pt x="2172423" y="810144"/>
                  </a:moveTo>
                  <a:lnTo>
                    <a:pt x="2173511" y="810144"/>
                  </a:lnTo>
                  <a:lnTo>
                    <a:pt x="2172967" y="811777"/>
                  </a:lnTo>
                  <a:lnTo>
                    <a:pt x="2172423" y="812865"/>
                  </a:lnTo>
                  <a:lnTo>
                    <a:pt x="2171334" y="814498"/>
                  </a:lnTo>
                  <a:cubicBezTo>
                    <a:pt x="2170609" y="813772"/>
                    <a:pt x="2170246" y="813228"/>
                    <a:pt x="2170246" y="812865"/>
                  </a:cubicBezTo>
                  <a:lnTo>
                    <a:pt x="2170246" y="812321"/>
                  </a:lnTo>
                  <a:cubicBezTo>
                    <a:pt x="2170609" y="811233"/>
                    <a:pt x="2171334" y="810507"/>
                    <a:pt x="2172423" y="810144"/>
                  </a:cubicBezTo>
                  <a:close/>
                  <a:moveTo>
                    <a:pt x="2983136" y="809600"/>
                  </a:moveTo>
                  <a:lnTo>
                    <a:pt x="2984224" y="809600"/>
                  </a:lnTo>
                  <a:lnTo>
                    <a:pt x="2983136" y="810144"/>
                  </a:lnTo>
                  <a:close/>
                  <a:moveTo>
                    <a:pt x="2173511" y="809600"/>
                  </a:moveTo>
                  <a:lnTo>
                    <a:pt x="2174599" y="809600"/>
                  </a:lnTo>
                  <a:lnTo>
                    <a:pt x="2173511" y="810144"/>
                  </a:lnTo>
                  <a:close/>
                  <a:moveTo>
                    <a:pt x="1180441" y="787834"/>
                  </a:moveTo>
                  <a:cubicBezTo>
                    <a:pt x="1181167" y="787834"/>
                    <a:pt x="1181530" y="788197"/>
                    <a:pt x="1181530" y="788923"/>
                  </a:cubicBezTo>
                  <a:cubicBezTo>
                    <a:pt x="1181530" y="790011"/>
                    <a:pt x="1180986" y="791281"/>
                    <a:pt x="1179897" y="792732"/>
                  </a:cubicBezTo>
                  <a:lnTo>
                    <a:pt x="1176632" y="797085"/>
                  </a:lnTo>
                  <a:cubicBezTo>
                    <a:pt x="1175544" y="798899"/>
                    <a:pt x="1174818" y="800350"/>
                    <a:pt x="1174456" y="801438"/>
                  </a:cubicBezTo>
                  <a:lnTo>
                    <a:pt x="1170102" y="801982"/>
                  </a:lnTo>
                  <a:cubicBezTo>
                    <a:pt x="1171554" y="798717"/>
                    <a:pt x="1173367" y="795815"/>
                    <a:pt x="1175544" y="793276"/>
                  </a:cubicBezTo>
                  <a:lnTo>
                    <a:pt x="1177721" y="790555"/>
                  </a:lnTo>
                  <a:close/>
                  <a:moveTo>
                    <a:pt x="1169014" y="780216"/>
                  </a:moveTo>
                  <a:lnTo>
                    <a:pt x="1170102" y="780216"/>
                  </a:lnTo>
                  <a:cubicBezTo>
                    <a:pt x="1171916" y="780216"/>
                    <a:pt x="1174818" y="780942"/>
                    <a:pt x="1178809" y="782393"/>
                  </a:cubicBezTo>
                  <a:lnTo>
                    <a:pt x="1170102" y="793820"/>
                  </a:lnTo>
                  <a:cubicBezTo>
                    <a:pt x="1166838" y="798173"/>
                    <a:pt x="1164117" y="801982"/>
                    <a:pt x="1161940" y="805247"/>
                  </a:cubicBezTo>
                  <a:cubicBezTo>
                    <a:pt x="1156861" y="813228"/>
                    <a:pt x="1151964" y="821028"/>
                    <a:pt x="1147248" y="828646"/>
                  </a:cubicBezTo>
                  <a:cubicBezTo>
                    <a:pt x="1146523" y="829008"/>
                    <a:pt x="1145978" y="829190"/>
                    <a:pt x="1145616" y="829190"/>
                  </a:cubicBezTo>
                  <a:cubicBezTo>
                    <a:pt x="1144890" y="829190"/>
                    <a:pt x="1144527" y="828464"/>
                    <a:pt x="1144527" y="827013"/>
                  </a:cubicBezTo>
                  <a:lnTo>
                    <a:pt x="1144527" y="824837"/>
                  </a:lnTo>
                  <a:cubicBezTo>
                    <a:pt x="1144165" y="824474"/>
                    <a:pt x="1143802" y="824292"/>
                    <a:pt x="1143439" y="824292"/>
                  </a:cubicBezTo>
                  <a:lnTo>
                    <a:pt x="1142351" y="824292"/>
                  </a:lnTo>
                  <a:cubicBezTo>
                    <a:pt x="1147429" y="821390"/>
                    <a:pt x="1150513" y="818307"/>
                    <a:pt x="1151601" y="815042"/>
                  </a:cubicBezTo>
                  <a:cubicBezTo>
                    <a:pt x="1151964" y="813954"/>
                    <a:pt x="1152327" y="812140"/>
                    <a:pt x="1152690" y="809600"/>
                  </a:cubicBezTo>
                  <a:lnTo>
                    <a:pt x="1153234" y="806880"/>
                  </a:lnTo>
                  <a:lnTo>
                    <a:pt x="1154322" y="803071"/>
                  </a:lnTo>
                  <a:cubicBezTo>
                    <a:pt x="1155048" y="801619"/>
                    <a:pt x="1156136" y="800350"/>
                    <a:pt x="1157587" y="799261"/>
                  </a:cubicBezTo>
                  <a:lnTo>
                    <a:pt x="1162484" y="795997"/>
                  </a:lnTo>
                  <a:cubicBezTo>
                    <a:pt x="1166475" y="793457"/>
                    <a:pt x="1169196" y="790011"/>
                    <a:pt x="1170647" y="785658"/>
                  </a:cubicBezTo>
                  <a:lnTo>
                    <a:pt x="1169014" y="787290"/>
                  </a:lnTo>
                  <a:lnTo>
                    <a:pt x="1167382" y="789467"/>
                  </a:lnTo>
                  <a:cubicBezTo>
                    <a:pt x="1165931" y="791281"/>
                    <a:pt x="1164298" y="792187"/>
                    <a:pt x="1162484" y="792187"/>
                  </a:cubicBezTo>
                  <a:cubicBezTo>
                    <a:pt x="1165386" y="785658"/>
                    <a:pt x="1167563" y="781667"/>
                    <a:pt x="1169014" y="780216"/>
                  </a:cubicBezTo>
                  <a:close/>
                  <a:moveTo>
                    <a:pt x="2995652" y="779128"/>
                  </a:moveTo>
                  <a:cubicBezTo>
                    <a:pt x="2996014" y="779853"/>
                    <a:pt x="2996196" y="780579"/>
                    <a:pt x="2996196" y="781304"/>
                  </a:cubicBezTo>
                  <a:cubicBezTo>
                    <a:pt x="2996196" y="782756"/>
                    <a:pt x="2995833" y="784388"/>
                    <a:pt x="2995107" y="786202"/>
                  </a:cubicBezTo>
                  <a:cubicBezTo>
                    <a:pt x="2994019" y="789104"/>
                    <a:pt x="2992749" y="790555"/>
                    <a:pt x="2991298" y="790555"/>
                  </a:cubicBezTo>
                  <a:cubicBezTo>
                    <a:pt x="2990573" y="790555"/>
                    <a:pt x="2990028" y="790374"/>
                    <a:pt x="2989666" y="790011"/>
                  </a:cubicBezTo>
                  <a:cubicBezTo>
                    <a:pt x="2990391" y="788560"/>
                    <a:pt x="2991117" y="787290"/>
                    <a:pt x="2991842" y="786202"/>
                  </a:cubicBezTo>
                  <a:lnTo>
                    <a:pt x="2993475" y="784025"/>
                  </a:lnTo>
                  <a:cubicBezTo>
                    <a:pt x="2994563" y="782937"/>
                    <a:pt x="2995289" y="781304"/>
                    <a:pt x="2995652" y="779128"/>
                  </a:cubicBezTo>
                  <a:close/>
                  <a:moveTo>
                    <a:pt x="2186026" y="779128"/>
                  </a:moveTo>
                  <a:cubicBezTo>
                    <a:pt x="2186389" y="779853"/>
                    <a:pt x="2186571" y="780579"/>
                    <a:pt x="2186571" y="781304"/>
                  </a:cubicBezTo>
                  <a:cubicBezTo>
                    <a:pt x="2186571" y="782756"/>
                    <a:pt x="2186208" y="784388"/>
                    <a:pt x="2185482" y="786202"/>
                  </a:cubicBezTo>
                  <a:cubicBezTo>
                    <a:pt x="2184394" y="789104"/>
                    <a:pt x="2183124" y="790555"/>
                    <a:pt x="2181673" y="790555"/>
                  </a:cubicBezTo>
                  <a:cubicBezTo>
                    <a:pt x="2180948" y="790555"/>
                    <a:pt x="2180404" y="790374"/>
                    <a:pt x="2180041" y="790011"/>
                  </a:cubicBezTo>
                  <a:cubicBezTo>
                    <a:pt x="2180766" y="788560"/>
                    <a:pt x="2181492" y="787290"/>
                    <a:pt x="2182217" y="786202"/>
                  </a:cubicBezTo>
                  <a:lnTo>
                    <a:pt x="2183850" y="784025"/>
                  </a:lnTo>
                  <a:cubicBezTo>
                    <a:pt x="2184938" y="782937"/>
                    <a:pt x="2185664" y="781304"/>
                    <a:pt x="2186026" y="779128"/>
                  </a:cubicBezTo>
                  <a:close/>
                  <a:moveTo>
                    <a:pt x="1204928" y="744302"/>
                  </a:moveTo>
                  <a:cubicBezTo>
                    <a:pt x="1205291" y="744302"/>
                    <a:pt x="1205654" y="744483"/>
                    <a:pt x="1206017" y="744846"/>
                  </a:cubicBezTo>
                  <a:cubicBezTo>
                    <a:pt x="1205291" y="745935"/>
                    <a:pt x="1204565" y="747204"/>
                    <a:pt x="1203840" y="748655"/>
                  </a:cubicBezTo>
                  <a:cubicBezTo>
                    <a:pt x="1203114" y="748655"/>
                    <a:pt x="1202570" y="749018"/>
                    <a:pt x="1202207" y="749744"/>
                  </a:cubicBezTo>
                  <a:lnTo>
                    <a:pt x="1200575" y="752464"/>
                  </a:lnTo>
                  <a:lnTo>
                    <a:pt x="1200031" y="752464"/>
                  </a:lnTo>
                  <a:cubicBezTo>
                    <a:pt x="1199668" y="752464"/>
                    <a:pt x="1199487" y="752283"/>
                    <a:pt x="1199487" y="751920"/>
                  </a:cubicBezTo>
                  <a:lnTo>
                    <a:pt x="1199487" y="750832"/>
                  </a:lnTo>
                  <a:cubicBezTo>
                    <a:pt x="1199487" y="750106"/>
                    <a:pt x="1199849" y="749018"/>
                    <a:pt x="1200575" y="747567"/>
                  </a:cubicBezTo>
                  <a:cubicBezTo>
                    <a:pt x="1201663" y="746116"/>
                    <a:pt x="1202570" y="745209"/>
                    <a:pt x="1203296" y="744846"/>
                  </a:cubicBezTo>
                  <a:cubicBezTo>
                    <a:pt x="1204021" y="744483"/>
                    <a:pt x="1204565" y="744302"/>
                    <a:pt x="1204928" y="744302"/>
                  </a:cubicBezTo>
                  <a:close/>
                  <a:moveTo>
                    <a:pt x="2996196" y="717639"/>
                  </a:moveTo>
                  <a:cubicBezTo>
                    <a:pt x="2997284" y="719090"/>
                    <a:pt x="2997828" y="720903"/>
                    <a:pt x="2997828" y="723080"/>
                  </a:cubicBezTo>
                  <a:cubicBezTo>
                    <a:pt x="2997828" y="726345"/>
                    <a:pt x="2996558" y="729973"/>
                    <a:pt x="2994019" y="733963"/>
                  </a:cubicBezTo>
                  <a:lnTo>
                    <a:pt x="2991298" y="738316"/>
                  </a:lnTo>
                  <a:lnTo>
                    <a:pt x="2988578" y="743214"/>
                  </a:lnTo>
                  <a:cubicBezTo>
                    <a:pt x="2987489" y="745390"/>
                    <a:pt x="2986945" y="747567"/>
                    <a:pt x="2986945" y="749744"/>
                  </a:cubicBezTo>
                  <a:cubicBezTo>
                    <a:pt x="2986945" y="751195"/>
                    <a:pt x="2987126" y="752464"/>
                    <a:pt x="2987489" y="753553"/>
                  </a:cubicBezTo>
                  <a:cubicBezTo>
                    <a:pt x="2984587" y="755366"/>
                    <a:pt x="2982229" y="758269"/>
                    <a:pt x="2980415" y="762259"/>
                  </a:cubicBezTo>
                  <a:cubicBezTo>
                    <a:pt x="2978964" y="764798"/>
                    <a:pt x="2978238" y="767156"/>
                    <a:pt x="2978238" y="769333"/>
                  </a:cubicBezTo>
                  <a:cubicBezTo>
                    <a:pt x="2978238" y="770421"/>
                    <a:pt x="2978420" y="771328"/>
                    <a:pt x="2978783" y="772054"/>
                  </a:cubicBezTo>
                  <a:cubicBezTo>
                    <a:pt x="2977694" y="772417"/>
                    <a:pt x="2976606" y="773142"/>
                    <a:pt x="2975518" y="774230"/>
                  </a:cubicBezTo>
                  <a:lnTo>
                    <a:pt x="2973885" y="776407"/>
                  </a:lnTo>
                  <a:lnTo>
                    <a:pt x="2972797" y="778039"/>
                  </a:lnTo>
                  <a:lnTo>
                    <a:pt x="2971709" y="777495"/>
                  </a:lnTo>
                  <a:cubicBezTo>
                    <a:pt x="2971346" y="784025"/>
                    <a:pt x="2968988" y="792006"/>
                    <a:pt x="2964635" y="801438"/>
                  </a:cubicBezTo>
                  <a:cubicBezTo>
                    <a:pt x="2962821" y="805066"/>
                    <a:pt x="2960826" y="808875"/>
                    <a:pt x="2958649" y="812865"/>
                  </a:cubicBezTo>
                  <a:cubicBezTo>
                    <a:pt x="2957198" y="815767"/>
                    <a:pt x="2955566" y="818488"/>
                    <a:pt x="2953752" y="821028"/>
                  </a:cubicBezTo>
                  <a:lnTo>
                    <a:pt x="2953752" y="824292"/>
                  </a:lnTo>
                  <a:cubicBezTo>
                    <a:pt x="2950850" y="823930"/>
                    <a:pt x="2948129" y="823567"/>
                    <a:pt x="2945589" y="823204"/>
                  </a:cubicBezTo>
                  <a:cubicBezTo>
                    <a:pt x="2944864" y="823567"/>
                    <a:pt x="2944501" y="824111"/>
                    <a:pt x="2944501" y="824837"/>
                  </a:cubicBezTo>
                  <a:lnTo>
                    <a:pt x="2943957" y="825925"/>
                  </a:lnTo>
                  <a:lnTo>
                    <a:pt x="2943413" y="826469"/>
                  </a:lnTo>
                  <a:lnTo>
                    <a:pt x="2944501" y="822660"/>
                  </a:lnTo>
                  <a:lnTo>
                    <a:pt x="2945045" y="819395"/>
                  </a:lnTo>
                  <a:cubicBezTo>
                    <a:pt x="2945771" y="819395"/>
                    <a:pt x="2946315" y="819577"/>
                    <a:pt x="2946678" y="819939"/>
                  </a:cubicBezTo>
                  <a:lnTo>
                    <a:pt x="2947766" y="821028"/>
                  </a:lnTo>
                  <a:lnTo>
                    <a:pt x="2949398" y="820483"/>
                  </a:lnTo>
                  <a:cubicBezTo>
                    <a:pt x="2949761" y="817944"/>
                    <a:pt x="2950487" y="815223"/>
                    <a:pt x="2951575" y="812321"/>
                  </a:cubicBezTo>
                  <a:lnTo>
                    <a:pt x="2955384" y="803615"/>
                  </a:lnTo>
                  <a:cubicBezTo>
                    <a:pt x="2957924" y="798536"/>
                    <a:pt x="2959193" y="794364"/>
                    <a:pt x="2959193" y="791099"/>
                  </a:cubicBezTo>
                  <a:cubicBezTo>
                    <a:pt x="2959193" y="790011"/>
                    <a:pt x="2959012" y="789104"/>
                    <a:pt x="2958649" y="788378"/>
                  </a:cubicBezTo>
                  <a:lnTo>
                    <a:pt x="2960826" y="788378"/>
                  </a:lnTo>
                  <a:cubicBezTo>
                    <a:pt x="2962277" y="788378"/>
                    <a:pt x="2963002" y="787834"/>
                    <a:pt x="2963002" y="786746"/>
                  </a:cubicBezTo>
                  <a:lnTo>
                    <a:pt x="2963002" y="786202"/>
                  </a:lnTo>
                  <a:lnTo>
                    <a:pt x="2961914" y="784025"/>
                  </a:lnTo>
                  <a:cubicBezTo>
                    <a:pt x="2961551" y="782937"/>
                    <a:pt x="2961370" y="782211"/>
                    <a:pt x="2961370" y="781849"/>
                  </a:cubicBezTo>
                  <a:cubicBezTo>
                    <a:pt x="2962095" y="782574"/>
                    <a:pt x="2962821" y="782937"/>
                    <a:pt x="2963546" y="782937"/>
                  </a:cubicBezTo>
                  <a:lnTo>
                    <a:pt x="2968444" y="782937"/>
                  </a:lnTo>
                  <a:cubicBezTo>
                    <a:pt x="2967718" y="781849"/>
                    <a:pt x="2967356" y="780760"/>
                    <a:pt x="2967356" y="779672"/>
                  </a:cubicBezTo>
                  <a:cubicBezTo>
                    <a:pt x="2967356" y="777858"/>
                    <a:pt x="2967900" y="775863"/>
                    <a:pt x="2968988" y="773686"/>
                  </a:cubicBezTo>
                  <a:lnTo>
                    <a:pt x="2971709" y="769333"/>
                  </a:lnTo>
                  <a:cubicBezTo>
                    <a:pt x="2973160" y="767519"/>
                    <a:pt x="2974067" y="766068"/>
                    <a:pt x="2974430" y="764980"/>
                  </a:cubicBezTo>
                  <a:lnTo>
                    <a:pt x="2974430" y="764436"/>
                  </a:lnTo>
                  <a:cubicBezTo>
                    <a:pt x="2974430" y="764073"/>
                    <a:pt x="2973885" y="763529"/>
                    <a:pt x="2972797" y="762803"/>
                  </a:cubicBezTo>
                  <a:lnTo>
                    <a:pt x="2970620" y="762259"/>
                  </a:lnTo>
                  <a:lnTo>
                    <a:pt x="2969532" y="761715"/>
                  </a:lnTo>
                  <a:cubicBezTo>
                    <a:pt x="2972434" y="761352"/>
                    <a:pt x="2974067" y="760082"/>
                    <a:pt x="2974430" y="757906"/>
                  </a:cubicBezTo>
                  <a:lnTo>
                    <a:pt x="2975518" y="755185"/>
                  </a:lnTo>
                  <a:cubicBezTo>
                    <a:pt x="2975880" y="754460"/>
                    <a:pt x="2976425" y="753915"/>
                    <a:pt x="2977150" y="753553"/>
                  </a:cubicBezTo>
                  <a:cubicBezTo>
                    <a:pt x="2976425" y="752464"/>
                    <a:pt x="2976062" y="751195"/>
                    <a:pt x="2976062" y="749744"/>
                  </a:cubicBezTo>
                  <a:lnTo>
                    <a:pt x="2976062" y="748111"/>
                  </a:lnTo>
                  <a:lnTo>
                    <a:pt x="2977150" y="745935"/>
                  </a:lnTo>
                  <a:cubicBezTo>
                    <a:pt x="2977150" y="744846"/>
                    <a:pt x="2976788" y="743758"/>
                    <a:pt x="2976062" y="742670"/>
                  </a:cubicBezTo>
                  <a:cubicBezTo>
                    <a:pt x="2977150" y="743395"/>
                    <a:pt x="2978238" y="743758"/>
                    <a:pt x="2979327" y="743758"/>
                  </a:cubicBezTo>
                  <a:cubicBezTo>
                    <a:pt x="2981504" y="743758"/>
                    <a:pt x="2983499" y="742125"/>
                    <a:pt x="2985312" y="738861"/>
                  </a:cubicBezTo>
                  <a:lnTo>
                    <a:pt x="2986945" y="735596"/>
                  </a:lnTo>
                  <a:lnTo>
                    <a:pt x="2989122" y="732331"/>
                  </a:lnTo>
                  <a:cubicBezTo>
                    <a:pt x="2990573" y="730154"/>
                    <a:pt x="2992024" y="728703"/>
                    <a:pt x="2993475" y="727977"/>
                  </a:cubicBezTo>
                  <a:cubicBezTo>
                    <a:pt x="2993475" y="727615"/>
                    <a:pt x="2993294" y="727252"/>
                    <a:pt x="2992931" y="726889"/>
                  </a:cubicBezTo>
                  <a:lnTo>
                    <a:pt x="2991298" y="726345"/>
                  </a:lnTo>
                  <a:cubicBezTo>
                    <a:pt x="2989847" y="725982"/>
                    <a:pt x="2988940" y="725438"/>
                    <a:pt x="2988578" y="724713"/>
                  </a:cubicBezTo>
                  <a:cubicBezTo>
                    <a:pt x="2992568" y="721810"/>
                    <a:pt x="2995107" y="719452"/>
                    <a:pt x="2996196" y="717639"/>
                  </a:cubicBezTo>
                  <a:close/>
                  <a:moveTo>
                    <a:pt x="2186571" y="717639"/>
                  </a:moveTo>
                  <a:cubicBezTo>
                    <a:pt x="2187659" y="719090"/>
                    <a:pt x="2188203" y="720903"/>
                    <a:pt x="2188203" y="723080"/>
                  </a:cubicBezTo>
                  <a:cubicBezTo>
                    <a:pt x="2188203" y="726345"/>
                    <a:pt x="2186933" y="729973"/>
                    <a:pt x="2184394" y="733963"/>
                  </a:cubicBezTo>
                  <a:lnTo>
                    <a:pt x="2181673" y="738316"/>
                  </a:lnTo>
                  <a:lnTo>
                    <a:pt x="2178952" y="743214"/>
                  </a:lnTo>
                  <a:cubicBezTo>
                    <a:pt x="2177864" y="745390"/>
                    <a:pt x="2177320" y="747567"/>
                    <a:pt x="2177320" y="749744"/>
                  </a:cubicBezTo>
                  <a:cubicBezTo>
                    <a:pt x="2177320" y="751195"/>
                    <a:pt x="2177501" y="752464"/>
                    <a:pt x="2177864" y="753553"/>
                  </a:cubicBezTo>
                  <a:cubicBezTo>
                    <a:pt x="2174962" y="755366"/>
                    <a:pt x="2172604" y="758269"/>
                    <a:pt x="2170790" y="762259"/>
                  </a:cubicBezTo>
                  <a:cubicBezTo>
                    <a:pt x="2169339" y="764798"/>
                    <a:pt x="2168614" y="767156"/>
                    <a:pt x="2168614" y="769333"/>
                  </a:cubicBezTo>
                  <a:cubicBezTo>
                    <a:pt x="2168614" y="770421"/>
                    <a:pt x="2168795" y="771328"/>
                    <a:pt x="2169158" y="772054"/>
                  </a:cubicBezTo>
                  <a:cubicBezTo>
                    <a:pt x="2168069" y="772417"/>
                    <a:pt x="2166981" y="773142"/>
                    <a:pt x="2165893" y="774230"/>
                  </a:cubicBezTo>
                  <a:lnTo>
                    <a:pt x="2164260" y="776407"/>
                  </a:lnTo>
                  <a:lnTo>
                    <a:pt x="2163172" y="778039"/>
                  </a:lnTo>
                  <a:lnTo>
                    <a:pt x="2162084" y="777495"/>
                  </a:lnTo>
                  <a:cubicBezTo>
                    <a:pt x="2161721" y="784025"/>
                    <a:pt x="2159363" y="792006"/>
                    <a:pt x="2155010" y="801438"/>
                  </a:cubicBezTo>
                  <a:cubicBezTo>
                    <a:pt x="2153196" y="805066"/>
                    <a:pt x="2151201" y="808875"/>
                    <a:pt x="2149024" y="812865"/>
                  </a:cubicBezTo>
                  <a:cubicBezTo>
                    <a:pt x="2147573" y="815767"/>
                    <a:pt x="2145940" y="818488"/>
                    <a:pt x="2144127" y="821028"/>
                  </a:cubicBezTo>
                  <a:lnTo>
                    <a:pt x="2144127" y="824292"/>
                  </a:lnTo>
                  <a:cubicBezTo>
                    <a:pt x="2141224" y="823930"/>
                    <a:pt x="2138504" y="823567"/>
                    <a:pt x="2135964" y="823204"/>
                  </a:cubicBezTo>
                  <a:cubicBezTo>
                    <a:pt x="2135239" y="823567"/>
                    <a:pt x="2134876" y="824111"/>
                    <a:pt x="2134876" y="824837"/>
                  </a:cubicBezTo>
                  <a:lnTo>
                    <a:pt x="2134332" y="825925"/>
                  </a:lnTo>
                  <a:lnTo>
                    <a:pt x="2133788" y="826469"/>
                  </a:lnTo>
                  <a:lnTo>
                    <a:pt x="2134876" y="822660"/>
                  </a:lnTo>
                  <a:lnTo>
                    <a:pt x="2135420" y="819395"/>
                  </a:lnTo>
                  <a:cubicBezTo>
                    <a:pt x="2136146" y="819395"/>
                    <a:pt x="2136690" y="819577"/>
                    <a:pt x="2137053" y="819939"/>
                  </a:cubicBezTo>
                  <a:lnTo>
                    <a:pt x="2138141" y="821028"/>
                  </a:lnTo>
                  <a:lnTo>
                    <a:pt x="2139774" y="820483"/>
                  </a:lnTo>
                  <a:cubicBezTo>
                    <a:pt x="2140136" y="817944"/>
                    <a:pt x="2140862" y="815223"/>
                    <a:pt x="2141950" y="812321"/>
                  </a:cubicBezTo>
                  <a:lnTo>
                    <a:pt x="2145759" y="803615"/>
                  </a:lnTo>
                  <a:cubicBezTo>
                    <a:pt x="2148298" y="798536"/>
                    <a:pt x="2149568" y="794364"/>
                    <a:pt x="2149568" y="791099"/>
                  </a:cubicBezTo>
                  <a:cubicBezTo>
                    <a:pt x="2149568" y="790011"/>
                    <a:pt x="2149387" y="789104"/>
                    <a:pt x="2149024" y="788378"/>
                  </a:cubicBezTo>
                  <a:lnTo>
                    <a:pt x="2151201" y="788378"/>
                  </a:lnTo>
                  <a:cubicBezTo>
                    <a:pt x="2152652" y="788378"/>
                    <a:pt x="2153377" y="787834"/>
                    <a:pt x="2153377" y="786746"/>
                  </a:cubicBezTo>
                  <a:lnTo>
                    <a:pt x="2153377" y="786202"/>
                  </a:lnTo>
                  <a:lnTo>
                    <a:pt x="2152289" y="784025"/>
                  </a:lnTo>
                  <a:cubicBezTo>
                    <a:pt x="2151926" y="782937"/>
                    <a:pt x="2151745" y="782211"/>
                    <a:pt x="2151745" y="781849"/>
                  </a:cubicBezTo>
                  <a:cubicBezTo>
                    <a:pt x="2152470" y="782574"/>
                    <a:pt x="2153196" y="782937"/>
                    <a:pt x="2153921" y="782937"/>
                  </a:cubicBezTo>
                  <a:lnTo>
                    <a:pt x="2158819" y="782937"/>
                  </a:lnTo>
                  <a:cubicBezTo>
                    <a:pt x="2158093" y="781849"/>
                    <a:pt x="2157730" y="780760"/>
                    <a:pt x="2157730" y="779672"/>
                  </a:cubicBezTo>
                  <a:cubicBezTo>
                    <a:pt x="2157730" y="777858"/>
                    <a:pt x="2158275" y="775863"/>
                    <a:pt x="2159363" y="773686"/>
                  </a:cubicBezTo>
                  <a:lnTo>
                    <a:pt x="2162084" y="769333"/>
                  </a:lnTo>
                  <a:cubicBezTo>
                    <a:pt x="2163535" y="767519"/>
                    <a:pt x="2164442" y="766068"/>
                    <a:pt x="2164804" y="764980"/>
                  </a:cubicBezTo>
                  <a:lnTo>
                    <a:pt x="2164804" y="764436"/>
                  </a:lnTo>
                  <a:cubicBezTo>
                    <a:pt x="2164804" y="764073"/>
                    <a:pt x="2164260" y="763529"/>
                    <a:pt x="2163172" y="762803"/>
                  </a:cubicBezTo>
                  <a:lnTo>
                    <a:pt x="2160995" y="762259"/>
                  </a:lnTo>
                  <a:lnTo>
                    <a:pt x="2159907" y="761715"/>
                  </a:lnTo>
                  <a:cubicBezTo>
                    <a:pt x="2162809" y="761352"/>
                    <a:pt x="2164442" y="760082"/>
                    <a:pt x="2164804" y="757906"/>
                  </a:cubicBezTo>
                  <a:lnTo>
                    <a:pt x="2165893" y="755185"/>
                  </a:lnTo>
                  <a:cubicBezTo>
                    <a:pt x="2166256" y="754460"/>
                    <a:pt x="2166800" y="753915"/>
                    <a:pt x="2167525" y="753553"/>
                  </a:cubicBezTo>
                  <a:cubicBezTo>
                    <a:pt x="2166800" y="752464"/>
                    <a:pt x="2166437" y="751195"/>
                    <a:pt x="2166437" y="749744"/>
                  </a:cubicBezTo>
                  <a:lnTo>
                    <a:pt x="2166437" y="748111"/>
                  </a:lnTo>
                  <a:lnTo>
                    <a:pt x="2167525" y="745935"/>
                  </a:lnTo>
                  <a:cubicBezTo>
                    <a:pt x="2167525" y="744846"/>
                    <a:pt x="2167162" y="743758"/>
                    <a:pt x="2166437" y="742670"/>
                  </a:cubicBezTo>
                  <a:cubicBezTo>
                    <a:pt x="2167525" y="743395"/>
                    <a:pt x="2168614" y="743758"/>
                    <a:pt x="2169702" y="743758"/>
                  </a:cubicBezTo>
                  <a:cubicBezTo>
                    <a:pt x="2171878" y="743758"/>
                    <a:pt x="2173874" y="742125"/>
                    <a:pt x="2175688" y="738861"/>
                  </a:cubicBezTo>
                  <a:lnTo>
                    <a:pt x="2177320" y="735596"/>
                  </a:lnTo>
                  <a:lnTo>
                    <a:pt x="2179497" y="732331"/>
                  </a:lnTo>
                  <a:cubicBezTo>
                    <a:pt x="2180948" y="730154"/>
                    <a:pt x="2182399" y="728703"/>
                    <a:pt x="2183850" y="727977"/>
                  </a:cubicBezTo>
                  <a:cubicBezTo>
                    <a:pt x="2183850" y="727615"/>
                    <a:pt x="2183668" y="727252"/>
                    <a:pt x="2183306" y="726889"/>
                  </a:cubicBezTo>
                  <a:lnTo>
                    <a:pt x="2181673" y="726345"/>
                  </a:lnTo>
                  <a:cubicBezTo>
                    <a:pt x="2180222" y="725982"/>
                    <a:pt x="2179315" y="725438"/>
                    <a:pt x="2178952" y="724713"/>
                  </a:cubicBezTo>
                  <a:cubicBezTo>
                    <a:pt x="2182943" y="721810"/>
                    <a:pt x="2185482" y="719452"/>
                    <a:pt x="2186571" y="717639"/>
                  </a:cubicBezTo>
                  <a:close/>
                  <a:moveTo>
                    <a:pt x="3001093" y="710565"/>
                  </a:moveTo>
                  <a:lnTo>
                    <a:pt x="3002181" y="710565"/>
                  </a:lnTo>
                  <a:cubicBezTo>
                    <a:pt x="3003270" y="712378"/>
                    <a:pt x="3004176" y="713467"/>
                    <a:pt x="3004902" y="713829"/>
                  </a:cubicBezTo>
                  <a:cubicBezTo>
                    <a:pt x="3003814" y="714918"/>
                    <a:pt x="3002726" y="715462"/>
                    <a:pt x="3001637" y="715462"/>
                  </a:cubicBezTo>
                  <a:cubicBezTo>
                    <a:pt x="3000549" y="715462"/>
                    <a:pt x="2999279" y="715099"/>
                    <a:pt x="2997828" y="714374"/>
                  </a:cubicBezTo>
                  <a:cubicBezTo>
                    <a:pt x="2997828" y="712923"/>
                    <a:pt x="2998372" y="712016"/>
                    <a:pt x="2999460" y="711653"/>
                  </a:cubicBezTo>
                  <a:lnTo>
                    <a:pt x="3000549" y="711653"/>
                  </a:lnTo>
                  <a:cubicBezTo>
                    <a:pt x="3000912" y="711290"/>
                    <a:pt x="3001093" y="710927"/>
                    <a:pt x="3001093" y="710565"/>
                  </a:cubicBezTo>
                  <a:close/>
                  <a:moveTo>
                    <a:pt x="2191468" y="710565"/>
                  </a:moveTo>
                  <a:lnTo>
                    <a:pt x="2192556" y="710565"/>
                  </a:lnTo>
                  <a:cubicBezTo>
                    <a:pt x="2193644" y="712378"/>
                    <a:pt x="2194552" y="713467"/>
                    <a:pt x="2195277" y="713829"/>
                  </a:cubicBezTo>
                  <a:cubicBezTo>
                    <a:pt x="2194189" y="714918"/>
                    <a:pt x="2193100" y="715462"/>
                    <a:pt x="2192012" y="715462"/>
                  </a:cubicBezTo>
                  <a:cubicBezTo>
                    <a:pt x="2190924" y="715462"/>
                    <a:pt x="2189654" y="715099"/>
                    <a:pt x="2188203" y="714374"/>
                  </a:cubicBezTo>
                  <a:cubicBezTo>
                    <a:pt x="2188203" y="712923"/>
                    <a:pt x="2188747" y="712016"/>
                    <a:pt x="2189836" y="711653"/>
                  </a:cubicBezTo>
                  <a:lnTo>
                    <a:pt x="2190924" y="711653"/>
                  </a:lnTo>
                  <a:cubicBezTo>
                    <a:pt x="2191286" y="711290"/>
                    <a:pt x="2191468" y="710927"/>
                    <a:pt x="2191468" y="710565"/>
                  </a:cubicBezTo>
                  <a:close/>
                  <a:moveTo>
                    <a:pt x="3003270" y="697505"/>
                  </a:moveTo>
                  <a:lnTo>
                    <a:pt x="3005446" y="698049"/>
                  </a:lnTo>
                  <a:cubicBezTo>
                    <a:pt x="3006534" y="698049"/>
                    <a:pt x="3007260" y="697868"/>
                    <a:pt x="3007623" y="697505"/>
                  </a:cubicBezTo>
                  <a:cubicBezTo>
                    <a:pt x="3006897" y="698956"/>
                    <a:pt x="3006353" y="700951"/>
                    <a:pt x="3005990" y="703491"/>
                  </a:cubicBezTo>
                  <a:lnTo>
                    <a:pt x="3005446" y="707300"/>
                  </a:lnTo>
                  <a:lnTo>
                    <a:pt x="3004358" y="711109"/>
                  </a:lnTo>
                  <a:lnTo>
                    <a:pt x="3002181" y="710565"/>
                  </a:lnTo>
                  <a:cubicBezTo>
                    <a:pt x="3001818" y="709476"/>
                    <a:pt x="3001637" y="708388"/>
                    <a:pt x="3001637" y="707300"/>
                  </a:cubicBezTo>
                  <a:cubicBezTo>
                    <a:pt x="3001637" y="706211"/>
                    <a:pt x="3001818" y="705123"/>
                    <a:pt x="3002181" y="704035"/>
                  </a:cubicBezTo>
                  <a:lnTo>
                    <a:pt x="3003270" y="700770"/>
                  </a:lnTo>
                  <a:cubicBezTo>
                    <a:pt x="3003632" y="700044"/>
                    <a:pt x="3003814" y="699500"/>
                    <a:pt x="3003814" y="699137"/>
                  </a:cubicBezTo>
                  <a:cubicBezTo>
                    <a:pt x="3003814" y="698412"/>
                    <a:pt x="3003632" y="697868"/>
                    <a:pt x="3003270" y="697505"/>
                  </a:cubicBezTo>
                  <a:close/>
                  <a:moveTo>
                    <a:pt x="2193644" y="697505"/>
                  </a:moveTo>
                  <a:lnTo>
                    <a:pt x="2195821" y="698049"/>
                  </a:lnTo>
                  <a:cubicBezTo>
                    <a:pt x="2196910" y="698049"/>
                    <a:pt x="2197635" y="697868"/>
                    <a:pt x="2197998" y="697505"/>
                  </a:cubicBezTo>
                  <a:cubicBezTo>
                    <a:pt x="2197272" y="698956"/>
                    <a:pt x="2196728" y="700951"/>
                    <a:pt x="2196365" y="703491"/>
                  </a:cubicBezTo>
                  <a:lnTo>
                    <a:pt x="2195821" y="707300"/>
                  </a:lnTo>
                  <a:lnTo>
                    <a:pt x="2194733" y="711109"/>
                  </a:lnTo>
                  <a:lnTo>
                    <a:pt x="2192556" y="710565"/>
                  </a:lnTo>
                  <a:cubicBezTo>
                    <a:pt x="2192194" y="709476"/>
                    <a:pt x="2192012" y="708388"/>
                    <a:pt x="2192012" y="707300"/>
                  </a:cubicBezTo>
                  <a:cubicBezTo>
                    <a:pt x="2192012" y="706211"/>
                    <a:pt x="2192194" y="705123"/>
                    <a:pt x="2192556" y="704035"/>
                  </a:cubicBezTo>
                  <a:lnTo>
                    <a:pt x="2193644" y="700770"/>
                  </a:lnTo>
                  <a:cubicBezTo>
                    <a:pt x="2194007" y="700044"/>
                    <a:pt x="2194189" y="699500"/>
                    <a:pt x="2194189" y="699137"/>
                  </a:cubicBezTo>
                  <a:cubicBezTo>
                    <a:pt x="2194189" y="698412"/>
                    <a:pt x="2194007" y="697868"/>
                    <a:pt x="2193644" y="697505"/>
                  </a:cubicBezTo>
                  <a:close/>
                  <a:moveTo>
                    <a:pt x="3009255" y="691519"/>
                  </a:moveTo>
                  <a:cubicBezTo>
                    <a:pt x="3009618" y="691882"/>
                    <a:pt x="3009800" y="692245"/>
                    <a:pt x="3009800" y="692608"/>
                  </a:cubicBezTo>
                  <a:lnTo>
                    <a:pt x="3009800" y="693152"/>
                  </a:lnTo>
                  <a:lnTo>
                    <a:pt x="3009255" y="693696"/>
                  </a:lnTo>
                  <a:lnTo>
                    <a:pt x="3008711" y="693696"/>
                  </a:lnTo>
                  <a:lnTo>
                    <a:pt x="3008167" y="692608"/>
                  </a:lnTo>
                  <a:lnTo>
                    <a:pt x="3006534" y="692063"/>
                  </a:lnTo>
                  <a:cubicBezTo>
                    <a:pt x="3007260" y="691701"/>
                    <a:pt x="3008167" y="691519"/>
                    <a:pt x="3009255" y="691519"/>
                  </a:cubicBezTo>
                  <a:close/>
                  <a:moveTo>
                    <a:pt x="2199630" y="691519"/>
                  </a:moveTo>
                  <a:cubicBezTo>
                    <a:pt x="2199993" y="691882"/>
                    <a:pt x="2200174" y="692245"/>
                    <a:pt x="2200174" y="692608"/>
                  </a:cubicBezTo>
                  <a:lnTo>
                    <a:pt x="2200174" y="693152"/>
                  </a:lnTo>
                  <a:lnTo>
                    <a:pt x="2199630" y="693696"/>
                  </a:lnTo>
                  <a:lnTo>
                    <a:pt x="2199086" y="693696"/>
                  </a:lnTo>
                  <a:lnTo>
                    <a:pt x="2198542" y="692608"/>
                  </a:lnTo>
                  <a:lnTo>
                    <a:pt x="2196910" y="692063"/>
                  </a:lnTo>
                  <a:cubicBezTo>
                    <a:pt x="2197635" y="691701"/>
                    <a:pt x="2198542" y="691519"/>
                    <a:pt x="2199630" y="691519"/>
                  </a:cubicBezTo>
                  <a:close/>
                  <a:moveTo>
                    <a:pt x="3023403" y="665944"/>
                  </a:moveTo>
                  <a:cubicBezTo>
                    <a:pt x="3024129" y="666307"/>
                    <a:pt x="3024492" y="666670"/>
                    <a:pt x="3024492" y="667032"/>
                  </a:cubicBezTo>
                  <a:cubicBezTo>
                    <a:pt x="3024128" y="667395"/>
                    <a:pt x="3023766" y="667577"/>
                    <a:pt x="3023403" y="667577"/>
                  </a:cubicBezTo>
                  <a:lnTo>
                    <a:pt x="3022859" y="667032"/>
                  </a:lnTo>
                  <a:lnTo>
                    <a:pt x="3022315" y="666488"/>
                  </a:lnTo>
                  <a:cubicBezTo>
                    <a:pt x="3022315" y="666125"/>
                    <a:pt x="3022678" y="665944"/>
                    <a:pt x="3023403" y="665944"/>
                  </a:cubicBezTo>
                  <a:close/>
                  <a:moveTo>
                    <a:pt x="2213778" y="665944"/>
                  </a:moveTo>
                  <a:cubicBezTo>
                    <a:pt x="2214504" y="666307"/>
                    <a:pt x="2214866" y="666670"/>
                    <a:pt x="2214866" y="667032"/>
                  </a:cubicBezTo>
                  <a:cubicBezTo>
                    <a:pt x="2214504" y="667395"/>
                    <a:pt x="2214141" y="667577"/>
                    <a:pt x="2213778" y="667577"/>
                  </a:cubicBezTo>
                  <a:lnTo>
                    <a:pt x="2213234" y="667032"/>
                  </a:lnTo>
                  <a:lnTo>
                    <a:pt x="2212690" y="666488"/>
                  </a:lnTo>
                  <a:cubicBezTo>
                    <a:pt x="2212690" y="666125"/>
                    <a:pt x="2213053" y="665944"/>
                    <a:pt x="2213778" y="665944"/>
                  </a:cubicBezTo>
                  <a:close/>
                  <a:moveTo>
                    <a:pt x="1383954" y="585409"/>
                  </a:moveTo>
                  <a:cubicBezTo>
                    <a:pt x="1375974" y="585409"/>
                    <a:pt x="1368174" y="586135"/>
                    <a:pt x="1360556" y="587586"/>
                  </a:cubicBezTo>
                  <a:cubicBezTo>
                    <a:pt x="1350761" y="589037"/>
                    <a:pt x="1340785" y="591758"/>
                    <a:pt x="1330628" y="595748"/>
                  </a:cubicBezTo>
                  <a:cubicBezTo>
                    <a:pt x="1313577" y="602641"/>
                    <a:pt x="1296527" y="612798"/>
                    <a:pt x="1279477" y="626221"/>
                  </a:cubicBezTo>
                  <a:cubicBezTo>
                    <a:pt x="1265329" y="637467"/>
                    <a:pt x="1251544" y="650708"/>
                    <a:pt x="1238122" y="665944"/>
                  </a:cubicBezTo>
                  <a:lnTo>
                    <a:pt x="1219620" y="687710"/>
                  </a:lnTo>
                  <a:cubicBezTo>
                    <a:pt x="1217081" y="690612"/>
                    <a:pt x="1213997" y="694240"/>
                    <a:pt x="1210370" y="698593"/>
                  </a:cubicBezTo>
                  <a:lnTo>
                    <a:pt x="1202207" y="710565"/>
                  </a:lnTo>
                  <a:cubicBezTo>
                    <a:pt x="1114780" y="811414"/>
                    <a:pt x="1052203" y="935118"/>
                    <a:pt x="1014475" y="1081677"/>
                  </a:cubicBezTo>
                  <a:cubicBezTo>
                    <a:pt x="1011935" y="1083853"/>
                    <a:pt x="1010122" y="1088025"/>
                    <a:pt x="1009033" y="1094192"/>
                  </a:cubicBezTo>
                  <a:lnTo>
                    <a:pt x="1007401" y="1101810"/>
                  </a:lnTo>
                  <a:cubicBezTo>
                    <a:pt x="1006675" y="1104350"/>
                    <a:pt x="1005768" y="1106345"/>
                    <a:pt x="1004680" y="1107796"/>
                  </a:cubicBezTo>
                  <a:lnTo>
                    <a:pt x="1004136" y="1109429"/>
                  </a:lnTo>
                  <a:lnTo>
                    <a:pt x="1003592" y="1112693"/>
                  </a:lnTo>
                  <a:cubicBezTo>
                    <a:pt x="1003592" y="1113056"/>
                    <a:pt x="1003773" y="1113238"/>
                    <a:pt x="1004136" y="1113238"/>
                  </a:cubicBezTo>
                  <a:lnTo>
                    <a:pt x="1005224" y="1113238"/>
                  </a:lnTo>
                  <a:cubicBezTo>
                    <a:pt x="1005950" y="1113600"/>
                    <a:pt x="1006312" y="1114507"/>
                    <a:pt x="1006312" y="1115958"/>
                  </a:cubicBezTo>
                  <a:lnTo>
                    <a:pt x="1006312" y="1118135"/>
                  </a:lnTo>
                  <a:cubicBezTo>
                    <a:pt x="1004861" y="1119586"/>
                    <a:pt x="1003229" y="1121037"/>
                    <a:pt x="1001415" y="1122488"/>
                  </a:cubicBezTo>
                  <a:lnTo>
                    <a:pt x="992709" y="1159491"/>
                  </a:lnTo>
                  <a:lnTo>
                    <a:pt x="991620" y="1165476"/>
                  </a:lnTo>
                  <a:lnTo>
                    <a:pt x="992165" y="1164932"/>
                  </a:lnTo>
                  <a:lnTo>
                    <a:pt x="991620" y="1166565"/>
                  </a:lnTo>
                  <a:lnTo>
                    <a:pt x="988900" y="1184522"/>
                  </a:lnTo>
                  <a:cubicBezTo>
                    <a:pt x="988174" y="1188512"/>
                    <a:pt x="986904" y="1193772"/>
                    <a:pt x="985091" y="1200302"/>
                  </a:cubicBezTo>
                  <a:lnTo>
                    <a:pt x="984546" y="1206832"/>
                  </a:lnTo>
                  <a:lnTo>
                    <a:pt x="984002" y="1210097"/>
                  </a:lnTo>
                  <a:lnTo>
                    <a:pt x="984546" y="1209553"/>
                  </a:lnTo>
                  <a:lnTo>
                    <a:pt x="979041" y="1256110"/>
                  </a:lnTo>
                  <a:lnTo>
                    <a:pt x="978561" y="1256350"/>
                  </a:lnTo>
                  <a:lnTo>
                    <a:pt x="978561" y="1260170"/>
                  </a:lnTo>
                  <a:lnTo>
                    <a:pt x="976822" y="1274878"/>
                  </a:lnTo>
                  <a:lnTo>
                    <a:pt x="974752" y="1275395"/>
                  </a:lnTo>
                  <a:lnTo>
                    <a:pt x="976046" y="1281437"/>
                  </a:lnTo>
                  <a:lnTo>
                    <a:pt x="965501" y="1370622"/>
                  </a:lnTo>
                  <a:lnTo>
                    <a:pt x="965501" y="1384226"/>
                  </a:lnTo>
                  <a:cubicBezTo>
                    <a:pt x="966952" y="1381324"/>
                    <a:pt x="968040" y="1373343"/>
                    <a:pt x="968766" y="1360283"/>
                  </a:cubicBezTo>
                  <a:lnTo>
                    <a:pt x="968766" y="1352121"/>
                  </a:lnTo>
                  <a:lnTo>
                    <a:pt x="969310" y="1343958"/>
                  </a:lnTo>
                  <a:cubicBezTo>
                    <a:pt x="969673" y="1338154"/>
                    <a:pt x="970217" y="1333620"/>
                    <a:pt x="970943" y="1330355"/>
                  </a:cubicBezTo>
                  <a:cubicBezTo>
                    <a:pt x="971668" y="1332894"/>
                    <a:pt x="972031" y="1337066"/>
                    <a:pt x="972031" y="1342870"/>
                  </a:cubicBezTo>
                  <a:cubicBezTo>
                    <a:pt x="972031" y="1346861"/>
                    <a:pt x="971850" y="1351577"/>
                    <a:pt x="971487" y="1357018"/>
                  </a:cubicBezTo>
                  <a:cubicBezTo>
                    <a:pt x="971124" y="1363548"/>
                    <a:pt x="970943" y="1368808"/>
                    <a:pt x="970943" y="1372799"/>
                  </a:cubicBezTo>
                  <a:cubicBezTo>
                    <a:pt x="971305" y="1378966"/>
                    <a:pt x="972031" y="1384589"/>
                    <a:pt x="973119" y="1389667"/>
                  </a:cubicBezTo>
                  <a:lnTo>
                    <a:pt x="974207" y="1366813"/>
                  </a:lnTo>
                  <a:lnTo>
                    <a:pt x="975840" y="1344503"/>
                  </a:lnTo>
                  <a:cubicBezTo>
                    <a:pt x="976928" y="1326364"/>
                    <a:pt x="977472" y="1310402"/>
                    <a:pt x="977472" y="1296617"/>
                  </a:cubicBezTo>
                  <a:lnTo>
                    <a:pt x="982914" y="1292264"/>
                  </a:lnTo>
                  <a:cubicBezTo>
                    <a:pt x="982914" y="1290087"/>
                    <a:pt x="982733" y="1288455"/>
                    <a:pt x="982370" y="1287367"/>
                  </a:cubicBezTo>
                  <a:cubicBezTo>
                    <a:pt x="982007" y="1286641"/>
                    <a:pt x="981463" y="1286097"/>
                    <a:pt x="980737" y="1285734"/>
                  </a:cubicBezTo>
                  <a:cubicBezTo>
                    <a:pt x="979649" y="1285009"/>
                    <a:pt x="979105" y="1283376"/>
                    <a:pt x="979105" y="1280837"/>
                  </a:cubicBezTo>
                  <a:cubicBezTo>
                    <a:pt x="981281" y="1276121"/>
                    <a:pt x="983095" y="1269410"/>
                    <a:pt x="984546" y="1260703"/>
                  </a:cubicBezTo>
                  <a:lnTo>
                    <a:pt x="986179" y="1249276"/>
                  </a:lnTo>
                  <a:lnTo>
                    <a:pt x="987811" y="1237305"/>
                  </a:lnTo>
                  <a:cubicBezTo>
                    <a:pt x="989444" y="1227510"/>
                    <a:pt x="991484" y="1219348"/>
                    <a:pt x="993933" y="1212818"/>
                  </a:cubicBezTo>
                  <a:lnTo>
                    <a:pt x="1000837" y="1200981"/>
                  </a:lnTo>
                  <a:lnTo>
                    <a:pt x="1000327" y="1203023"/>
                  </a:lnTo>
                  <a:lnTo>
                    <a:pt x="1000327" y="1203567"/>
                  </a:lnTo>
                  <a:cubicBezTo>
                    <a:pt x="1001052" y="1202842"/>
                    <a:pt x="1001778" y="1201935"/>
                    <a:pt x="1002503" y="1200846"/>
                  </a:cubicBezTo>
                  <a:lnTo>
                    <a:pt x="1003048" y="1198670"/>
                  </a:lnTo>
                  <a:lnTo>
                    <a:pt x="1003592" y="1197037"/>
                  </a:lnTo>
                  <a:cubicBezTo>
                    <a:pt x="1004317" y="1195949"/>
                    <a:pt x="1004861" y="1194316"/>
                    <a:pt x="1005224" y="1192140"/>
                  </a:cubicBezTo>
                  <a:lnTo>
                    <a:pt x="1006312" y="1187242"/>
                  </a:lnTo>
                  <a:cubicBezTo>
                    <a:pt x="1007038" y="1182526"/>
                    <a:pt x="1008489" y="1179806"/>
                    <a:pt x="1010666" y="1179080"/>
                  </a:cubicBezTo>
                  <a:lnTo>
                    <a:pt x="1009577" y="1185066"/>
                  </a:lnTo>
                  <a:lnTo>
                    <a:pt x="1009033" y="1191596"/>
                  </a:lnTo>
                  <a:lnTo>
                    <a:pt x="1006857" y="1205199"/>
                  </a:lnTo>
                  <a:cubicBezTo>
                    <a:pt x="1004680" y="1216445"/>
                    <a:pt x="1001959" y="1224970"/>
                    <a:pt x="998694" y="1230775"/>
                  </a:cubicBezTo>
                  <a:lnTo>
                    <a:pt x="998150" y="1219892"/>
                  </a:lnTo>
                  <a:cubicBezTo>
                    <a:pt x="997425" y="1222068"/>
                    <a:pt x="997062" y="1224426"/>
                    <a:pt x="997062" y="1226966"/>
                  </a:cubicBezTo>
                  <a:cubicBezTo>
                    <a:pt x="997062" y="1231682"/>
                    <a:pt x="998332" y="1236942"/>
                    <a:pt x="1000871" y="1242746"/>
                  </a:cubicBezTo>
                  <a:cubicBezTo>
                    <a:pt x="998694" y="1244923"/>
                    <a:pt x="996880" y="1248732"/>
                    <a:pt x="995429" y="1254173"/>
                  </a:cubicBezTo>
                  <a:lnTo>
                    <a:pt x="994341" y="1259615"/>
                  </a:lnTo>
                  <a:cubicBezTo>
                    <a:pt x="993616" y="1261791"/>
                    <a:pt x="992890" y="1263424"/>
                    <a:pt x="992165" y="1264512"/>
                  </a:cubicBezTo>
                  <a:cubicBezTo>
                    <a:pt x="991802" y="1272856"/>
                    <a:pt x="991258" y="1282469"/>
                    <a:pt x="990532" y="1293352"/>
                  </a:cubicBezTo>
                  <a:lnTo>
                    <a:pt x="989444" y="1306956"/>
                  </a:lnTo>
                  <a:lnTo>
                    <a:pt x="988355" y="1320016"/>
                  </a:lnTo>
                  <a:cubicBezTo>
                    <a:pt x="986542" y="1340331"/>
                    <a:pt x="985453" y="1356655"/>
                    <a:pt x="985091" y="1368989"/>
                  </a:cubicBezTo>
                  <a:lnTo>
                    <a:pt x="985091" y="1377152"/>
                  </a:lnTo>
                  <a:cubicBezTo>
                    <a:pt x="985091" y="1411615"/>
                    <a:pt x="989262" y="1441180"/>
                    <a:pt x="997606" y="1465849"/>
                  </a:cubicBezTo>
                  <a:lnTo>
                    <a:pt x="997606" y="1469114"/>
                  </a:lnTo>
                  <a:cubicBezTo>
                    <a:pt x="997606" y="1473104"/>
                    <a:pt x="998150" y="1476913"/>
                    <a:pt x="999238" y="1480541"/>
                  </a:cubicBezTo>
                  <a:cubicBezTo>
                    <a:pt x="999964" y="1483443"/>
                    <a:pt x="1000871" y="1485982"/>
                    <a:pt x="1001959" y="1488159"/>
                  </a:cubicBezTo>
                  <a:cubicBezTo>
                    <a:pt x="1003048" y="1490336"/>
                    <a:pt x="1004499" y="1492331"/>
                    <a:pt x="1006312" y="1494145"/>
                  </a:cubicBezTo>
                  <a:cubicBezTo>
                    <a:pt x="1022637" y="1534775"/>
                    <a:pt x="1045854" y="1563615"/>
                    <a:pt x="1075964" y="1580665"/>
                  </a:cubicBezTo>
                  <a:cubicBezTo>
                    <a:pt x="1082131" y="1584293"/>
                    <a:pt x="1090475" y="1587739"/>
                    <a:pt x="1100995" y="1591004"/>
                  </a:cubicBezTo>
                  <a:lnTo>
                    <a:pt x="1106981" y="1592092"/>
                  </a:lnTo>
                  <a:lnTo>
                    <a:pt x="1114055" y="1593180"/>
                  </a:lnTo>
                  <a:lnTo>
                    <a:pt x="1120585" y="1593725"/>
                  </a:lnTo>
                  <a:lnTo>
                    <a:pt x="1127114" y="1593180"/>
                  </a:lnTo>
                  <a:lnTo>
                    <a:pt x="1134188" y="1593180"/>
                  </a:lnTo>
                  <a:lnTo>
                    <a:pt x="1141262" y="1591548"/>
                  </a:lnTo>
                  <a:lnTo>
                    <a:pt x="1145071" y="1591004"/>
                  </a:lnTo>
                  <a:lnTo>
                    <a:pt x="1148336" y="1590460"/>
                  </a:lnTo>
                  <a:lnTo>
                    <a:pt x="1155954" y="1588283"/>
                  </a:lnTo>
                  <a:cubicBezTo>
                    <a:pt x="1164298" y="1586106"/>
                    <a:pt x="1173730" y="1582479"/>
                    <a:pt x="1184250" y="1577400"/>
                  </a:cubicBezTo>
                  <a:lnTo>
                    <a:pt x="1188604" y="1579032"/>
                  </a:lnTo>
                  <a:cubicBezTo>
                    <a:pt x="1199849" y="1571052"/>
                    <a:pt x="1212546" y="1562708"/>
                    <a:pt x="1226694" y="1554001"/>
                  </a:cubicBezTo>
                  <a:lnTo>
                    <a:pt x="1245196" y="1542030"/>
                  </a:lnTo>
                  <a:cubicBezTo>
                    <a:pt x="1252088" y="1537314"/>
                    <a:pt x="1258074" y="1532779"/>
                    <a:pt x="1263153" y="1528426"/>
                  </a:cubicBezTo>
                  <a:lnTo>
                    <a:pt x="1265329" y="1528426"/>
                  </a:lnTo>
                  <a:cubicBezTo>
                    <a:pt x="1266055" y="1528789"/>
                    <a:pt x="1266418" y="1529333"/>
                    <a:pt x="1266418" y="1530059"/>
                  </a:cubicBezTo>
                  <a:cubicBezTo>
                    <a:pt x="1267506" y="1528245"/>
                    <a:pt x="1268050" y="1526794"/>
                    <a:pt x="1268050" y="1525705"/>
                  </a:cubicBezTo>
                  <a:cubicBezTo>
                    <a:pt x="1268050" y="1524980"/>
                    <a:pt x="1267687" y="1524617"/>
                    <a:pt x="1266962" y="1524617"/>
                  </a:cubicBezTo>
                  <a:cubicBezTo>
                    <a:pt x="1292718" y="1499586"/>
                    <a:pt x="1319200" y="1469476"/>
                    <a:pt x="1346408" y="1434288"/>
                  </a:cubicBezTo>
                  <a:cubicBezTo>
                    <a:pt x="1370351" y="1403452"/>
                    <a:pt x="1393568" y="1370803"/>
                    <a:pt x="1416060" y="1336340"/>
                  </a:cubicBezTo>
                  <a:lnTo>
                    <a:pt x="1417148" y="1335796"/>
                  </a:lnTo>
                  <a:cubicBezTo>
                    <a:pt x="1416422" y="1338698"/>
                    <a:pt x="1415153" y="1341600"/>
                    <a:pt x="1413339" y="1344503"/>
                  </a:cubicBezTo>
                  <a:lnTo>
                    <a:pt x="1411162" y="1347768"/>
                  </a:lnTo>
                  <a:lnTo>
                    <a:pt x="1408986" y="1351032"/>
                  </a:lnTo>
                  <a:cubicBezTo>
                    <a:pt x="1406083" y="1355748"/>
                    <a:pt x="1404632" y="1360102"/>
                    <a:pt x="1404632" y="1364092"/>
                  </a:cubicBezTo>
                  <a:lnTo>
                    <a:pt x="1404632" y="1365180"/>
                  </a:lnTo>
                  <a:cubicBezTo>
                    <a:pt x="1399554" y="1367720"/>
                    <a:pt x="1395019" y="1372436"/>
                    <a:pt x="1391028" y="1379328"/>
                  </a:cubicBezTo>
                  <a:cubicBezTo>
                    <a:pt x="1386675" y="1386221"/>
                    <a:pt x="1384136" y="1392569"/>
                    <a:pt x="1383410" y="1398374"/>
                  </a:cubicBezTo>
                  <a:cubicBezTo>
                    <a:pt x="1376881" y="1402001"/>
                    <a:pt x="1369444" y="1409438"/>
                    <a:pt x="1361100" y="1420684"/>
                  </a:cubicBezTo>
                  <a:cubicBezTo>
                    <a:pt x="1354570" y="1429753"/>
                    <a:pt x="1349129" y="1438822"/>
                    <a:pt x="1344776" y="1447892"/>
                  </a:cubicBezTo>
                  <a:cubicBezTo>
                    <a:pt x="1340422" y="1449343"/>
                    <a:pt x="1336613" y="1452426"/>
                    <a:pt x="1333348" y="1457142"/>
                  </a:cubicBezTo>
                  <a:cubicBezTo>
                    <a:pt x="1331172" y="1459682"/>
                    <a:pt x="1328270" y="1464035"/>
                    <a:pt x="1324642" y="1470202"/>
                  </a:cubicBezTo>
                  <a:cubicBezTo>
                    <a:pt x="1318112" y="1482899"/>
                    <a:pt x="1312489" y="1490517"/>
                    <a:pt x="1307773" y="1493056"/>
                  </a:cubicBezTo>
                  <a:cubicBezTo>
                    <a:pt x="1309950" y="1488703"/>
                    <a:pt x="1311764" y="1485982"/>
                    <a:pt x="1313215" y="1484894"/>
                  </a:cubicBezTo>
                  <a:cubicBezTo>
                    <a:pt x="1307773" y="1487796"/>
                    <a:pt x="1301243" y="1493782"/>
                    <a:pt x="1293625" y="1502851"/>
                  </a:cubicBezTo>
                  <a:lnTo>
                    <a:pt x="1288728" y="1507748"/>
                  </a:lnTo>
                  <a:lnTo>
                    <a:pt x="1284375" y="1513190"/>
                  </a:lnTo>
                  <a:cubicBezTo>
                    <a:pt x="1280747" y="1516818"/>
                    <a:pt x="1277482" y="1519357"/>
                    <a:pt x="1274580" y="1520808"/>
                  </a:cubicBezTo>
                  <a:cubicBezTo>
                    <a:pt x="1272766" y="1522985"/>
                    <a:pt x="1271859" y="1524799"/>
                    <a:pt x="1271859" y="1526250"/>
                  </a:cubicBezTo>
                  <a:lnTo>
                    <a:pt x="1271859" y="1526794"/>
                  </a:lnTo>
                  <a:cubicBezTo>
                    <a:pt x="1272222" y="1527882"/>
                    <a:pt x="1273129" y="1528426"/>
                    <a:pt x="1274580" y="1528426"/>
                  </a:cubicBezTo>
                  <a:lnTo>
                    <a:pt x="1266418" y="1532235"/>
                  </a:lnTo>
                  <a:lnTo>
                    <a:pt x="1258255" y="1535500"/>
                  </a:lnTo>
                  <a:cubicBezTo>
                    <a:pt x="1251725" y="1539128"/>
                    <a:pt x="1246284" y="1543663"/>
                    <a:pt x="1241931" y="1549104"/>
                  </a:cubicBezTo>
                  <a:cubicBezTo>
                    <a:pt x="1240842" y="1550192"/>
                    <a:pt x="1240298" y="1551099"/>
                    <a:pt x="1240298" y="1551825"/>
                  </a:cubicBezTo>
                  <a:cubicBezTo>
                    <a:pt x="1240298" y="1552550"/>
                    <a:pt x="1240842" y="1553276"/>
                    <a:pt x="1241931" y="1554001"/>
                  </a:cubicBezTo>
                  <a:cubicBezTo>
                    <a:pt x="1243019" y="1554364"/>
                    <a:pt x="1243563" y="1554908"/>
                    <a:pt x="1243563" y="1555634"/>
                  </a:cubicBezTo>
                  <a:cubicBezTo>
                    <a:pt x="1243563" y="1556722"/>
                    <a:pt x="1242656" y="1558173"/>
                    <a:pt x="1240842" y="1559987"/>
                  </a:cubicBezTo>
                  <a:cubicBezTo>
                    <a:pt x="1239754" y="1560350"/>
                    <a:pt x="1238666" y="1560531"/>
                    <a:pt x="1237577" y="1560531"/>
                  </a:cubicBezTo>
                  <a:cubicBezTo>
                    <a:pt x="1235038" y="1560531"/>
                    <a:pt x="1233768" y="1559262"/>
                    <a:pt x="1233768" y="1556722"/>
                  </a:cubicBezTo>
                  <a:lnTo>
                    <a:pt x="1233768" y="1555634"/>
                  </a:lnTo>
                  <a:lnTo>
                    <a:pt x="1227783" y="1560531"/>
                  </a:lnTo>
                  <a:lnTo>
                    <a:pt x="1221797" y="1564884"/>
                  </a:lnTo>
                  <a:lnTo>
                    <a:pt x="1216900" y="1568694"/>
                  </a:lnTo>
                  <a:lnTo>
                    <a:pt x="1211458" y="1571958"/>
                  </a:lnTo>
                  <a:cubicBezTo>
                    <a:pt x="1203477" y="1577763"/>
                    <a:pt x="1197854" y="1582660"/>
                    <a:pt x="1194589" y="1586651"/>
                  </a:cubicBezTo>
                  <a:cubicBezTo>
                    <a:pt x="1193501" y="1585562"/>
                    <a:pt x="1192050" y="1585018"/>
                    <a:pt x="1190236" y="1585018"/>
                  </a:cubicBezTo>
                  <a:cubicBezTo>
                    <a:pt x="1189148" y="1585018"/>
                    <a:pt x="1188060" y="1585200"/>
                    <a:pt x="1186971" y="1585562"/>
                  </a:cubicBezTo>
                  <a:lnTo>
                    <a:pt x="1182618" y="1586106"/>
                  </a:lnTo>
                  <a:lnTo>
                    <a:pt x="1178809" y="1586651"/>
                  </a:lnTo>
                  <a:cubicBezTo>
                    <a:pt x="1177358" y="1587739"/>
                    <a:pt x="1176632" y="1588827"/>
                    <a:pt x="1176632" y="1589916"/>
                  </a:cubicBezTo>
                  <a:cubicBezTo>
                    <a:pt x="1176632" y="1591004"/>
                    <a:pt x="1177539" y="1591911"/>
                    <a:pt x="1179353" y="1592636"/>
                  </a:cubicBezTo>
                  <a:cubicBezTo>
                    <a:pt x="1178265" y="1592999"/>
                    <a:pt x="1176451" y="1593543"/>
                    <a:pt x="1173912" y="1594269"/>
                  </a:cubicBezTo>
                  <a:lnTo>
                    <a:pt x="1170647" y="1595357"/>
                  </a:lnTo>
                  <a:lnTo>
                    <a:pt x="1167926" y="1596445"/>
                  </a:lnTo>
                  <a:cubicBezTo>
                    <a:pt x="1166475" y="1596808"/>
                    <a:pt x="1165205" y="1596990"/>
                    <a:pt x="1164117" y="1596990"/>
                  </a:cubicBezTo>
                  <a:cubicBezTo>
                    <a:pt x="1162303" y="1596990"/>
                    <a:pt x="1161396" y="1596264"/>
                    <a:pt x="1161396" y="1594813"/>
                  </a:cubicBezTo>
                  <a:cubicBezTo>
                    <a:pt x="1159945" y="1594450"/>
                    <a:pt x="1158494" y="1594269"/>
                    <a:pt x="1157043" y="1594269"/>
                  </a:cubicBezTo>
                  <a:cubicBezTo>
                    <a:pt x="1154866" y="1594269"/>
                    <a:pt x="1152690" y="1594632"/>
                    <a:pt x="1150513" y="1595357"/>
                  </a:cubicBezTo>
                  <a:cubicBezTo>
                    <a:pt x="1145434" y="1596808"/>
                    <a:pt x="1140900" y="1598622"/>
                    <a:pt x="1136909" y="1600799"/>
                  </a:cubicBezTo>
                  <a:cubicBezTo>
                    <a:pt x="1130742" y="1599347"/>
                    <a:pt x="1124031" y="1598078"/>
                    <a:pt x="1116776" y="1596990"/>
                  </a:cubicBezTo>
                  <a:lnTo>
                    <a:pt x="1107525" y="1596445"/>
                  </a:lnTo>
                  <a:lnTo>
                    <a:pt x="1097730" y="1595901"/>
                  </a:lnTo>
                  <a:cubicBezTo>
                    <a:pt x="1081406" y="1594450"/>
                    <a:pt x="1067802" y="1590097"/>
                    <a:pt x="1056919" y="1582842"/>
                  </a:cubicBezTo>
                  <a:lnTo>
                    <a:pt x="1054742" y="1579032"/>
                  </a:lnTo>
                  <a:lnTo>
                    <a:pt x="1052566" y="1575768"/>
                  </a:lnTo>
                  <a:cubicBezTo>
                    <a:pt x="1050752" y="1572865"/>
                    <a:pt x="1049845" y="1570326"/>
                    <a:pt x="1049845" y="1568149"/>
                  </a:cubicBezTo>
                  <a:cubicBezTo>
                    <a:pt x="1049119" y="1567424"/>
                    <a:pt x="1048575" y="1567061"/>
                    <a:pt x="1048212" y="1567061"/>
                  </a:cubicBezTo>
                  <a:cubicBezTo>
                    <a:pt x="1047124" y="1567061"/>
                    <a:pt x="1046580" y="1568512"/>
                    <a:pt x="1046580" y="1571414"/>
                  </a:cubicBezTo>
                  <a:lnTo>
                    <a:pt x="1046580" y="1573047"/>
                  </a:lnTo>
                  <a:cubicBezTo>
                    <a:pt x="1042952" y="1570145"/>
                    <a:pt x="1040957" y="1567061"/>
                    <a:pt x="1040594" y="1563796"/>
                  </a:cubicBezTo>
                  <a:lnTo>
                    <a:pt x="1040594" y="1559987"/>
                  </a:lnTo>
                  <a:cubicBezTo>
                    <a:pt x="1040594" y="1558899"/>
                    <a:pt x="1040231" y="1557810"/>
                    <a:pt x="1039506" y="1556722"/>
                  </a:cubicBezTo>
                  <a:lnTo>
                    <a:pt x="1036785" y="1555634"/>
                  </a:lnTo>
                  <a:lnTo>
                    <a:pt x="1034608" y="1555090"/>
                  </a:lnTo>
                  <a:cubicBezTo>
                    <a:pt x="1032432" y="1554364"/>
                    <a:pt x="1030074" y="1552732"/>
                    <a:pt x="1027534" y="1550192"/>
                  </a:cubicBezTo>
                  <a:cubicBezTo>
                    <a:pt x="1028260" y="1549104"/>
                    <a:pt x="1028623" y="1547834"/>
                    <a:pt x="1028623" y="1546383"/>
                  </a:cubicBezTo>
                  <a:cubicBezTo>
                    <a:pt x="1028623" y="1544932"/>
                    <a:pt x="1028079" y="1542937"/>
                    <a:pt x="1026990" y="1540398"/>
                  </a:cubicBezTo>
                  <a:cubicBezTo>
                    <a:pt x="1023363" y="1539672"/>
                    <a:pt x="1019916" y="1535863"/>
                    <a:pt x="1016651" y="1528970"/>
                  </a:cubicBezTo>
                  <a:cubicBezTo>
                    <a:pt x="1016289" y="1528245"/>
                    <a:pt x="1015744" y="1527882"/>
                    <a:pt x="1015019" y="1527882"/>
                  </a:cubicBezTo>
                  <a:lnTo>
                    <a:pt x="1014475" y="1527882"/>
                  </a:lnTo>
                  <a:lnTo>
                    <a:pt x="1013386" y="1528426"/>
                  </a:lnTo>
                  <a:lnTo>
                    <a:pt x="1012842" y="1528970"/>
                  </a:lnTo>
                  <a:cubicBezTo>
                    <a:pt x="1012480" y="1529333"/>
                    <a:pt x="1011935" y="1529515"/>
                    <a:pt x="1011210" y="1529515"/>
                  </a:cubicBezTo>
                  <a:cubicBezTo>
                    <a:pt x="1010484" y="1529515"/>
                    <a:pt x="1009396" y="1528789"/>
                    <a:pt x="1007945" y="1527338"/>
                  </a:cubicBezTo>
                  <a:cubicBezTo>
                    <a:pt x="1008670" y="1525524"/>
                    <a:pt x="1009215" y="1523710"/>
                    <a:pt x="1009577" y="1521896"/>
                  </a:cubicBezTo>
                  <a:cubicBezTo>
                    <a:pt x="1009940" y="1520083"/>
                    <a:pt x="1010484" y="1518269"/>
                    <a:pt x="1011210" y="1516455"/>
                  </a:cubicBezTo>
                  <a:cubicBezTo>
                    <a:pt x="1002503" y="1509200"/>
                    <a:pt x="996155" y="1499768"/>
                    <a:pt x="992165" y="1488159"/>
                  </a:cubicBezTo>
                  <a:cubicBezTo>
                    <a:pt x="990351" y="1482355"/>
                    <a:pt x="988900" y="1476913"/>
                    <a:pt x="987811" y="1471834"/>
                  </a:cubicBezTo>
                  <a:lnTo>
                    <a:pt x="985635" y="1462584"/>
                  </a:lnTo>
                  <a:lnTo>
                    <a:pt x="982914" y="1452789"/>
                  </a:lnTo>
                  <a:lnTo>
                    <a:pt x="982370" y="1452245"/>
                  </a:lnTo>
                  <a:cubicBezTo>
                    <a:pt x="981644" y="1452245"/>
                    <a:pt x="981281" y="1453333"/>
                    <a:pt x="981281" y="1455510"/>
                  </a:cubicBezTo>
                  <a:cubicBezTo>
                    <a:pt x="981644" y="1456235"/>
                    <a:pt x="981826" y="1456961"/>
                    <a:pt x="981826" y="1457686"/>
                  </a:cubicBezTo>
                  <a:cubicBezTo>
                    <a:pt x="981826" y="1458412"/>
                    <a:pt x="981644" y="1459137"/>
                    <a:pt x="981281" y="1459863"/>
                  </a:cubicBezTo>
                  <a:cubicBezTo>
                    <a:pt x="980919" y="1461314"/>
                    <a:pt x="980193" y="1462040"/>
                    <a:pt x="979105" y="1462040"/>
                  </a:cubicBezTo>
                  <a:cubicBezTo>
                    <a:pt x="979468" y="1463491"/>
                    <a:pt x="980193" y="1465486"/>
                    <a:pt x="981281" y="1468025"/>
                  </a:cubicBezTo>
                  <a:lnTo>
                    <a:pt x="983458" y="1474011"/>
                  </a:lnTo>
                  <a:lnTo>
                    <a:pt x="985635" y="1480541"/>
                  </a:lnTo>
                  <a:cubicBezTo>
                    <a:pt x="986360" y="1482717"/>
                    <a:pt x="986904" y="1484350"/>
                    <a:pt x="987267" y="1485438"/>
                  </a:cubicBezTo>
                  <a:cubicBezTo>
                    <a:pt x="984002" y="1482536"/>
                    <a:pt x="981644" y="1478546"/>
                    <a:pt x="980193" y="1473467"/>
                  </a:cubicBezTo>
                  <a:cubicBezTo>
                    <a:pt x="978379" y="1468751"/>
                    <a:pt x="977472" y="1463491"/>
                    <a:pt x="977472" y="1457686"/>
                  </a:cubicBezTo>
                  <a:lnTo>
                    <a:pt x="977472" y="1453333"/>
                  </a:lnTo>
                  <a:cubicBezTo>
                    <a:pt x="977472" y="1444264"/>
                    <a:pt x="979468" y="1438641"/>
                    <a:pt x="983458" y="1436464"/>
                  </a:cubicBezTo>
                  <a:cubicBezTo>
                    <a:pt x="983458" y="1436102"/>
                    <a:pt x="982914" y="1435013"/>
                    <a:pt x="981826" y="1433200"/>
                  </a:cubicBezTo>
                  <a:lnTo>
                    <a:pt x="980737" y="1431023"/>
                  </a:lnTo>
                  <a:lnTo>
                    <a:pt x="979105" y="1428302"/>
                  </a:lnTo>
                  <a:cubicBezTo>
                    <a:pt x="978017" y="1425763"/>
                    <a:pt x="977472" y="1423405"/>
                    <a:pt x="977472" y="1421228"/>
                  </a:cubicBezTo>
                  <a:cubicBezTo>
                    <a:pt x="977472" y="1419051"/>
                    <a:pt x="978017" y="1417238"/>
                    <a:pt x="979105" y="1415787"/>
                  </a:cubicBezTo>
                  <a:cubicBezTo>
                    <a:pt x="979468" y="1413973"/>
                    <a:pt x="979830" y="1413066"/>
                    <a:pt x="980193" y="1413066"/>
                  </a:cubicBezTo>
                  <a:cubicBezTo>
                    <a:pt x="980556" y="1413429"/>
                    <a:pt x="981100" y="1414154"/>
                    <a:pt x="981826" y="1415242"/>
                  </a:cubicBezTo>
                  <a:cubicBezTo>
                    <a:pt x="982551" y="1417419"/>
                    <a:pt x="983095" y="1418507"/>
                    <a:pt x="983458" y="1418507"/>
                  </a:cubicBezTo>
                  <a:lnTo>
                    <a:pt x="983458" y="1417963"/>
                  </a:lnTo>
                  <a:cubicBezTo>
                    <a:pt x="983095" y="1415424"/>
                    <a:pt x="982551" y="1413247"/>
                    <a:pt x="981826" y="1411433"/>
                  </a:cubicBezTo>
                  <a:lnTo>
                    <a:pt x="980193" y="1409257"/>
                  </a:lnTo>
                  <a:lnTo>
                    <a:pt x="978561" y="1406536"/>
                  </a:lnTo>
                  <a:cubicBezTo>
                    <a:pt x="976021" y="1402545"/>
                    <a:pt x="974570" y="1397104"/>
                    <a:pt x="974207" y="1390211"/>
                  </a:cubicBezTo>
                  <a:cubicBezTo>
                    <a:pt x="972756" y="1393114"/>
                    <a:pt x="972031" y="1397104"/>
                    <a:pt x="972031" y="1402183"/>
                  </a:cubicBezTo>
                  <a:cubicBezTo>
                    <a:pt x="972031" y="1405085"/>
                    <a:pt x="972212" y="1408531"/>
                    <a:pt x="972575" y="1412522"/>
                  </a:cubicBezTo>
                  <a:lnTo>
                    <a:pt x="973663" y="1418507"/>
                  </a:lnTo>
                  <a:lnTo>
                    <a:pt x="974207" y="1424493"/>
                  </a:lnTo>
                  <a:lnTo>
                    <a:pt x="974207" y="1427758"/>
                  </a:lnTo>
                  <a:cubicBezTo>
                    <a:pt x="974207" y="1430660"/>
                    <a:pt x="973845" y="1433018"/>
                    <a:pt x="973119" y="1434832"/>
                  </a:cubicBezTo>
                  <a:cubicBezTo>
                    <a:pt x="970943" y="1430479"/>
                    <a:pt x="969854" y="1424856"/>
                    <a:pt x="969854" y="1417963"/>
                  </a:cubicBezTo>
                  <a:lnTo>
                    <a:pt x="969854" y="1410345"/>
                  </a:lnTo>
                  <a:cubicBezTo>
                    <a:pt x="969492" y="1407080"/>
                    <a:pt x="968766" y="1403997"/>
                    <a:pt x="967678" y="1401094"/>
                  </a:cubicBezTo>
                  <a:cubicBezTo>
                    <a:pt x="967315" y="1405448"/>
                    <a:pt x="967133" y="1409801"/>
                    <a:pt x="967133" y="1414154"/>
                  </a:cubicBezTo>
                  <a:cubicBezTo>
                    <a:pt x="967133" y="1439911"/>
                    <a:pt x="972756" y="1467118"/>
                    <a:pt x="984002" y="1495777"/>
                  </a:cubicBezTo>
                  <a:lnTo>
                    <a:pt x="997900" y="1517396"/>
                  </a:lnTo>
                  <a:lnTo>
                    <a:pt x="997606" y="1517543"/>
                  </a:lnTo>
                  <a:cubicBezTo>
                    <a:pt x="999783" y="1519357"/>
                    <a:pt x="1001234" y="1521534"/>
                    <a:pt x="1001959" y="1524073"/>
                  </a:cubicBezTo>
                  <a:lnTo>
                    <a:pt x="1003048" y="1526794"/>
                  </a:lnTo>
                  <a:cubicBezTo>
                    <a:pt x="1003773" y="1527882"/>
                    <a:pt x="1004680" y="1528970"/>
                    <a:pt x="1005768" y="1530059"/>
                  </a:cubicBezTo>
                  <a:lnTo>
                    <a:pt x="1005861" y="1529780"/>
                  </a:lnTo>
                  <a:lnTo>
                    <a:pt x="1037873" y="1579577"/>
                  </a:lnTo>
                  <a:cubicBezTo>
                    <a:pt x="1046943" y="1583930"/>
                    <a:pt x="1051659" y="1586106"/>
                    <a:pt x="1052021" y="1586106"/>
                  </a:cubicBezTo>
                  <a:lnTo>
                    <a:pt x="1052021" y="1586651"/>
                  </a:lnTo>
                  <a:cubicBezTo>
                    <a:pt x="1052021" y="1588464"/>
                    <a:pt x="1054742" y="1591548"/>
                    <a:pt x="1060184" y="1595901"/>
                  </a:cubicBezTo>
                  <a:cubicBezTo>
                    <a:pt x="1063086" y="1597715"/>
                    <a:pt x="1065625" y="1599347"/>
                    <a:pt x="1067802" y="1600799"/>
                  </a:cubicBezTo>
                  <a:cubicBezTo>
                    <a:pt x="1070341" y="1602975"/>
                    <a:pt x="1072155" y="1604789"/>
                    <a:pt x="1073243" y="1606240"/>
                  </a:cubicBezTo>
                  <a:cubicBezTo>
                    <a:pt x="1088842" y="1611319"/>
                    <a:pt x="1104079" y="1613858"/>
                    <a:pt x="1118952" y="1613858"/>
                  </a:cubicBezTo>
                  <a:lnTo>
                    <a:pt x="1127114" y="1613858"/>
                  </a:lnTo>
                  <a:cubicBezTo>
                    <a:pt x="1144890" y="1612407"/>
                    <a:pt x="1162666" y="1608598"/>
                    <a:pt x="1180441" y="1602431"/>
                  </a:cubicBezTo>
                  <a:cubicBezTo>
                    <a:pt x="1215630" y="1589371"/>
                    <a:pt x="1246828" y="1569600"/>
                    <a:pt x="1274036" y="1543118"/>
                  </a:cubicBezTo>
                  <a:cubicBezTo>
                    <a:pt x="1278026" y="1541667"/>
                    <a:pt x="1282561" y="1538947"/>
                    <a:pt x="1287639" y="1534956"/>
                  </a:cubicBezTo>
                  <a:cubicBezTo>
                    <a:pt x="1288728" y="1533142"/>
                    <a:pt x="1289816" y="1531328"/>
                    <a:pt x="1290904" y="1529515"/>
                  </a:cubicBezTo>
                  <a:cubicBezTo>
                    <a:pt x="1292355" y="1527338"/>
                    <a:pt x="1293625" y="1525343"/>
                    <a:pt x="1294713" y="1523529"/>
                  </a:cubicBezTo>
                  <a:lnTo>
                    <a:pt x="1295258" y="1523529"/>
                  </a:lnTo>
                  <a:cubicBezTo>
                    <a:pt x="1298885" y="1523529"/>
                    <a:pt x="1302694" y="1521171"/>
                    <a:pt x="1306685" y="1516455"/>
                  </a:cubicBezTo>
                  <a:lnTo>
                    <a:pt x="1309406" y="1512646"/>
                  </a:lnTo>
                  <a:lnTo>
                    <a:pt x="1313215" y="1507748"/>
                  </a:lnTo>
                  <a:cubicBezTo>
                    <a:pt x="1316117" y="1504121"/>
                    <a:pt x="1318838" y="1501037"/>
                    <a:pt x="1321377" y="1498498"/>
                  </a:cubicBezTo>
                  <a:lnTo>
                    <a:pt x="1332260" y="1487615"/>
                  </a:lnTo>
                  <a:lnTo>
                    <a:pt x="1343687" y="1477276"/>
                  </a:lnTo>
                  <a:cubicBezTo>
                    <a:pt x="1352031" y="1468569"/>
                    <a:pt x="1357654" y="1459500"/>
                    <a:pt x="1360556" y="1450068"/>
                  </a:cubicBezTo>
                  <a:cubicBezTo>
                    <a:pt x="1369262" y="1443901"/>
                    <a:pt x="1379601" y="1432655"/>
                    <a:pt x="1391573" y="1416331"/>
                  </a:cubicBezTo>
                  <a:cubicBezTo>
                    <a:pt x="1400279" y="1403997"/>
                    <a:pt x="1409711" y="1388942"/>
                    <a:pt x="1419869" y="1371166"/>
                  </a:cubicBezTo>
                  <a:cubicBezTo>
                    <a:pt x="1421682" y="1367176"/>
                    <a:pt x="1423859" y="1363548"/>
                    <a:pt x="1426398" y="1360283"/>
                  </a:cubicBezTo>
                  <a:lnTo>
                    <a:pt x="1426943" y="1359739"/>
                  </a:lnTo>
                  <a:lnTo>
                    <a:pt x="1435105" y="1347223"/>
                  </a:lnTo>
                  <a:lnTo>
                    <a:pt x="1436737" y="1343414"/>
                  </a:lnTo>
                  <a:cubicBezTo>
                    <a:pt x="1440002" y="1337973"/>
                    <a:pt x="1443993" y="1331987"/>
                    <a:pt x="1448709" y="1325457"/>
                  </a:cubicBezTo>
                  <a:lnTo>
                    <a:pt x="1451017" y="1322414"/>
                  </a:lnTo>
                  <a:lnTo>
                    <a:pt x="1457954" y="1335252"/>
                  </a:lnTo>
                  <a:cubicBezTo>
                    <a:pt x="1461490" y="1340331"/>
                    <a:pt x="1465526" y="1344865"/>
                    <a:pt x="1470061" y="1348856"/>
                  </a:cubicBezTo>
                  <a:cubicBezTo>
                    <a:pt x="1475502" y="1353572"/>
                    <a:pt x="1481307" y="1357199"/>
                    <a:pt x="1487474" y="1359739"/>
                  </a:cubicBezTo>
                  <a:cubicBezTo>
                    <a:pt x="1494004" y="1362641"/>
                    <a:pt x="1500896" y="1364092"/>
                    <a:pt x="1508152" y="1364092"/>
                  </a:cubicBezTo>
                  <a:lnTo>
                    <a:pt x="1509784" y="1364092"/>
                  </a:lnTo>
                  <a:cubicBezTo>
                    <a:pt x="1521030" y="1364092"/>
                    <a:pt x="1531550" y="1361190"/>
                    <a:pt x="1541345" y="1355386"/>
                  </a:cubicBezTo>
                  <a:lnTo>
                    <a:pt x="1542433" y="1354841"/>
                  </a:lnTo>
                  <a:cubicBezTo>
                    <a:pt x="1562023" y="1349037"/>
                    <a:pt x="1579254" y="1337791"/>
                    <a:pt x="1594128" y="1321104"/>
                  </a:cubicBezTo>
                  <a:cubicBezTo>
                    <a:pt x="1607188" y="1306593"/>
                    <a:pt x="1617164" y="1288818"/>
                    <a:pt x="1624056" y="1267777"/>
                  </a:cubicBezTo>
                  <a:cubicBezTo>
                    <a:pt x="1627321" y="1258708"/>
                    <a:pt x="1629860" y="1249094"/>
                    <a:pt x="1631674" y="1238937"/>
                  </a:cubicBezTo>
                  <a:lnTo>
                    <a:pt x="1633307" y="1224245"/>
                  </a:lnTo>
                  <a:cubicBezTo>
                    <a:pt x="1634032" y="1218078"/>
                    <a:pt x="1634395" y="1212999"/>
                    <a:pt x="1634395" y="1209009"/>
                  </a:cubicBezTo>
                  <a:lnTo>
                    <a:pt x="1634395" y="1204111"/>
                  </a:lnTo>
                  <a:cubicBezTo>
                    <a:pt x="1634395" y="1199395"/>
                    <a:pt x="1634032" y="1195042"/>
                    <a:pt x="1633307" y="1191052"/>
                  </a:cubicBezTo>
                  <a:cubicBezTo>
                    <a:pt x="1632218" y="1183796"/>
                    <a:pt x="1630405" y="1177085"/>
                    <a:pt x="1627865" y="1170918"/>
                  </a:cubicBezTo>
                  <a:cubicBezTo>
                    <a:pt x="1622424" y="1159309"/>
                    <a:pt x="1613899" y="1148970"/>
                    <a:pt x="1602290" y="1139901"/>
                  </a:cubicBezTo>
                  <a:lnTo>
                    <a:pt x="1600658" y="1139357"/>
                  </a:lnTo>
                  <a:cubicBezTo>
                    <a:pt x="1585784" y="1133190"/>
                    <a:pt x="1572362" y="1129381"/>
                    <a:pt x="1560390" y="1127930"/>
                  </a:cubicBezTo>
                  <a:cubicBezTo>
                    <a:pt x="1561479" y="1125390"/>
                    <a:pt x="1562204" y="1122670"/>
                    <a:pt x="1562567" y="1119767"/>
                  </a:cubicBezTo>
                  <a:lnTo>
                    <a:pt x="1562567" y="1118135"/>
                  </a:lnTo>
                  <a:cubicBezTo>
                    <a:pt x="1562567" y="1117047"/>
                    <a:pt x="1562204" y="1115777"/>
                    <a:pt x="1561479" y="1114326"/>
                  </a:cubicBezTo>
                  <a:cubicBezTo>
                    <a:pt x="1558214" y="1109973"/>
                    <a:pt x="1555856" y="1106345"/>
                    <a:pt x="1554405" y="1103443"/>
                  </a:cubicBezTo>
                  <a:cubicBezTo>
                    <a:pt x="1552228" y="1099090"/>
                    <a:pt x="1551140" y="1095099"/>
                    <a:pt x="1551140" y="1091471"/>
                  </a:cubicBezTo>
                  <a:cubicBezTo>
                    <a:pt x="1551140" y="1089658"/>
                    <a:pt x="1550414" y="1087481"/>
                    <a:pt x="1548963" y="1084942"/>
                  </a:cubicBezTo>
                  <a:lnTo>
                    <a:pt x="1547331" y="1082221"/>
                  </a:lnTo>
                  <a:cubicBezTo>
                    <a:pt x="1545880" y="1078230"/>
                    <a:pt x="1543522" y="1075872"/>
                    <a:pt x="1540257" y="1075147"/>
                  </a:cubicBezTo>
                  <a:cubicBezTo>
                    <a:pt x="1539168" y="1074784"/>
                    <a:pt x="1538261" y="1074603"/>
                    <a:pt x="1537536" y="1074603"/>
                  </a:cubicBezTo>
                  <a:cubicBezTo>
                    <a:pt x="1534634" y="1074603"/>
                    <a:pt x="1532094" y="1076054"/>
                    <a:pt x="1529918" y="1078956"/>
                  </a:cubicBezTo>
                  <a:cubicBezTo>
                    <a:pt x="1528467" y="1080407"/>
                    <a:pt x="1527560" y="1081495"/>
                    <a:pt x="1527197" y="1082221"/>
                  </a:cubicBezTo>
                  <a:lnTo>
                    <a:pt x="1525565" y="1084942"/>
                  </a:lnTo>
                  <a:lnTo>
                    <a:pt x="1522844" y="1089839"/>
                  </a:lnTo>
                  <a:lnTo>
                    <a:pt x="1517402" y="1099090"/>
                  </a:lnTo>
                  <a:cubicBezTo>
                    <a:pt x="1513049" y="1105982"/>
                    <a:pt x="1508877" y="1111061"/>
                    <a:pt x="1504887" y="1114326"/>
                  </a:cubicBezTo>
                  <a:cubicBezTo>
                    <a:pt x="1504161" y="1115051"/>
                    <a:pt x="1503617" y="1116140"/>
                    <a:pt x="1503254" y="1117591"/>
                  </a:cubicBezTo>
                  <a:lnTo>
                    <a:pt x="1502710" y="1121400"/>
                  </a:lnTo>
                  <a:cubicBezTo>
                    <a:pt x="1502710" y="1122488"/>
                    <a:pt x="1502529" y="1123395"/>
                    <a:pt x="1502166" y="1124121"/>
                  </a:cubicBezTo>
                  <a:cubicBezTo>
                    <a:pt x="1496724" y="1132102"/>
                    <a:pt x="1491283" y="1140445"/>
                    <a:pt x="1485841" y="1149152"/>
                  </a:cubicBezTo>
                  <a:lnTo>
                    <a:pt x="1485297" y="1149696"/>
                  </a:lnTo>
                  <a:cubicBezTo>
                    <a:pt x="1484934" y="1150421"/>
                    <a:pt x="1484572" y="1151328"/>
                    <a:pt x="1484209" y="1152417"/>
                  </a:cubicBezTo>
                  <a:cubicBezTo>
                    <a:pt x="1480218" y="1159672"/>
                    <a:pt x="1476228" y="1166927"/>
                    <a:pt x="1472238" y="1174183"/>
                  </a:cubicBezTo>
                  <a:cubicBezTo>
                    <a:pt x="1466977" y="1184522"/>
                    <a:pt x="1462624" y="1194543"/>
                    <a:pt x="1459178" y="1204247"/>
                  </a:cubicBezTo>
                  <a:lnTo>
                    <a:pt x="1453534" y="1225108"/>
                  </a:lnTo>
                  <a:lnTo>
                    <a:pt x="1439186" y="1251452"/>
                  </a:lnTo>
                  <a:cubicBezTo>
                    <a:pt x="1421229" y="1283013"/>
                    <a:pt x="1399191" y="1317839"/>
                    <a:pt x="1373071" y="1355930"/>
                  </a:cubicBezTo>
                  <a:lnTo>
                    <a:pt x="1371983" y="1359195"/>
                  </a:lnTo>
                  <a:lnTo>
                    <a:pt x="1370351" y="1361915"/>
                  </a:lnTo>
                  <a:cubicBezTo>
                    <a:pt x="1368900" y="1364818"/>
                    <a:pt x="1367993" y="1367720"/>
                    <a:pt x="1367630" y="1370622"/>
                  </a:cubicBezTo>
                  <a:cubicBezTo>
                    <a:pt x="1363277" y="1375338"/>
                    <a:pt x="1358017" y="1381686"/>
                    <a:pt x="1351850" y="1389667"/>
                  </a:cubicBezTo>
                  <a:lnTo>
                    <a:pt x="1344231" y="1400006"/>
                  </a:lnTo>
                  <a:lnTo>
                    <a:pt x="1337157" y="1410345"/>
                  </a:lnTo>
                  <a:cubicBezTo>
                    <a:pt x="1324460" y="1428121"/>
                    <a:pt x="1314847" y="1439185"/>
                    <a:pt x="1308317" y="1443538"/>
                  </a:cubicBezTo>
                  <a:cubicBezTo>
                    <a:pt x="1306141" y="1449343"/>
                    <a:pt x="1305052" y="1452970"/>
                    <a:pt x="1305052" y="1454421"/>
                  </a:cubicBezTo>
                  <a:lnTo>
                    <a:pt x="1305052" y="1454966"/>
                  </a:lnTo>
                  <a:lnTo>
                    <a:pt x="1301243" y="1457142"/>
                  </a:lnTo>
                  <a:lnTo>
                    <a:pt x="1297978" y="1460407"/>
                  </a:lnTo>
                  <a:cubicBezTo>
                    <a:pt x="1295076" y="1462947"/>
                    <a:pt x="1292718" y="1464760"/>
                    <a:pt x="1290904" y="1465849"/>
                  </a:cubicBezTo>
                  <a:cubicBezTo>
                    <a:pt x="1264785" y="1499223"/>
                    <a:pt x="1231229" y="1528608"/>
                    <a:pt x="1190236" y="1554001"/>
                  </a:cubicBezTo>
                  <a:cubicBezTo>
                    <a:pt x="1176814" y="1560894"/>
                    <a:pt x="1161940" y="1565973"/>
                    <a:pt x="1145616" y="1569238"/>
                  </a:cubicBezTo>
                  <a:cubicBezTo>
                    <a:pt x="1134007" y="1571777"/>
                    <a:pt x="1121492" y="1573047"/>
                    <a:pt x="1108069" y="1573047"/>
                  </a:cubicBezTo>
                  <a:cubicBezTo>
                    <a:pt x="1093196" y="1567605"/>
                    <a:pt x="1079410" y="1559624"/>
                    <a:pt x="1066713" y="1549104"/>
                  </a:cubicBezTo>
                  <a:cubicBezTo>
                    <a:pt x="1051477" y="1536407"/>
                    <a:pt x="1040413" y="1520989"/>
                    <a:pt x="1033520" y="1502851"/>
                  </a:cubicBezTo>
                  <a:cubicBezTo>
                    <a:pt x="1031344" y="1499949"/>
                    <a:pt x="1028986" y="1495596"/>
                    <a:pt x="1026446" y="1489791"/>
                  </a:cubicBezTo>
                  <a:lnTo>
                    <a:pt x="1023181" y="1483262"/>
                  </a:lnTo>
                  <a:lnTo>
                    <a:pt x="1019372" y="1476732"/>
                  </a:lnTo>
                  <a:cubicBezTo>
                    <a:pt x="1011391" y="1445896"/>
                    <a:pt x="1006675" y="1415787"/>
                    <a:pt x="1005224" y="1386402"/>
                  </a:cubicBezTo>
                  <a:cubicBezTo>
                    <a:pt x="1004861" y="1379510"/>
                    <a:pt x="1004680" y="1372617"/>
                    <a:pt x="1004680" y="1365725"/>
                  </a:cubicBezTo>
                  <a:cubicBezTo>
                    <a:pt x="1004680" y="1338517"/>
                    <a:pt x="1007582" y="1312942"/>
                    <a:pt x="1013386" y="1288999"/>
                  </a:cubicBezTo>
                  <a:lnTo>
                    <a:pt x="1013386" y="1286278"/>
                  </a:lnTo>
                  <a:cubicBezTo>
                    <a:pt x="1013386" y="1271768"/>
                    <a:pt x="1015744" y="1251997"/>
                    <a:pt x="1020460" y="1226966"/>
                  </a:cubicBezTo>
                  <a:cubicBezTo>
                    <a:pt x="1022274" y="1216445"/>
                    <a:pt x="1024451" y="1205562"/>
                    <a:pt x="1026990" y="1194316"/>
                  </a:cubicBezTo>
                  <a:cubicBezTo>
                    <a:pt x="1029167" y="1183433"/>
                    <a:pt x="1030981" y="1176178"/>
                    <a:pt x="1032432" y="1172550"/>
                  </a:cubicBezTo>
                  <a:cubicBezTo>
                    <a:pt x="1033157" y="1166383"/>
                    <a:pt x="1034608" y="1158765"/>
                    <a:pt x="1036785" y="1149696"/>
                  </a:cubicBezTo>
                  <a:lnTo>
                    <a:pt x="1040050" y="1138269"/>
                  </a:lnTo>
                  <a:lnTo>
                    <a:pt x="1043315" y="1126841"/>
                  </a:lnTo>
                  <a:lnTo>
                    <a:pt x="1043315" y="1126297"/>
                  </a:lnTo>
                  <a:lnTo>
                    <a:pt x="1045491" y="1118135"/>
                  </a:lnTo>
                  <a:lnTo>
                    <a:pt x="1055286" y="1087118"/>
                  </a:lnTo>
                  <a:cubicBezTo>
                    <a:pt x="1058914" y="1076235"/>
                    <a:pt x="1062723" y="1066078"/>
                    <a:pt x="1066713" y="1056646"/>
                  </a:cubicBezTo>
                  <a:lnTo>
                    <a:pt x="1066713" y="1055013"/>
                  </a:lnTo>
                  <a:lnTo>
                    <a:pt x="1067258" y="1054469"/>
                  </a:lnTo>
                  <a:lnTo>
                    <a:pt x="1069434" y="1050116"/>
                  </a:lnTo>
                  <a:cubicBezTo>
                    <a:pt x="1082131" y="1012751"/>
                    <a:pt x="1095554" y="977925"/>
                    <a:pt x="1109702" y="945639"/>
                  </a:cubicBezTo>
                  <a:cubicBezTo>
                    <a:pt x="1126389" y="908636"/>
                    <a:pt x="1143620" y="875080"/>
                    <a:pt x="1161396" y="844970"/>
                  </a:cubicBezTo>
                  <a:cubicBezTo>
                    <a:pt x="1181711" y="811958"/>
                    <a:pt x="1202933" y="781486"/>
                    <a:pt x="1225062" y="753553"/>
                  </a:cubicBezTo>
                  <a:lnTo>
                    <a:pt x="1243019" y="733419"/>
                  </a:lnTo>
                  <a:cubicBezTo>
                    <a:pt x="1249912" y="725438"/>
                    <a:pt x="1255897" y="718908"/>
                    <a:pt x="1260976" y="713829"/>
                  </a:cubicBezTo>
                  <a:cubicBezTo>
                    <a:pt x="1274398" y="699682"/>
                    <a:pt x="1286914" y="687892"/>
                    <a:pt x="1298523" y="678460"/>
                  </a:cubicBezTo>
                  <a:cubicBezTo>
                    <a:pt x="1298885" y="678460"/>
                    <a:pt x="1299429" y="678822"/>
                    <a:pt x="1300155" y="679548"/>
                  </a:cubicBezTo>
                  <a:lnTo>
                    <a:pt x="1300699" y="680092"/>
                  </a:lnTo>
                  <a:lnTo>
                    <a:pt x="1301243" y="680636"/>
                  </a:lnTo>
                  <a:lnTo>
                    <a:pt x="1302876" y="677371"/>
                  </a:lnTo>
                  <a:lnTo>
                    <a:pt x="1303964" y="673562"/>
                  </a:lnTo>
                  <a:cubicBezTo>
                    <a:pt x="1305415" y="671023"/>
                    <a:pt x="1307773" y="668121"/>
                    <a:pt x="1311038" y="664856"/>
                  </a:cubicBezTo>
                  <a:cubicBezTo>
                    <a:pt x="1315028" y="664130"/>
                    <a:pt x="1319019" y="662679"/>
                    <a:pt x="1323009" y="660503"/>
                  </a:cubicBezTo>
                  <a:lnTo>
                    <a:pt x="1328451" y="657782"/>
                  </a:lnTo>
                  <a:lnTo>
                    <a:pt x="1332804" y="655061"/>
                  </a:lnTo>
                  <a:cubicBezTo>
                    <a:pt x="1341148" y="650345"/>
                    <a:pt x="1347859" y="647987"/>
                    <a:pt x="1352938" y="647987"/>
                  </a:cubicBezTo>
                  <a:cubicBezTo>
                    <a:pt x="1360919" y="643634"/>
                    <a:pt x="1368537" y="640913"/>
                    <a:pt x="1375792" y="639825"/>
                  </a:cubicBezTo>
                  <a:cubicBezTo>
                    <a:pt x="1379783" y="639099"/>
                    <a:pt x="1383592" y="638736"/>
                    <a:pt x="1387219" y="638736"/>
                  </a:cubicBezTo>
                  <a:cubicBezTo>
                    <a:pt x="1391210" y="638736"/>
                    <a:pt x="1395019" y="639099"/>
                    <a:pt x="1398647" y="639825"/>
                  </a:cubicBezTo>
                  <a:cubicBezTo>
                    <a:pt x="1413883" y="642364"/>
                    <a:pt x="1426217" y="649982"/>
                    <a:pt x="1435649" y="662679"/>
                  </a:cubicBezTo>
                  <a:cubicBezTo>
                    <a:pt x="1440002" y="668483"/>
                    <a:pt x="1443630" y="675739"/>
                    <a:pt x="1446532" y="684445"/>
                  </a:cubicBezTo>
                  <a:lnTo>
                    <a:pt x="1448709" y="690975"/>
                  </a:lnTo>
                  <a:lnTo>
                    <a:pt x="1450885" y="697505"/>
                  </a:lnTo>
                  <a:lnTo>
                    <a:pt x="1453062" y="704579"/>
                  </a:lnTo>
                  <a:lnTo>
                    <a:pt x="1454694" y="711653"/>
                  </a:lnTo>
                  <a:cubicBezTo>
                    <a:pt x="1459048" y="731605"/>
                    <a:pt x="1461768" y="751376"/>
                    <a:pt x="1462857" y="770965"/>
                  </a:cubicBezTo>
                  <a:cubicBezTo>
                    <a:pt x="1458866" y="781849"/>
                    <a:pt x="1456871" y="792550"/>
                    <a:pt x="1456871" y="803071"/>
                  </a:cubicBezTo>
                  <a:cubicBezTo>
                    <a:pt x="1456871" y="805610"/>
                    <a:pt x="1457052" y="808149"/>
                    <a:pt x="1457415" y="810689"/>
                  </a:cubicBezTo>
                  <a:cubicBezTo>
                    <a:pt x="1458866" y="823023"/>
                    <a:pt x="1461406" y="832273"/>
                    <a:pt x="1465033" y="838440"/>
                  </a:cubicBezTo>
                  <a:cubicBezTo>
                    <a:pt x="1468298" y="838078"/>
                    <a:pt x="1472107" y="837896"/>
                    <a:pt x="1476460" y="837896"/>
                  </a:cubicBezTo>
                  <a:lnTo>
                    <a:pt x="1481358" y="838440"/>
                  </a:lnTo>
                  <a:lnTo>
                    <a:pt x="1485711" y="838440"/>
                  </a:lnTo>
                  <a:cubicBezTo>
                    <a:pt x="1492966" y="837715"/>
                    <a:pt x="1500222" y="832636"/>
                    <a:pt x="1507477" y="823204"/>
                  </a:cubicBezTo>
                  <a:cubicBezTo>
                    <a:pt x="1507840" y="818851"/>
                    <a:pt x="1508566" y="814316"/>
                    <a:pt x="1509654" y="809600"/>
                  </a:cubicBezTo>
                  <a:lnTo>
                    <a:pt x="1511286" y="804159"/>
                  </a:lnTo>
                  <a:lnTo>
                    <a:pt x="1512919" y="798717"/>
                  </a:lnTo>
                  <a:cubicBezTo>
                    <a:pt x="1515821" y="790374"/>
                    <a:pt x="1517453" y="782937"/>
                    <a:pt x="1517816" y="776407"/>
                  </a:cubicBezTo>
                  <a:cubicBezTo>
                    <a:pt x="1517453" y="756092"/>
                    <a:pt x="1515458" y="735777"/>
                    <a:pt x="1511830" y="715462"/>
                  </a:cubicBezTo>
                  <a:cubicBezTo>
                    <a:pt x="1508203" y="693333"/>
                    <a:pt x="1503124" y="674469"/>
                    <a:pt x="1496594" y="658870"/>
                  </a:cubicBezTo>
                  <a:lnTo>
                    <a:pt x="1493873" y="651796"/>
                  </a:lnTo>
                  <a:lnTo>
                    <a:pt x="1490064" y="644722"/>
                  </a:lnTo>
                  <a:lnTo>
                    <a:pt x="1488432" y="640913"/>
                  </a:lnTo>
                  <a:lnTo>
                    <a:pt x="1486255" y="637648"/>
                  </a:lnTo>
                  <a:lnTo>
                    <a:pt x="1481358" y="630030"/>
                  </a:lnTo>
                  <a:cubicBezTo>
                    <a:pt x="1474465" y="620961"/>
                    <a:pt x="1466303" y="612980"/>
                    <a:pt x="1456871" y="606087"/>
                  </a:cubicBezTo>
                  <a:cubicBezTo>
                    <a:pt x="1438733" y="592665"/>
                    <a:pt x="1418055" y="585954"/>
                    <a:pt x="1394838" y="585954"/>
                  </a:cubicBezTo>
                  <a:lnTo>
                    <a:pt x="1393205" y="585954"/>
                  </a:lnTo>
                  <a:cubicBezTo>
                    <a:pt x="1389940" y="585591"/>
                    <a:pt x="1386857" y="585409"/>
                    <a:pt x="1383954" y="585409"/>
                  </a:cubicBezTo>
                  <a:close/>
                  <a:moveTo>
                    <a:pt x="2282886" y="497257"/>
                  </a:moveTo>
                  <a:cubicBezTo>
                    <a:pt x="2279621" y="497257"/>
                    <a:pt x="2276537" y="499071"/>
                    <a:pt x="2273635" y="502698"/>
                  </a:cubicBezTo>
                  <a:cubicBezTo>
                    <a:pt x="2271821" y="504875"/>
                    <a:pt x="2270189" y="507596"/>
                    <a:pt x="2268738" y="510860"/>
                  </a:cubicBezTo>
                  <a:lnTo>
                    <a:pt x="2267649" y="514125"/>
                  </a:lnTo>
                  <a:cubicBezTo>
                    <a:pt x="2267287" y="515214"/>
                    <a:pt x="2266924" y="516121"/>
                    <a:pt x="2266561" y="516846"/>
                  </a:cubicBezTo>
                  <a:cubicBezTo>
                    <a:pt x="2267287" y="516483"/>
                    <a:pt x="2267649" y="515758"/>
                    <a:pt x="2267649" y="514670"/>
                  </a:cubicBezTo>
                  <a:cubicBezTo>
                    <a:pt x="2268375" y="514670"/>
                    <a:pt x="2268738" y="515032"/>
                    <a:pt x="2268738" y="515758"/>
                  </a:cubicBezTo>
                  <a:lnTo>
                    <a:pt x="2268738" y="517934"/>
                  </a:lnTo>
                  <a:cubicBezTo>
                    <a:pt x="2268375" y="518660"/>
                    <a:pt x="2268012" y="519204"/>
                    <a:pt x="2267649" y="519567"/>
                  </a:cubicBezTo>
                  <a:lnTo>
                    <a:pt x="2266017" y="519567"/>
                  </a:lnTo>
                  <a:cubicBezTo>
                    <a:pt x="2264566" y="526097"/>
                    <a:pt x="2262571" y="531176"/>
                    <a:pt x="2260031" y="534803"/>
                  </a:cubicBezTo>
                  <a:cubicBezTo>
                    <a:pt x="2257855" y="537705"/>
                    <a:pt x="2255497" y="541696"/>
                    <a:pt x="2252957" y="546775"/>
                  </a:cubicBezTo>
                  <a:lnTo>
                    <a:pt x="2246972" y="558202"/>
                  </a:lnTo>
                  <a:cubicBezTo>
                    <a:pt x="2242256" y="573075"/>
                    <a:pt x="2232824" y="594479"/>
                    <a:pt x="2218676" y="622412"/>
                  </a:cubicBezTo>
                  <a:cubicBezTo>
                    <a:pt x="2211783" y="636197"/>
                    <a:pt x="2206523" y="646899"/>
                    <a:pt x="2202895" y="654517"/>
                  </a:cubicBezTo>
                  <a:cubicBezTo>
                    <a:pt x="2197454" y="666851"/>
                    <a:pt x="2193100" y="678460"/>
                    <a:pt x="2189836" y="689343"/>
                  </a:cubicBezTo>
                  <a:lnTo>
                    <a:pt x="2188203" y="690431"/>
                  </a:lnTo>
                  <a:lnTo>
                    <a:pt x="2186571" y="691519"/>
                  </a:lnTo>
                  <a:cubicBezTo>
                    <a:pt x="2185482" y="692970"/>
                    <a:pt x="2184213" y="693696"/>
                    <a:pt x="2182762" y="693696"/>
                  </a:cubicBezTo>
                  <a:cubicBezTo>
                    <a:pt x="2175506" y="711834"/>
                    <a:pt x="2166437" y="733782"/>
                    <a:pt x="2155554" y="759538"/>
                  </a:cubicBezTo>
                  <a:lnTo>
                    <a:pt x="2140862" y="792732"/>
                  </a:lnTo>
                  <a:lnTo>
                    <a:pt x="2126714" y="825381"/>
                  </a:lnTo>
                  <a:lnTo>
                    <a:pt x="2120728" y="825925"/>
                  </a:lnTo>
                  <a:lnTo>
                    <a:pt x="2114198" y="827557"/>
                  </a:lnTo>
                  <a:cubicBezTo>
                    <a:pt x="2112747" y="827920"/>
                    <a:pt x="2111296" y="828102"/>
                    <a:pt x="2109845" y="828102"/>
                  </a:cubicBezTo>
                  <a:cubicBezTo>
                    <a:pt x="2106217" y="828102"/>
                    <a:pt x="2103315" y="827376"/>
                    <a:pt x="2101139" y="825925"/>
                  </a:cubicBezTo>
                  <a:cubicBezTo>
                    <a:pt x="2099688" y="828827"/>
                    <a:pt x="2096967" y="830278"/>
                    <a:pt x="2092976" y="830278"/>
                  </a:cubicBezTo>
                  <a:cubicBezTo>
                    <a:pt x="2091525" y="830278"/>
                    <a:pt x="2089893" y="830097"/>
                    <a:pt x="2088079" y="829734"/>
                  </a:cubicBezTo>
                  <a:cubicBezTo>
                    <a:pt x="2086628" y="829734"/>
                    <a:pt x="2085358" y="829553"/>
                    <a:pt x="2084270" y="829190"/>
                  </a:cubicBezTo>
                  <a:cubicBezTo>
                    <a:pt x="2081730" y="830278"/>
                    <a:pt x="2078466" y="831185"/>
                    <a:pt x="2074475" y="831911"/>
                  </a:cubicBezTo>
                  <a:lnTo>
                    <a:pt x="2069034" y="832455"/>
                  </a:lnTo>
                  <a:lnTo>
                    <a:pt x="2063592" y="832999"/>
                  </a:lnTo>
                  <a:cubicBezTo>
                    <a:pt x="2058513" y="833362"/>
                    <a:pt x="2054523" y="833725"/>
                    <a:pt x="2051621" y="834087"/>
                  </a:cubicBezTo>
                  <a:cubicBezTo>
                    <a:pt x="2047630" y="835176"/>
                    <a:pt x="2044002" y="836627"/>
                    <a:pt x="2040738" y="838440"/>
                  </a:cubicBezTo>
                  <a:lnTo>
                    <a:pt x="2030943" y="838440"/>
                  </a:lnTo>
                  <a:cubicBezTo>
                    <a:pt x="2026590" y="838803"/>
                    <a:pt x="2023325" y="840436"/>
                    <a:pt x="2021148" y="843338"/>
                  </a:cubicBezTo>
                  <a:cubicBezTo>
                    <a:pt x="2020423" y="841524"/>
                    <a:pt x="2018972" y="839891"/>
                    <a:pt x="2016795" y="838440"/>
                  </a:cubicBezTo>
                  <a:cubicBezTo>
                    <a:pt x="2017158" y="839529"/>
                    <a:pt x="2017339" y="840436"/>
                    <a:pt x="2017339" y="841161"/>
                  </a:cubicBezTo>
                  <a:cubicBezTo>
                    <a:pt x="2017339" y="841887"/>
                    <a:pt x="2017158" y="842431"/>
                    <a:pt x="2016795" y="842794"/>
                  </a:cubicBezTo>
                  <a:cubicBezTo>
                    <a:pt x="2015344" y="842794"/>
                    <a:pt x="2013530" y="842975"/>
                    <a:pt x="2011353" y="843338"/>
                  </a:cubicBezTo>
                  <a:lnTo>
                    <a:pt x="2006456" y="844970"/>
                  </a:lnTo>
                  <a:cubicBezTo>
                    <a:pt x="2004280" y="845333"/>
                    <a:pt x="2002284" y="845514"/>
                    <a:pt x="2000470" y="845514"/>
                  </a:cubicBezTo>
                  <a:cubicBezTo>
                    <a:pt x="1998656" y="845514"/>
                    <a:pt x="1997024" y="845333"/>
                    <a:pt x="1995573" y="844970"/>
                  </a:cubicBezTo>
                  <a:cubicBezTo>
                    <a:pt x="1993396" y="847510"/>
                    <a:pt x="1990676" y="849142"/>
                    <a:pt x="1987411" y="849868"/>
                  </a:cubicBezTo>
                  <a:lnTo>
                    <a:pt x="1983057" y="850956"/>
                  </a:lnTo>
                  <a:lnTo>
                    <a:pt x="1978160" y="850956"/>
                  </a:lnTo>
                  <a:cubicBezTo>
                    <a:pt x="1970179" y="852044"/>
                    <a:pt x="1964375" y="855128"/>
                    <a:pt x="1960747" y="860207"/>
                  </a:cubicBezTo>
                  <a:cubicBezTo>
                    <a:pt x="1958933" y="858756"/>
                    <a:pt x="1956757" y="858030"/>
                    <a:pt x="1954217" y="858030"/>
                  </a:cubicBezTo>
                  <a:cubicBezTo>
                    <a:pt x="1952766" y="858030"/>
                    <a:pt x="1951315" y="858393"/>
                    <a:pt x="1949864" y="859118"/>
                  </a:cubicBezTo>
                  <a:cubicBezTo>
                    <a:pt x="1946962" y="860207"/>
                    <a:pt x="1944241" y="862020"/>
                    <a:pt x="1941702" y="864560"/>
                  </a:cubicBezTo>
                  <a:cubicBezTo>
                    <a:pt x="1935172" y="864560"/>
                    <a:pt x="1927917" y="866374"/>
                    <a:pt x="1919936" y="870001"/>
                  </a:cubicBezTo>
                  <a:lnTo>
                    <a:pt x="1910141" y="874355"/>
                  </a:lnTo>
                  <a:cubicBezTo>
                    <a:pt x="1906150" y="875806"/>
                    <a:pt x="1902341" y="876894"/>
                    <a:pt x="1898714" y="877619"/>
                  </a:cubicBezTo>
                  <a:lnTo>
                    <a:pt x="1898714" y="878164"/>
                  </a:lnTo>
                  <a:cubicBezTo>
                    <a:pt x="1898714" y="878889"/>
                    <a:pt x="1898351" y="879433"/>
                    <a:pt x="1897625" y="879796"/>
                  </a:cubicBezTo>
                  <a:lnTo>
                    <a:pt x="1896537" y="880884"/>
                  </a:lnTo>
                  <a:cubicBezTo>
                    <a:pt x="1896174" y="881247"/>
                    <a:pt x="1895993" y="881791"/>
                    <a:pt x="1895993" y="882517"/>
                  </a:cubicBezTo>
                  <a:cubicBezTo>
                    <a:pt x="1887649" y="883605"/>
                    <a:pt x="1881301" y="888865"/>
                    <a:pt x="1876948" y="898297"/>
                  </a:cubicBezTo>
                  <a:cubicBezTo>
                    <a:pt x="1877310" y="900474"/>
                    <a:pt x="1878036" y="903013"/>
                    <a:pt x="1879124" y="905915"/>
                  </a:cubicBezTo>
                  <a:lnTo>
                    <a:pt x="1881845" y="914078"/>
                  </a:lnTo>
                  <a:cubicBezTo>
                    <a:pt x="1884747" y="920970"/>
                    <a:pt x="1886380" y="926049"/>
                    <a:pt x="1886742" y="929314"/>
                  </a:cubicBezTo>
                  <a:cubicBezTo>
                    <a:pt x="1888194" y="931128"/>
                    <a:pt x="1889463" y="933123"/>
                    <a:pt x="1890552" y="935300"/>
                  </a:cubicBezTo>
                  <a:cubicBezTo>
                    <a:pt x="1892003" y="938565"/>
                    <a:pt x="1893998" y="940923"/>
                    <a:pt x="1896537" y="942374"/>
                  </a:cubicBezTo>
                  <a:cubicBezTo>
                    <a:pt x="1897625" y="943462"/>
                    <a:pt x="1898532" y="944006"/>
                    <a:pt x="1899258" y="944006"/>
                  </a:cubicBezTo>
                  <a:cubicBezTo>
                    <a:pt x="1899983" y="944006"/>
                    <a:pt x="1900528" y="943643"/>
                    <a:pt x="1900890" y="942918"/>
                  </a:cubicBezTo>
                  <a:lnTo>
                    <a:pt x="1905788" y="937476"/>
                  </a:lnTo>
                  <a:lnTo>
                    <a:pt x="1911229" y="932579"/>
                  </a:lnTo>
                  <a:cubicBezTo>
                    <a:pt x="1915220" y="929314"/>
                    <a:pt x="1919210" y="927681"/>
                    <a:pt x="1923201" y="927681"/>
                  </a:cubicBezTo>
                  <a:lnTo>
                    <a:pt x="1925377" y="922784"/>
                  </a:lnTo>
                  <a:cubicBezTo>
                    <a:pt x="1933358" y="919156"/>
                    <a:pt x="1946055" y="914259"/>
                    <a:pt x="1963468" y="908092"/>
                  </a:cubicBezTo>
                  <a:lnTo>
                    <a:pt x="1983057" y="900474"/>
                  </a:lnTo>
                  <a:cubicBezTo>
                    <a:pt x="1990313" y="897934"/>
                    <a:pt x="1996661" y="895395"/>
                    <a:pt x="2002103" y="892856"/>
                  </a:cubicBezTo>
                  <a:cubicBezTo>
                    <a:pt x="2003191" y="893219"/>
                    <a:pt x="2004461" y="893400"/>
                    <a:pt x="2005912" y="893400"/>
                  </a:cubicBezTo>
                  <a:cubicBezTo>
                    <a:pt x="2009540" y="893400"/>
                    <a:pt x="2013530" y="892312"/>
                    <a:pt x="2017883" y="890135"/>
                  </a:cubicBezTo>
                  <a:cubicBezTo>
                    <a:pt x="2022962" y="887958"/>
                    <a:pt x="2027496" y="886870"/>
                    <a:pt x="2031487" y="886870"/>
                  </a:cubicBezTo>
                  <a:lnTo>
                    <a:pt x="2034208" y="886870"/>
                  </a:lnTo>
                  <a:cubicBezTo>
                    <a:pt x="2038924" y="885056"/>
                    <a:pt x="2044547" y="883605"/>
                    <a:pt x="2051076" y="882517"/>
                  </a:cubicBezTo>
                  <a:lnTo>
                    <a:pt x="2068490" y="879796"/>
                  </a:lnTo>
                  <a:cubicBezTo>
                    <a:pt x="2083726" y="877619"/>
                    <a:pt x="2094972" y="875080"/>
                    <a:pt x="2102227" y="872178"/>
                  </a:cubicBezTo>
                  <a:lnTo>
                    <a:pt x="2108213" y="872178"/>
                  </a:lnTo>
                  <a:cubicBezTo>
                    <a:pt x="2105310" y="877257"/>
                    <a:pt x="2103315" y="882880"/>
                    <a:pt x="2102227" y="889047"/>
                  </a:cubicBezTo>
                  <a:lnTo>
                    <a:pt x="2101139" y="889047"/>
                  </a:lnTo>
                  <a:cubicBezTo>
                    <a:pt x="2101139" y="892312"/>
                    <a:pt x="2100594" y="895758"/>
                    <a:pt x="2099506" y="899386"/>
                  </a:cubicBezTo>
                  <a:lnTo>
                    <a:pt x="2100050" y="899386"/>
                  </a:lnTo>
                  <a:cubicBezTo>
                    <a:pt x="2099325" y="901925"/>
                    <a:pt x="2098236" y="904283"/>
                    <a:pt x="2096785" y="906460"/>
                  </a:cubicBezTo>
                  <a:lnTo>
                    <a:pt x="2093520" y="912989"/>
                  </a:lnTo>
                  <a:lnTo>
                    <a:pt x="2093520" y="913534"/>
                  </a:lnTo>
                  <a:lnTo>
                    <a:pt x="2092976" y="914078"/>
                  </a:lnTo>
                  <a:lnTo>
                    <a:pt x="2092976" y="916254"/>
                  </a:lnTo>
                  <a:cubicBezTo>
                    <a:pt x="2092251" y="919156"/>
                    <a:pt x="2091344" y="921514"/>
                    <a:pt x="2090256" y="923328"/>
                  </a:cubicBezTo>
                  <a:lnTo>
                    <a:pt x="2090256" y="923872"/>
                  </a:lnTo>
                  <a:cubicBezTo>
                    <a:pt x="2062141" y="1004044"/>
                    <a:pt x="2040375" y="1078639"/>
                    <a:pt x="2024957" y="1147655"/>
                  </a:cubicBezTo>
                  <a:lnTo>
                    <a:pt x="2022134" y="1161458"/>
                  </a:lnTo>
                  <a:lnTo>
                    <a:pt x="2019500" y="1164830"/>
                  </a:lnTo>
                  <a:cubicBezTo>
                    <a:pt x="2018094" y="1166893"/>
                    <a:pt x="2017346" y="1168378"/>
                    <a:pt x="2017255" y="1169285"/>
                  </a:cubicBezTo>
                  <a:cubicBezTo>
                    <a:pt x="2016893" y="1169648"/>
                    <a:pt x="2016530" y="1170011"/>
                    <a:pt x="2016167" y="1170374"/>
                  </a:cubicBezTo>
                  <a:cubicBezTo>
                    <a:pt x="2014353" y="1171099"/>
                    <a:pt x="2012902" y="1172188"/>
                    <a:pt x="2011814" y="1173639"/>
                  </a:cubicBezTo>
                  <a:cubicBezTo>
                    <a:pt x="2011088" y="1175090"/>
                    <a:pt x="2010725" y="1176541"/>
                    <a:pt x="2010726" y="1177992"/>
                  </a:cubicBezTo>
                  <a:lnTo>
                    <a:pt x="2010726" y="1180168"/>
                  </a:lnTo>
                  <a:cubicBezTo>
                    <a:pt x="2010725" y="1180894"/>
                    <a:pt x="2010363" y="1181438"/>
                    <a:pt x="2009637" y="1181801"/>
                  </a:cubicBezTo>
                  <a:cubicBezTo>
                    <a:pt x="2006010" y="1182526"/>
                    <a:pt x="2003289" y="1185247"/>
                    <a:pt x="2001475" y="1189963"/>
                  </a:cubicBezTo>
                  <a:lnTo>
                    <a:pt x="2000387" y="1192684"/>
                  </a:lnTo>
                  <a:lnTo>
                    <a:pt x="1999298" y="1194861"/>
                  </a:lnTo>
                  <a:cubicBezTo>
                    <a:pt x="1998210" y="1196674"/>
                    <a:pt x="1996759" y="1197763"/>
                    <a:pt x="1994945" y="1198126"/>
                  </a:cubicBezTo>
                  <a:cubicBezTo>
                    <a:pt x="1994220" y="1198488"/>
                    <a:pt x="1993857" y="1199032"/>
                    <a:pt x="1993857" y="1199758"/>
                  </a:cubicBezTo>
                  <a:cubicBezTo>
                    <a:pt x="1993857" y="1201572"/>
                    <a:pt x="1992950" y="1203567"/>
                    <a:pt x="1991136" y="1205744"/>
                  </a:cubicBezTo>
                  <a:lnTo>
                    <a:pt x="1988960" y="1208464"/>
                  </a:lnTo>
                  <a:lnTo>
                    <a:pt x="1987327" y="1211185"/>
                  </a:lnTo>
                  <a:cubicBezTo>
                    <a:pt x="1986601" y="1211185"/>
                    <a:pt x="1985513" y="1210641"/>
                    <a:pt x="1984062" y="1209553"/>
                  </a:cubicBezTo>
                  <a:lnTo>
                    <a:pt x="1984606" y="1210641"/>
                  </a:lnTo>
                  <a:lnTo>
                    <a:pt x="1984606" y="1211729"/>
                  </a:lnTo>
                  <a:cubicBezTo>
                    <a:pt x="1984969" y="1212455"/>
                    <a:pt x="1985150" y="1212999"/>
                    <a:pt x="1985150" y="1213362"/>
                  </a:cubicBezTo>
                  <a:cubicBezTo>
                    <a:pt x="1985150" y="1213725"/>
                    <a:pt x="1984788" y="1214087"/>
                    <a:pt x="1984062" y="1214450"/>
                  </a:cubicBezTo>
                  <a:cubicBezTo>
                    <a:pt x="1982611" y="1215176"/>
                    <a:pt x="1981341" y="1216627"/>
                    <a:pt x="1980253" y="1218803"/>
                  </a:cubicBezTo>
                  <a:lnTo>
                    <a:pt x="1979165" y="1221524"/>
                  </a:lnTo>
                  <a:lnTo>
                    <a:pt x="1978076" y="1223701"/>
                  </a:lnTo>
                  <a:lnTo>
                    <a:pt x="1977532" y="1224245"/>
                  </a:lnTo>
                  <a:cubicBezTo>
                    <a:pt x="1974267" y="1226059"/>
                    <a:pt x="1970821" y="1229686"/>
                    <a:pt x="1967193" y="1235128"/>
                  </a:cubicBezTo>
                  <a:lnTo>
                    <a:pt x="1963384" y="1241114"/>
                  </a:lnTo>
                  <a:cubicBezTo>
                    <a:pt x="1961933" y="1242927"/>
                    <a:pt x="1960301" y="1244378"/>
                    <a:pt x="1958487" y="1245467"/>
                  </a:cubicBezTo>
                  <a:cubicBezTo>
                    <a:pt x="1958124" y="1245467"/>
                    <a:pt x="1957943" y="1245648"/>
                    <a:pt x="1957943" y="1246011"/>
                  </a:cubicBezTo>
                  <a:lnTo>
                    <a:pt x="1957399" y="1248732"/>
                  </a:lnTo>
                  <a:lnTo>
                    <a:pt x="1956310" y="1250908"/>
                  </a:lnTo>
                  <a:cubicBezTo>
                    <a:pt x="1955222" y="1253085"/>
                    <a:pt x="1953590" y="1254173"/>
                    <a:pt x="1951413" y="1254173"/>
                  </a:cubicBezTo>
                  <a:cubicBezTo>
                    <a:pt x="1950325" y="1254173"/>
                    <a:pt x="1949780" y="1254536"/>
                    <a:pt x="1949780" y="1255262"/>
                  </a:cubicBezTo>
                  <a:cubicBezTo>
                    <a:pt x="1949418" y="1256713"/>
                    <a:pt x="1948692" y="1258345"/>
                    <a:pt x="1947604" y="1260159"/>
                  </a:cubicBezTo>
                  <a:lnTo>
                    <a:pt x="1943795" y="1263968"/>
                  </a:lnTo>
                  <a:cubicBezTo>
                    <a:pt x="1940530" y="1267233"/>
                    <a:pt x="1938716" y="1270135"/>
                    <a:pt x="1938353" y="1272674"/>
                  </a:cubicBezTo>
                  <a:lnTo>
                    <a:pt x="1936721" y="1272130"/>
                  </a:lnTo>
                  <a:lnTo>
                    <a:pt x="1936176" y="1271586"/>
                  </a:lnTo>
                  <a:lnTo>
                    <a:pt x="1935088" y="1272130"/>
                  </a:lnTo>
                  <a:cubicBezTo>
                    <a:pt x="1934000" y="1275032"/>
                    <a:pt x="1931642" y="1278479"/>
                    <a:pt x="1928014" y="1282469"/>
                  </a:cubicBezTo>
                  <a:lnTo>
                    <a:pt x="1923661" y="1287367"/>
                  </a:lnTo>
                  <a:cubicBezTo>
                    <a:pt x="1922210" y="1289543"/>
                    <a:pt x="1921122" y="1291357"/>
                    <a:pt x="1920396" y="1292808"/>
                  </a:cubicBezTo>
                  <a:cubicBezTo>
                    <a:pt x="1920396" y="1293534"/>
                    <a:pt x="1920033" y="1293896"/>
                    <a:pt x="1919308" y="1293896"/>
                  </a:cubicBezTo>
                  <a:cubicBezTo>
                    <a:pt x="1917857" y="1293896"/>
                    <a:pt x="1916768" y="1294259"/>
                    <a:pt x="1916043" y="1294985"/>
                  </a:cubicBezTo>
                  <a:lnTo>
                    <a:pt x="1913866" y="1297705"/>
                  </a:lnTo>
                  <a:cubicBezTo>
                    <a:pt x="1911690" y="1299882"/>
                    <a:pt x="1909513" y="1300970"/>
                    <a:pt x="1907336" y="1300970"/>
                  </a:cubicBezTo>
                  <a:lnTo>
                    <a:pt x="1907881" y="1302603"/>
                  </a:lnTo>
                  <a:lnTo>
                    <a:pt x="1907881" y="1303147"/>
                  </a:lnTo>
                  <a:cubicBezTo>
                    <a:pt x="1907881" y="1303873"/>
                    <a:pt x="1908062" y="1304417"/>
                    <a:pt x="1908425" y="1304779"/>
                  </a:cubicBezTo>
                  <a:cubicBezTo>
                    <a:pt x="1905523" y="1305505"/>
                    <a:pt x="1902620" y="1307863"/>
                    <a:pt x="1899718" y="1311853"/>
                  </a:cubicBezTo>
                  <a:lnTo>
                    <a:pt x="1895909" y="1315662"/>
                  </a:lnTo>
                  <a:cubicBezTo>
                    <a:pt x="1894458" y="1317114"/>
                    <a:pt x="1892826" y="1318020"/>
                    <a:pt x="1891012" y="1318383"/>
                  </a:cubicBezTo>
                  <a:cubicBezTo>
                    <a:pt x="1890649" y="1318746"/>
                    <a:pt x="1890468" y="1319109"/>
                    <a:pt x="1890468" y="1319472"/>
                  </a:cubicBezTo>
                  <a:cubicBezTo>
                    <a:pt x="1890105" y="1320923"/>
                    <a:pt x="1889379" y="1322192"/>
                    <a:pt x="1888291" y="1323281"/>
                  </a:cubicBezTo>
                  <a:lnTo>
                    <a:pt x="1884482" y="1326001"/>
                  </a:lnTo>
                  <a:cubicBezTo>
                    <a:pt x="1881580" y="1328541"/>
                    <a:pt x="1880129" y="1330899"/>
                    <a:pt x="1880129" y="1333075"/>
                  </a:cubicBezTo>
                  <a:lnTo>
                    <a:pt x="1879585" y="1333075"/>
                  </a:lnTo>
                  <a:lnTo>
                    <a:pt x="1879041" y="1332531"/>
                  </a:lnTo>
                  <a:lnTo>
                    <a:pt x="1879041" y="1331987"/>
                  </a:lnTo>
                  <a:lnTo>
                    <a:pt x="1878496" y="1331987"/>
                  </a:lnTo>
                  <a:cubicBezTo>
                    <a:pt x="1877045" y="1332713"/>
                    <a:pt x="1875957" y="1333257"/>
                    <a:pt x="1875232" y="1333620"/>
                  </a:cubicBezTo>
                  <a:lnTo>
                    <a:pt x="1872511" y="1335252"/>
                  </a:lnTo>
                  <a:cubicBezTo>
                    <a:pt x="1870697" y="1336340"/>
                    <a:pt x="1868702" y="1336884"/>
                    <a:pt x="1866525" y="1336884"/>
                  </a:cubicBezTo>
                  <a:lnTo>
                    <a:pt x="1866525" y="1335796"/>
                  </a:lnTo>
                  <a:lnTo>
                    <a:pt x="1864348" y="1335796"/>
                  </a:lnTo>
                  <a:lnTo>
                    <a:pt x="1865437" y="1336884"/>
                  </a:lnTo>
                  <a:lnTo>
                    <a:pt x="1864893" y="1337429"/>
                  </a:lnTo>
                  <a:lnTo>
                    <a:pt x="1864893" y="1337973"/>
                  </a:lnTo>
                  <a:cubicBezTo>
                    <a:pt x="1864893" y="1338336"/>
                    <a:pt x="1864711" y="1338517"/>
                    <a:pt x="1864348" y="1338517"/>
                  </a:cubicBezTo>
                  <a:cubicBezTo>
                    <a:pt x="1863986" y="1338517"/>
                    <a:pt x="1863623" y="1338154"/>
                    <a:pt x="1863260" y="1337429"/>
                  </a:cubicBezTo>
                  <a:lnTo>
                    <a:pt x="1864893" y="1334164"/>
                  </a:lnTo>
                  <a:lnTo>
                    <a:pt x="1866525" y="1331443"/>
                  </a:lnTo>
                  <a:lnTo>
                    <a:pt x="1867613" y="1329810"/>
                  </a:lnTo>
                  <a:lnTo>
                    <a:pt x="1869246" y="1328178"/>
                  </a:lnTo>
                  <a:lnTo>
                    <a:pt x="1868702" y="1328178"/>
                  </a:lnTo>
                  <a:lnTo>
                    <a:pt x="1868702" y="1327634"/>
                  </a:lnTo>
                  <a:lnTo>
                    <a:pt x="1870878" y="1327634"/>
                  </a:lnTo>
                  <a:lnTo>
                    <a:pt x="1870878" y="1326001"/>
                  </a:lnTo>
                  <a:cubicBezTo>
                    <a:pt x="1870878" y="1324913"/>
                    <a:pt x="1870516" y="1323099"/>
                    <a:pt x="1869790" y="1320560"/>
                  </a:cubicBezTo>
                  <a:lnTo>
                    <a:pt x="1869790" y="1320016"/>
                  </a:lnTo>
                  <a:cubicBezTo>
                    <a:pt x="1869790" y="1319290"/>
                    <a:pt x="1869971" y="1318746"/>
                    <a:pt x="1870334" y="1318383"/>
                  </a:cubicBezTo>
                  <a:lnTo>
                    <a:pt x="1870878" y="1316751"/>
                  </a:lnTo>
                  <a:lnTo>
                    <a:pt x="1870878" y="1315118"/>
                  </a:lnTo>
                  <a:cubicBezTo>
                    <a:pt x="1870878" y="1314030"/>
                    <a:pt x="1871422" y="1313486"/>
                    <a:pt x="1872511" y="1313486"/>
                  </a:cubicBezTo>
                  <a:cubicBezTo>
                    <a:pt x="1872148" y="1310946"/>
                    <a:pt x="1871967" y="1308044"/>
                    <a:pt x="1871967" y="1304779"/>
                  </a:cubicBezTo>
                  <a:cubicBezTo>
                    <a:pt x="1871967" y="1299338"/>
                    <a:pt x="1872511" y="1293171"/>
                    <a:pt x="1873599" y="1286278"/>
                  </a:cubicBezTo>
                  <a:lnTo>
                    <a:pt x="1874687" y="1279748"/>
                  </a:lnTo>
                  <a:lnTo>
                    <a:pt x="1875232" y="1272674"/>
                  </a:lnTo>
                  <a:cubicBezTo>
                    <a:pt x="1875594" y="1269047"/>
                    <a:pt x="1875776" y="1265600"/>
                    <a:pt x="1875776" y="1262336"/>
                  </a:cubicBezTo>
                  <a:lnTo>
                    <a:pt x="1875776" y="1257982"/>
                  </a:lnTo>
                  <a:cubicBezTo>
                    <a:pt x="1875776" y="1256894"/>
                    <a:pt x="1875957" y="1255987"/>
                    <a:pt x="1876320" y="1255262"/>
                  </a:cubicBezTo>
                  <a:cubicBezTo>
                    <a:pt x="1878134" y="1251634"/>
                    <a:pt x="1879403" y="1248188"/>
                    <a:pt x="1880129" y="1244923"/>
                  </a:cubicBezTo>
                  <a:cubicBezTo>
                    <a:pt x="1880492" y="1243109"/>
                    <a:pt x="1880673" y="1241295"/>
                    <a:pt x="1880673" y="1239481"/>
                  </a:cubicBezTo>
                  <a:cubicBezTo>
                    <a:pt x="1880673" y="1237305"/>
                    <a:pt x="1880310" y="1235128"/>
                    <a:pt x="1879585" y="1232951"/>
                  </a:cubicBezTo>
                  <a:lnTo>
                    <a:pt x="1879585" y="1231319"/>
                  </a:lnTo>
                  <a:cubicBezTo>
                    <a:pt x="1879585" y="1230231"/>
                    <a:pt x="1879766" y="1229142"/>
                    <a:pt x="1880129" y="1228054"/>
                  </a:cubicBezTo>
                  <a:cubicBezTo>
                    <a:pt x="1884482" y="1222612"/>
                    <a:pt x="1887021" y="1214813"/>
                    <a:pt x="1887747" y="1204655"/>
                  </a:cubicBezTo>
                  <a:lnTo>
                    <a:pt x="1888291" y="1198670"/>
                  </a:lnTo>
                  <a:lnTo>
                    <a:pt x="1888835" y="1193228"/>
                  </a:lnTo>
                  <a:cubicBezTo>
                    <a:pt x="1889561" y="1188875"/>
                    <a:pt x="1891012" y="1185066"/>
                    <a:pt x="1893188" y="1181801"/>
                  </a:cubicBezTo>
                  <a:cubicBezTo>
                    <a:pt x="1893551" y="1181075"/>
                    <a:pt x="1893733" y="1180350"/>
                    <a:pt x="1893733" y="1179624"/>
                  </a:cubicBezTo>
                  <a:lnTo>
                    <a:pt x="1893733" y="1177992"/>
                  </a:lnTo>
                  <a:cubicBezTo>
                    <a:pt x="1893370" y="1176904"/>
                    <a:pt x="1893188" y="1175634"/>
                    <a:pt x="1893188" y="1174183"/>
                  </a:cubicBezTo>
                  <a:cubicBezTo>
                    <a:pt x="1893188" y="1171643"/>
                    <a:pt x="1893733" y="1168378"/>
                    <a:pt x="1894821" y="1164388"/>
                  </a:cubicBezTo>
                  <a:lnTo>
                    <a:pt x="1896453" y="1156770"/>
                  </a:lnTo>
                  <a:lnTo>
                    <a:pt x="1896998" y="1149696"/>
                  </a:lnTo>
                  <a:cubicBezTo>
                    <a:pt x="1897360" y="1148970"/>
                    <a:pt x="1898086" y="1148608"/>
                    <a:pt x="1899174" y="1148608"/>
                  </a:cubicBezTo>
                  <a:cubicBezTo>
                    <a:pt x="1899537" y="1148608"/>
                    <a:pt x="1900262" y="1148789"/>
                    <a:pt x="1901351" y="1149152"/>
                  </a:cubicBezTo>
                  <a:lnTo>
                    <a:pt x="1900807" y="1147519"/>
                  </a:lnTo>
                  <a:lnTo>
                    <a:pt x="1899718" y="1145887"/>
                  </a:lnTo>
                  <a:cubicBezTo>
                    <a:pt x="1898630" y="1144436"/>
                    <a:pt x="1898086" y="1142985"/>
                    <a:pt x="1898086" y="1141534"/>
                  </a:cubicBezTo>
                  <a:cubicBezTo>
                    <a:pt x="1898086" y="1140808"/>
                    <a:pt x="1898267" y="1140082"/>
                    <a:pt x="1898630" y="1139357"/>
                  </a:cubicBezTo>
                  <a:cubicBezTo>
                    <a:pt x="1899356" y="1137906"/>
                    <a:pt x="1899900" y="1136818"/>
                    <a:pt x="1900262" y="1136092"/>
                  </a:cubicBezTo>
                  <a:cubicBezTo>
                    <a:pt x="1900625" y="1134641"/>
                    <a:pt x="1900807" y="1133008"/>
                    <a:pt x="1900807" y="1131195"/>
                  </a:cubicBezTo>
                  <a:lnTo>
                    <a:pt x="1900807" y="1120856"/>
                  </a:lnTo>
                  <a:lnTo>
                    <a:pt x="1900262" y="1115958"/>
                  </a:lnTo>
                  <a:lnTo>
                    <a:pt x="1899174" y="1111605"/>
                  </a:lnTo>
                  <a:cubicBezTo>
                    <a:pt x="1898811" y="1109429"/>
                    <a:pt x="1898086" y="1106889"/>
                    <a:pt x="1896998" y="1103987"/>
                  </a:cubicBezTo>
                  <a:lnTo>
                    <a:pt x="1896453" y="1101810"/>
                  </a:lnTo>
                  <a:cubicBezTo>
                    <a:pt x="1895365" y="1094918"/>
                    <a:pt x="1892826" y="1088932"/>
                    <a:pt x="1888835" y="1083853"/>
                  </a:cubicBezTo>
                  <a:cubicBezTo>
                    <a:pt x="1884482" y="1078775"/>
                    <a:pt x="1879041" y="1075147"/>
                    <a:pt x="1872511" y="1072970"/>
                  </a:cubicBezTo>
                  <a:cubicBezTo>
                    <a:pt x="1868883" y="1071882"/>
                    <a:pt x="1865255" y="1071338"/>
                    <a:pt x="1861628" y="1071338"/>
                  </a:cubicBezTo>
                  <a:cubicBezTo>
                    <a:pt x="1853647" y="1071338"/>
                    <a:pt x="1845303" y="1073514"/>
                    <a:pt x="1836597" y="1077868"/>
                  </a:cubicBezTo>
                  <a:lnTo>
                    <a:pt x="1826258" y="1083309"/>
                  </a:lnTo>
                  <a:cubicBezTo>
                    <a:pt x="1825169" y="1083672"/>
                    <a:pt x="1824262" y="1084398"/>
                    <a:pt x="1823537" y="1085486"/>
                  </a:cubicBezTo>
                  <a:cubicBezTo>
                    <a:pt x="1822449" y="1086937"/>
                    <a:pt x="1820998" y="1089113"/>
                    <a:pt x="1819184" y="1092016"/>
                  </a:cubicBezTo>
                  <a:lnTo>
                    <a:pt x="1814286" y="1099090"/>
                  </a:lnTo>
                  <a:cubicBezTo>
                    <a:pt x="1812472" y="1101266"/>
                    <a:pt x="1811022" y="1102899"/>
                    <a:pt x="1809933" y="1103987"/>
                  </a:cubicBezTo>
                  <a:cubicBezTo>
                    <a:pt x="1808482" y="1105075"/>
                    <a:pt x="1807031" y="1105982"/>
                    <a:pt x="1805580" y="1106708"/>
                  </a:cubicBezTo>
                  <a:cubicBezTo>
                    <a:pt x="1803766" y="1107433"/>
                    <a:pt x="1802678" y="1108522"/>
                    <a:pt x="1802315" y="1109973"/>
                  </a:cubicBezTo>
                  <a:cubicBezTo>
                    <a:pt x="1801227" y="1112875"/>
                    <a:pt x="1799413" y="1116140"/>
                    <a:pt x="1796874" y="1119767"/>
                  </a:cubicBezTo>
                  <a:lnTo>
                    <a:pt x="1789800" y="1129018"/>
                  </a:lnTo>
                  <a:cubicBezTo>
                    <a:pt x="1783270" y="1136999"/>
                    <a:pt x="1779461" y="1143166"/>
                    <a:pt x="1778372" y="1147519"/>
                  </a:cubicBezTo>
                  <a:cubicBezTo>
                    <a:pt x="1778009" y="1147882"/>
                    <a:pt x="1777647" y="1148063"/>
                    <a:pt x="1777284" y="1148063"/>
                  </a:cubicBezTo>
                  <a:lnTo>
                    <a:pt x="1775107" y="1148063"/>
                  </a:lnTo>
                  <a:cubicBezTo>
                    <a:pt x="1774382" y="1148063"/>
                    <a:pt x="1773838" y="1148426"/>
                    <a:pt x="1773475" y="1149152"/>
                  </a:cubicBezTo>
                  <a:cubicBezTo>
                    <a:pt x="1772024" y="1152779"/>
                    <a:pt x="1770029" y="1156770"/>
                    <a:pt x="1767489" y="1161123"/>
                  </a:cubicBezTo>
                  <a:lnTo>
                    <a:pt x="1760415" y="1173094"/>
                  </a:lnTo>
                  <a:cubicBezTo>
                    <a:pt x="1753885" y="1183252"/>
                    <a:pt x="1749714" y="1191414"/>
                    <a:pt x="1747900" y="1197581"/>
                  </a:cubicBezTo>
                  <a:cubicBezTo>
                    <a:pt x="1747537" y="1198307"/>
                    <a:pt x="1746811" y="1199032"/>
                    <a:pt x="1745723" y="1199758"/>
                  </a:cubicBezTo>
                  <a:cubicBezTo>
                    <a:pt x="1742821" y="1201572"/>
                    <a:pt x="1739919" y="1205381"/>
                    <a:pt x="1737017" y="1211185"/>
                  </a:cubicBezTo>
                  <a:lnTo>
                    <a:pt x="1733752" y="1217715"/>
                  </a:lnTo>
                  <a:cubicBezTo>
                    <a:pt x="1732301" y="1219892"/>
                    <a:pt x="1730487" y="1221705"/>
                    <a:pt x="1728310" y="1223157"/>
                  </a:cubicBezTo>
                  <a:lnTo>
                    <a:pt x="1728854" y="1224789"/>
                  </a:lnTo>
                  <a:lnTo>
                    <a:pt x="1728854" y="1226421"/>
                  </a:lnTo>
                  <a:cubicBezTo>
                    <a:pt x="1728854" y="1227510"/>
                    <a:pt x="1729217" y="1228235"/>
                    <a:pt x="1729943" y="1228598"/>
                  </a:cubicBezTo>
                  <a:lnTo>
                    <a:pt x="1726678" y="1231863"/>
                  </a:lnTo>
                  <a:lnTo>
                    <a:pt x="1726678" y="1230231"/>
                  </a:lnTo>
                  <a:cubicBezTo>
                    <a:pt x="1726678" y="1228779"/>
                    <a:pt x="1726496" y="1227328"/>
                    <a:pt x="1726134" y="1225877"/>
                  </a:cubicBezTo>
                  <a:lnTo>
                    <a:pt x="1726134" y="1225333"/>
                  </a:lnTo>
                  <a:lnTo>
                    <a:pt x="1727222" y="1223157"/>
                  </a:lnTo>
                  <a:lnTo>
                    <a:pt x="1728854" y="1220436"/>
                  </a:lnTo>
                  <a:cubicBezTo>
                    <a:pt x="1729580" y="1219347"/>
                    <a:pt x="1729943" y="1218259"/>
                    <a:pt x="1729943" y="1217171"/>
                  </a:cubicBezTo>
                  <a:cubicBezTo>
                    <a:pt x="1729943" y="1216083"/>
                    <a:pt x="1729580" y="1215176"/>
                    <a:pt x="1728854" y="1214450"/>
                  </a:cubicBezTo>
                  <a:lnTo>
                    <a:pt x="1728854" y="1213906"/>
                  </a:lnTo>
                  <a:cubicBezTo>
                    <a:pt x="1728854" y="1213180"/>
                    <a:pt x="1729580" y="1212636"/>
                    <a:pt x="1731031" y="1212273"/>
                  </a:cubicBezTo>
                  <a:lnTo>
                    <a:pt x="1732119" y="1211729"/>
                  </a:lnTo>
                  <a:lnTo>
                    <a:pt x="1733208" y="1211185"/>
                  </a:lnTo>
                  <a:cubicBezTo>
                    <a:pt x="1731031" y="1211185"/>
                    <a:pt x="1729580" y="1210822"/>
                    <a:pt x="1728854" y="1210097"/>
                  </a:cubicBezTo>
                  <a:lnTo>
                    <a:pt x="1729943" y="1206832"/>
                  </a:lnTo>
                  <a:lnTo>
                    <a:pt x="1730487" y="1203567"/>
                  </a:lnTo>
                  <a:cubicBezTo>
                    <a:pt x="1730487" y="1201028"/>
                    <a:pt x="1731394" y="1199032"/>
                    <a:pt x="1733208" y="1197581"/>
                  </a:cubicBezTo>
                  <a:lnTo>
                    <a:pt x="1733752" y="1197037"/>
                  </a:lnTo>
                  <a:cubicBezTo>
                    <a:pt x="1733752" y="1196674"/>
                    <a:pt x="1733570" y="1196312"/>
                    <a:pt x="1733208" y="1195949"/>
                  </a:cubicBezTo>
                  <a:cubicBezTo>
                    <a:pt x="1732482" y="1194498"/>
                    <a:pt x="1732119" y="1193047"/>
                    <a:pt x="1732119" y="1191596"/>
                  </a:cubicBezTo>
                  <a:lnTo>
                    <a:pt x="1732119" y="1190507"/>
                  </a:lnTo>
                  <a:lnTo>
                    <a:pt x="1732664" y="1187787"/>
                  </a:lnTo>
                  <a:lnTo>
                    <a:pt x="1733752" y="1185066"/>
                  </a:lnTo>
                  <a:cubicBezTo>
                    <a:pt x="1734477" y="1183252"/>
                    <a:pt x="1734840" y="1181438"/>
                    <a:pt x="1734840" y="1179624"/>
                  </a:cubicBezTo>
                  <a:cubicBezTo>
                    <a:pt x="1734840" y="1177085"/>
                    <a:pt x="1734115" y="1174908"/>
                    <a:pt x="1732664" y="1173094"/>
                  </a:cubicBezTo>
                  <a:cubicBezTo>
                    <a:pt x="1732301" y="1172732"/>
                    <a:pt x="1732119" y="1172369"/>
                    <a:pt x="1732119" y="1172006"/>
                  </a:cubicBezTo>
                  <a:cubicBezTo>
                    <a:pt x="1732119" y="1171643"/>
                    <a:pt x="1732482" y="1171281"/>
                    <a:pt x="1733208" y="1170918"/>
                  </a:cubicBezTo>
                  <a:cubicBezTo>
                    <a:pt x="1735384" y="1169467"/>
                    <a:pt x="1736472" y="1167653"/>
                    <a:pt x="1736472" y="1165476"/>
                  </a:cubicBezTo>
                  <a:cubicBezTo>
                    <a:pt x="1736472" y="1163662"/>
                    <a:pt x="1735928" y="1161849"/>
                    <a:pt x="1734840" y="1160035"/>
                  </a:cubicBezTo>
                  <a:lnTo>
                    <a:pt x="1734840" y="1158947"/>
                  </a:lnTo>
                  <a:cubicBezTo>
                    <a:pt x="1736291" y="1155682"/>
                    <a:pt x="1737017" y="1151691"/>
                    <a:pt x="1737017" y="1146975"/>
                  </a:cubicBezTo>
                  <a:lnTo>
                    <a:pt x="1737017" y="1137180"/>
                  </a:lnTo>
                  <a:cubicBezTo>
                    <a:pt x="1737017" y="1134278"/>
                    <a:pt x="1737561" y="1131739"/>
                    <a:pt x="1738649" y="1129562"/>
                  </a:cubicBezTo>
                  <a:cubicBezTo>
                    <a:pt x="1737561" y="1129562"/>
                    <a:pt x="1737017" y="1129199"/>
                    <a:pt x="1737017" y="1128474"/>
                  </a:cubicBezTo>
                  <a:lnTo>
                    <a:pt x="1737017" y="1127930"/>
                  </a:lnTo>
                  <a:lnTo>
                    <a:pt x="1736472" y="1126841"/>
                  </a:lnTo>
                  <a:cubicBezTo>
                    <a:pt x="1735747" y="1126479"/>
                    <a:pt x="1735384" y="1126116"/>
                    <a:pt x="1735384" y="1125753"/>
                  </a:cubicBezTo>
                  <a:cubicBezTo>
                    <a:pt x="1735747" y="1124665"/>
                    <a:pt x="1735928" y="1123577"/>
                    <a:pt x="1735928" y="1122488"/>
                  </a:cubicBezTo>
                  <a:cubicBezTo>
                    <a:pt x="1735928" y="1118861"/>
                    <a:pt x="1733752" y="1115414"/>
                    <a:pt x="1729399" y="1112149"/>
                  </a:cubicBezTo>
                  <a:cubicBezTo>
                    <a:pt x="1728673" y="1111424"/>
                    <a:pt x="1727041" y="1111061"/>
                    <a:pt x="1724501" y="1111061"/>
                  </a:cubicBezTo>
                  <a:lnTo>
                    <a:pt x="1718516" y="1111605"/>
                  </a:lnTo>
                  <a:lnTo>
                    <a:pt x="1711442" y="1111605"/>
                  </a:lnTo>
                  <a:cubicBezTo>
                    <a:pt x="1706000" y="1112331"/>
                    <a:pt x="1701828" y="1112693"/>
                    <a:pt x="1698926" y="1112693"/>
                  </a:cubicBezTo>
                  <a:cubicBezTo>
                    <a:pt x="1697112" y="1112693"/>
                    <a:pt x="1694936" y="1112875"/>
                    <a:pt x="1692396" y="1113238"/>
                  </a:cubicBezTo>
                  <a:lnTo>
                    <a:pt x="1689131" y="1113782"/>
                  </a:lnTo>
                  <a:cubicBezTo>
                    <a:pt x="1685504" y="1114507"/>
                    <a:pt x="1682601" y="1115414"/>
                    <a:pt x="1680425" y="1116503"/>
                  </a:cubicBezTo>
                  <a:cubicBezTo>
                    <a:pt x="1678611" y="1117228"/>
                    <a:pt x="1677704" y="1117954"/>
                    <a:pt x="1677704" y="1118679"/>
                  </a:cubicBezTo>
                  <a:lnTo>
                    <a:pt x="1677704" y="1119223"/>
                  </a:lnTo>
                  <a:cubicBezTo>
                    <a:pt x="1680606" y="1122125"/>
                    <a:pt x="1682420" y="1124483"/>
                    <a:pt x="1683146" y="1126297"/>
                  </a:cubicBezTo>
                  <a:cubicBezTo>
                    <a:pt x="1683871" y="1128111"/>
                    <a:pt x="1684234" y="1129744"/>
                    <a:pt x="1684234" y="1131195"/>
                  </a:cubicBezTo>
                  <a:cubicBezTo>
                    <a:pt x="1684234" y="1131920"/>
                    <a:pt x="1684052" y="1132827"/>
                    <a:pt x="1683690" y="1133915"/>
                  </a:cubicBezTo>
                  <a:lnTo>
                    <a:pt x="1683690" y="1134460"/>
                  </a:lnTo>
                  <a:cubicBezTo>
                    <a:pt x="1683690" y="1134822"/>
                    <a:pt x="1683871" y="1135185"/>
                    <a:pt x="1684234" y="1135548"/>
                  </a:cubicBezTo>
                  <a:lnTo>
                    <a:pt x="1685866" y="1136636"/>
                  </a:lnTo>
                  <a:lnTo>
                    <a:pt x="1686955" y="1137724"/>
                  </a:lnTo>
                  <a:lnTo>
                    <a:pt x="1686411" y="1149696"/>
                  </a:lnTo>
                  <a:lnTo>
                    <a:pt x="1686411" y="1156226"/>
                  </a:lnTo>
                  <a:lnTo>
                    <a:pt x="1685866" y="1162756"/>
                  </a:lnTo>
                  <a:lnTo>
                    <a:pt x="1685866" y="1175271"/>
                  </a:lnTo>
                  <a:cubicBezTo>
                    <a:pt x="1685866" y="1180350"/>
                    <a:pt x="1686048" y="1184703"/>
                    <a:pt x="1686411" y="1188331"/>
                  </a:cubicBezTo>
                  <a:lnTo>
                    <a:pt x="1686411" y="1188875"/>
                  </a:lnTo>
                  <a:cubicBezTo>
                    <a:pt x="1684597" y="1190689"/>
                    <a:pt x="1683690" y="1193410"/>
                    <a:pt x="1683690" y="1197037"/>
                  </a:cubicBezTo>
                  <a:lnTo>
                    <a:pt x="1683690" y="1198670"/>
                  </a:lnTo>
                  <a:lnTo>
                    <a:pt x="1684234" y="1203567"/>
                  </a:lnTo>
                  <a:cubicBezTo>
                    <a:pt x="1684234" y="1205381"/>
                    <a:pt x="1683508" y="1207013"/>
                    <a:pt x="1682057" y="1208464"/>
                  </a:cubicBezTo>
                  <a:lnTo>
                    <a:pt x="1682057" y="1212273"/>
                  </a:lnTo>
                  <a:cubicBezTo>
                    <a:pt x="1682057" y="1214813"/>
                    <a:pt x="1681876" y="1217534"/>
                    <a:pt x="1681513" y="1220436"/>
                  </a:cubicBezTo>
                  <a:lnTo>
                    <a:pt x="1678792" y="1231319"/>
                  </a:lnTo>
                  <a:cubicBezTo>
                    <a:pt x="1677341" y="1237123"/>
                    <a:pt x="1676616" y="1242202"/>
                    <a:pt x="1676616" y="1246555"/>
                  </a:cubicBezTo>
                  <a:cubicBezTo>
                    <a:pt x="1676616" y="1249094"/>
                    <a:pt x="1676797" y="1251271"/>
                    <a:pt x="1677160" y="1253085"/>
                  </a:cubicBezTo>
                  <a:cubicBezTo>
                    <a:pt x="1672444" y="1262880"/>
                    <a:pt x="1667728" y="1277935"/>
                    <a:pt x="1663012" y="1298250"/>
                  </a:cubicBezTo>
                  <a:lnTo>
                    <a:pt x="1657570" y="1321104"/>
                  </a:lnTo>
                  <a:cubicBezTo>
                    <a:pt x="1655031" y="1329810"/>
                    <a:pt x="1652310" y="1337610"/>
                    <a:pt x="1649408" y="1344503"/>
                  </a:cubicBezTo>
                  <a:lnTo>
                    <a:pt x="1649408" y="1345047"/>
                  </a:lnTo>
                  <a:cubicBezTo>
                    <a:pt x="1650134" y="1346861"/>
                    <a:pt x="1650496" y="1349219"/>
                    <a:pt x="1650496" y="1352121"/>
                  </a:cubicBezTo>
                  <a:cubicBezTo>
                    <a:pt x="1650496" y="1354660"/>
                    <a:pt x="1650134" y="1357744"/>
                    <a:pt x="1649408" y="1361371"/>
                  </a:cubicBezTo>
                  <a:lnTo>
                    <a:pt x="1648320" y="1370078"/>
                  </a:lnTo>
                  <a:cubicBezTo>
                    <a:pt x="1648320" y="1372980"/>
                    <a:pt x="1648683" y="1375882"/>
                    <a:pt x="1649408" y="1378784"/>
                  </a:cubicBezTo>
                  <a:cubicBezTo>
                    <a:pt x="1649045" y="1378784"/>
                    <a:pt x="1648501" y="1379328"/>
                    <a:pt x="1647776" y="1380417"/>
                  </a:cubicBezTo>
                  <a:lnTo>
                    <a:pt x="1647232" y="1382049"/>
                  </a:lnTo>
                  <a:lnTo>
                    <a:pt x="1646143" y="1383137"/>
                  </a:lnTo>
                  <a:lnTo>
                    <a:pt x="1646143" y="1384226"/>
                  </a:lnTo>
                  <a:lnTo>
                    <a:pt x="1647232" y="1388035"/>
                  </a:lnTo>
                  <a:cubicBezTo>
                    <a:pt x="1647232" y="1389123"/>
                    <a:pt x="1646869" y="1390211"/>
                    <a:pt x="1646143" y="1391300"/>
                  </a:cubicBezTo>
                  <a:cubicBezTo>
                    <a:pt x="1646869" y="1393476"/>
                    <a:pt x="1650496" y="1395109"/>
                    <a:pt x="1657026" y="1396197"/>
                  </a:cubicBezTo>
                  <a:cubicBezTo>
                    <a:pt x="1664282" y="1397648"/>
                    <a:pt x="1670993" y="1399281"/>
                    <a:pt x="1677160" y="1401094"/>
                  </a:cubicBezTo>
                  <a:lnTo>
                    <a:pt x="1680425" y="1401094"/>
                  </a:lnTo>
                  <a:lnTo>
                    <a:pt x="1682601" y="1402183"/>
                  </a:lnTo>
                  <a:lnTo>
                    <a:pt x="1688587" y="1405448"/>
                  </a:lnTo>
                  <a:cubicBezTo>
                    <a:pt x="1691126" y="1406536"/>
                    <a:pt x="1693303" y="1407080"/>
                    <a:pt x="1695117" y="1407080"/>
                  </a:cubicBezTo>
                  <a:cubicBezTo>
                    <a:pt x="1698019" y="1407080"/>
                    <a:pt x="1700014" y="1405992"/>
                    <a:pt x="1701103" y="1403815"/>
                  </a:cubicBezTo>
                  <a:cubicBezTo>
                    <a:pt x="1701103" y="1401639"/>
                    <a:pt x="1701647" y="1399281"/>
                    <a:pt x="1702735" y="1396741"/>
                  </a:cubicBezTo>
                  <a:lnTo>
                    <a:pt x="1706544" y="1390756"/>
                  </a:lnTo>
                  <a:lnTo>
                    <a:pt x="1706544" y="1389667"/>
                  </a:lnTo>
                  <a:lnTo>
                    <a:pt x="1707088" y="1388579"/>
                  </a:lnTo>
                  <a:lnTo>
                    <a:pt x="1707632" y="1385858"/>
                  </a:lnTo>
                  <a:lnTo>
                    <a:pt x="1708177" y="1382593"/>
                  </a:lnTo>
                  <a:cubicBezTo>
                    <a:pt x="1708539" y="1381142"/>
                    <a:pt x="1708721" y="1380054"/>
                    <a:pt x="1708721" y="1379328"/>
                  </a:cubicBezTo>
                  <a:cubicBezTo>
                    <a:pt x="1708721" y="1378603"/>
                    <a:pt x="1708539" y="1378240"/>
                    <a:pt x="1708177" y="1378240"/>
                  </a:cubicBezTo>
                  <a:cubicBezTo>
                    <a:pt x="1711079" y="1373524"/>
                    <a:pt x="1713981" y="1367901"/>
                    <a:pt x="1716883" y="1361371"/>
                  </a:cubicBezTo>
                  <a:lnTo>
                    <a:pt x="1723413" y="1345047"/>
                  </a:lnTo>
                  <a:cubicBezTo>
                    <a:pt x="1729217" y="1330899"/>
                    <a:pt x="1734659" y="1320560"/>
                    <a:pt x="1739737" y="1314030"/>
                  </a:cubicBezTo>
                  <a:lnTo>
                    <a:pt x="1740826" y="1312942"/>
                  </a:lnTo>
                  <a:cubicBezTo>
                    <a:pt x="1750620" y="1283920"/>
                    <a:pt x="1765857" y="1252178"/>
                    <a:pt x="1786535" y="1217715"/>
                  </a:cubicBezTo>
                  <a:cubicBezTo>
                    <a:pt x="1794153" y="1205381"/>
                    <a:pt x="1803585" y="1190507"/>
                    <a:pt x="1814831" y="1173094"/>
                  </a:cubicBezTo>
                  <a:lnTo>
                    <a:pt x="1828978" y="1151872"/>
                  </a:lnTo>
                  <a:lnTo>
                    <a:pt x="1842582" y="1130650"/>
                  </a:lnTo>
                  <a:lnTo>
                    <a:pt x="1843671" y="1130106"/>
                  </a:lnTo>
                  <a:lnTo>
                    <a:pt x="1845847" y="1127930"/>
                  </a:lnTo>
                  <a:lnTo>
                    <a:pt x="1846392" y="1127386"/>
                  </a:lnTo>
                  <a:lnTo>
                    <a:pt x="1848568" y="1127386"/>
                  </a:lnTo>
                  <a:lnTo>
                    <a:pt x="1850200" y="1126841"/>
                  </a:lnTo>
                  <a:cubicBezTo>
                    <a:pt x="1850563" y="1126479"/>
                    <a:pt x="1850926" y="1126297"/>
                    <a:pt x="1851289" y="1126297"/>
                  </a:cubicBezTo>
                  <a:cubicBezTo>
                    <a:pt x="1851652" y="1126297"/>
                    <a:pt x="1852014" y="1126479"/>
                    <a:pt x="1852377" y="1126841"/>
                  </a:cubicBezTo>
                  <a:cubicBezTo>
                    <a:pt x="1852740" y="1127204"/>
                    <a:pt x="1853103" y="1127748"/>
                    <a:pt x="1853465" y="1128474"/>
                  </a:cubicBezTo>
                  <a:lnTo>
                    <a:pt x="1852921" y="1130106"/>
                  </a:lnTo>
                  <a:lnTo>
                    <a:pt x="1852921" y="1130650"/>
                  </a:lnTo>
                  <a:cubicBezTo>
                    <a:pt x="1852558" y="1131013"/>
                    <a:pt x="1852196" y="1131920"/>
                    <a:pt x="1851833" y="1133371"/>
                  </a:cubicBezTo>
                  <a:lnTo>
                    <a:pt x="1851833" y="1134460"/>
                  </a:lnTo>
                  <a:cubicBezTo>
                    <a:pt x="1852196" y="1136273"/>
                    <a:pt x="1852377" y="1138087"/>
                    <a:pt x="1852377" y="1139901"/>
                  </a:cubicBezTo>
                  <a:cubicBezTo>
                    <a:pt x="1852377" y="1141715"/>
                    <a:pt x="1852196" y="1143710"/>
                    <a:pt x="1851833" y="1145887"/>
                  </a:cubicBezTo>
                  <a:lnTo>
                    <a:pt x="1850200" y="1151328"/>
                  </a:lnTo>
                  <a:lnTo>
                    <a:pt x="1848568" y="1156226"/>
                  </a:lnTo>
                  <a:cubicBezTo>
                    <a:pt x="1846392" y="1163844"/>
                    <a:pt x="1845303" y="1170192"/>
                    <a:pt x="1845303" y="1175271"/>
                  </a:cubicBezTo>
                  <a:lnTo>
                    <a:pt x="1845303" y="1179080"/>
                  </a:lnTo>
                  <a:lnTo>
                    <a:pt x="1844759" y="1181257"/>
                  </a:lnTo>
                  <a:cubicBezTo>
                    <a:pt x="1830974" y="1225515"/>
                    <a:pt x="1822993" y="1266326"/>
                    <a:pt x="1820816" y="1303691"/>
                  </a:cubicBezTo>
                  <a:lnTo>
                    <a:pt x="1820272" y="1306412"/>
                  </a:lnTo>
                  <a:lnTo>
                    <a:pt x="1818095" y="1310221"/>
                  </a:lnTo>
                  <a:cubicBezTo>
                    <a:pt x="1817733" y="1310946"/>
                    <a:pt x="1817551" y="1311672"/>
                    <a:pt x="1817551" y="1312398"/>
                  </a:cubicBezTo>
                  <a:lnTo>
                    <a:pt x="1817551" y="1314030"/>
                  </a:lnTo>
                  <a:cubicBezTo>
                    <a:pt x="1817914" y="1315844"/>
                    <a:pt x="1818277" y="1319653"/>
                    <a:pt x="1818640" y="1325457"/>
                  </a:cubicBezTo>
                  <a:lnTo>
                    <a:pt x="1819184" y="1332531"/>
                  </a:lnTo>
                  <a:cubicBezTo>
                    <a:pt x="1819546" y="1335433"/>
                    <a:pt x="1819909" y="1338154"/>
                    <a:pt x="1820272" y="1340694"/>
                  </a:cubicBezTo>
                  <a:lnTo>
                    <a:pt x="1821360" y="1345047"/>
                  </a:lnTo>
                  <a:lnTo>
                    <a:pt x="1821904" y="1346135"/>
                  </a:lnTo>
                  <a:lnTo>
                    <a:pt x="1821904" y="1346679"/>
                  </a:lnTo>
                  <a:lnTo>
                    <a:pt x="1822449" y="1347223"/>
                  </a:lnTo>
                  <a:lnTo>
                    <a:pt x="1822449" y="1349400"/>
                  </a:lnTo>
                  <a:cubicBezTo>
                    <a:pt x="1823900" y="1353028"/>
                    <a:pt x="1825532" y="1356474"/>
                    <a:pt x="1827346" y="1359739"/>
                  </a:cubicBezTo>
                  <a:cubicBezTo>
                    <a:pt x="1831699" y="1366631"/>
                    <a:pt x="1837141" y="1372254"/>
                    <a:pt x="1843671" y="1376608"/>
                  </a:cubicBezTo>
                  <a:cubicBezTo>
                    <a:pt x="1846936" y="1378784"/>
                    <a:pt x="1850200" y="1379873"/>
                    <a:pt x="1853465" y="1379873"/>
                  </a:cubicBezTo>
                  <a:cubicBezTo>
                    <a:pt x="1856005" y="1379873"/>
                    <a:pt x="1858363" y="1379328"/>
                    <a:pt x="1860539" y="1378240"/>
                  </a:cubicBezTo>
                  <a:lnTo>
                    <a:pt x="1862716" y="1378784"/>
                  </a:lnTo>
                  <a:lnTo>
                    <a:pt x="1864348" y="1378784"/>
                  </a:lnTo>
                  <a:lnTo>
                    <a:pt x="1866525" y="1377696"/>
                  </a:lnTo>
                  <a:lnTo>
                    <a:pt x="1868702" y="1377152"/>
                  </a:lnTo>
                  <a:cubicBezTo>
                    <a:pt x="1870153" y="1376426"/>
                    <a:pt x="1870878" y="1375882"/>
                    <a:pt x="1870878" y="1375519"/>
                  </a:cubicBezTo>
                  <a:cubicBezTo>
                    <a:pt x="1878134" y="1375519"/>
                    <a:pt x="1885752" y="1372980"/>
                    <a:pt x="1893733" y="1367901"/>
                  </a:cubicBezTo>
                  <a:lnTo>
                    <a:pt x="1902983" y="1361371"/>
                  </a:lnTo>
                  <a:cubicBezTo>
                    <a:pt x="1905523" y="1359557"/>
                    <a:pt x="1908425" y="1358288"/>
                    <a:pt x="1911690" y="1357562"/>
                  </a:cubicBezTo>
                  <a:lnTo>
                    <a:pt x="1912234" y="1357018"/>
                  </a:lnTo>
                  <a:cubicBezTo>
                    <a:pt x="1916950" y="1351577"/>
                    <a:pt x="1922936" y="1345047"/>
                    <a:pt x="1930191" y="1337429"/>
                  </a:cubicBezTo>
                  <a:lnTo>
                    <a:pt x="1949236" y="1318383"/>
                  </a:lnTo>
                  <a:cubicBezTo>
                    <a:pt x="1964110" y="1302784"/>
                    <a:pt x="1974993" y="1289180"/>
                    <a:pt x="1981885" y="1277572"/>
                  </a:cubicBezTo>
                  <a:lnTo>
                    <a:pt x="1982430" y="1277028"/>
                  </a:lnTo>
                  <a:cubicBezTo>
                    <a:pt x="1987508" y="1273763"/>
                    <a:pt x="1993313" y="1267958"/>
                    <a:pt x="1999842" y="1259615"/>
                  </a:cubicBezTo>
                  <a:lnTo>
                    <a:pt x="2006030" y="1251660"/>
                  </a:lnTo>
                  <a:lnTo>
                    <a:pt x="2000980" y="1293531"/>
                  </a:lnTo>
                  <a:cubicBezTo>
                    <a:pt x="1999507" y="1308693"/>
                    <a:pt x="1998430" y="1323507"/>
                    <a:pt x="1997750" y="1337973"/>
                  </a:cubicBezTo>
                  <a:cubicBezTo>
                    <a:pt x="2002103" y="1335071"/>
                    <a:pt x="2004279" y="1329266"/>
                    <a:pt x="2004280" y="1320560"/>
                  </a:cubicBezTo>
                  <a:lnTo>
                    <a:pt x="2003735" y="1314574"/>
                  </a:lnTo>
                  <a:lnTo>
                    <a:pt x="2003735" y="1309133"/>
                  </a:lnTo>
                  <a:cubicBezTo>
                    <a:pt x="2003372" y="1304417"/>
                    <a:pt x="2003191" y="1300789"/>
                    <a:pt x="2003191" y="1298250"/>
                  </a:cubicBezTo>
                  <a:cubicBezTo>
                    <a:pt x="2004642" y="1289543"/>
                    <a:pt x="2006275" y="1279023"/>
                    <a:pt x="2008088" y="1266689"/>
                  </a:cubicBezTo>
                  <a:lnTo>
                    <a:pt x="2010963" y="1245851"/>
                  </a:lnTo>
                  <a:lnTo>
                    <a:pt x="2015623" y="1240569"/>
                  </a:lnTo>
                  <a:lnTo>
                    <a:pt x="2016167" y="1240025"/>
                  </a:lnTo>
                  <a:cubicBezTo>
                    <a:pt x="2016530" y="1238211"/>
                    <a:pt x="2017437" y="1236398"/>
                    <a:pt x="2018888" y="1234584"/>
                  </a:cubicBezTo>
                  <a:lnTo>
                    <a:pt x="2021927" y="1231924"/>
                  </a:lnTo>
                  <a:lnTo>
                    <a:pt x="2021692" y="1234040"/>
                  </a:lnTo>
                  <a:cubicBezTo>
                    <a:pt x="2019153" y="1250001"/>
                    <a:pt x="2015162" y="1262154"/>
                    <a:pt x="2009721" y="1270498"/>
                  </a:cubicBezTo>
                  <a:cubicBezTo>
                    <a:pt x="2009721" y="1271949"/>
                    <a:pt x="2010084" y="1272674"/>
                    <a:pt x="2010809" y="1272674"/>
                  </a:cubicBezTo>
                  <a:cubicBezTo>
                    <a:pt x="2011172" y="1272674"/>
                    <a:pt x="2011898" y="1272312"/>
                    <a:pt x="2012986" y="1271586"/>
                  </a:cubicBezTo>
                  <a:cubicBezTo>
                    <a:pt x="2014074" y="1270861"/>
                    <a:pt x="2014800" y="1270498"/>
                    <a:pt x="2015162" y="1270498"/>
                  </a:cubicBezTo>
                  <a:lnTo>
                    <a:pt x="2015162" y="1271586"/>
                  </a:lnTo>
                  <a:cubicBezTo>
                    <a:pt x="2014437" y="1272674"/>
                    <a:pt x="2014074" y="1274126"/>
                    <a:pt x="2014074" y="1275939"/>
                  </a:cubicBezTo>
                  <a:lnTo>
                    <a:pt x="2013530" y="1281381"/>
                  </a:lnTo>
                  <a:cubicBezTo>
                    <a:pt x="2013167" y="1285734"/>
                    <a:pt x="2012079" y="1288455"/>
                    <a:pt x="2010265" y="1289543"/>
                  </a:cubicBezTo>
                  <a:lnTo>
                    <a:pt x="2010265" y="1287367"/>
                  </a:lnTo>
                  <a:cubicBezTo>
                    <a:pt x="2010265" y="1285190"/>
                    <a:pt x="2009358" y="1283920"/>
                    <a:pt x="2007544" y="1283558"/>
                  </a:cubicBezTo>
                  <a:cubicBezTo>
                    <a:pt x="2007182" y="1285371"/>
                    <a:pt x="2007000" y="1287004"/>
                    <a:pt x="2007000" y="1288455"/>
                  </a:cubicBezTo>
                  <a:cubicBezTo>
                    <a:pt x="2007000" y="1292083"/>
                    <a:pt x="2007726" y="1295166"/>
                    <a:pt x="2009177" y="1297705"/>
                  </a:cubicBezTo>
                  <a:lnTo>
                    <a:pt x="2009177" y="1293896"/>
                  </a:lnTo>
                  <a:cubicBezTo>
                    <a:pt x="2009540" y="1292808"/>
                    <a:pt x="2009902" y="1292264"/>
                    <a:pt x="2010265" y="1292264"/>
                  </a:cubicBezTo>
                  <a:lnTo>
                    <a:pt x="2010809" y="1292264"/>
                  </a:lnTo>
                  <a:cubicBezTo>
                    <a:pt x="2011172" y="1294803"/>
                    <a:pt x="2011353" y="1297343"/>
                    <a:pt x="2011353" y="1299882"/>
                  </a:cubicBezTo>
                  <a:lnTo>
                    <a:pt x="2011353" y="1303691"/>
                  </a:lnTo>
                  <a:cubicBezTo>
                    <a:pt x="2010990" y="1308044"/>
                    <a:pt x="2009902" y="1311128"/>
                    <a:pt x="2008088" y="1312942"/>
                  </a:cubicBezTo>
                  <a:lnTo>
                    <a:pt x="2008088" y="1309677"/>
                  </a:lnTo>
                  <a:lnTo>
                    <a:pt x="2008633" y="1306956"/>
                  </a:lnTo>
                  <a:cubicBezTo>
                    <a:pt x="2008995" y="1306231"/>
                    <a:pt x="2009177" y="1305686"/>
                    <a:pt x="2009177" y="1305324"/>
                  </a:cubicBezTo>
                  <a:cubicBezTo>
                    <a:pt x="2009177" y="1304235"/>
                    <a:pt x="2008451" y="1303691"/>
                    <a:pt x="2007000" y="1303691"/>
                  </a:cubicBezTo>
                  <a:lnTo>
                    <a:pt x="2007000" y="1313486"/>
                  </a:lnTo>
                  <a:cubicBezTo>
                    <a:pt x="2007000" y="1314937"/>
                    <a:pt x="2006819" y="1316388"/>
                    <a:pt x="2006456" y="1317839"/>
                  </a:cubicBezTo>
                  <a:cubicBezTo>
                    <a:pt x="2008633" y="1318202"/>
                    <a:pt x="2009721" y="1318746"/>
                    <a:pt x="2009721" y="1319472"/>
                  </a:cubicBezTo>
                  <a:cubicBezTo>
                    <a:pt x="2009721" y="1320560"/>
                    <a:pt x="2009540" y="1321104"/>
                    <a:pt x="2009177" y="1321104"/>
                  </a:cubicBezTo>
                  <a:lnTo>
                    <a:pt x="2008633" y="1321104"/>
                  </a:lnTo>
                  <a:lnTo>
                    <a:pt x="2007544" y="1320016"/>
                  </a:lnTo>
                  <a:lnTo>
                    <a:pt x="2005912" y="1320016"/>
                  </a:lnTo>
                  <a:cubicBezTo>
                    <a:pt x="2005549" y="1320741"/>
                    <a:pt x="2005368" y="1321467"/>
                    <a:pt x="2005368" y="1322192"/>
                  </a:cubicBezTo>
                  <a:cubicBezTo>
                    <a:pt x="2005368" y="1324006"/>
                    <a:pt x="2005912" y="1325639"/>
                    <a:pt x="2007000" y="1327090"/>
                  </a:cubicBezTo>
                  <a:lnTo>
                    <a:pt x="2008633" y="1329266"/>
                  </a:lnTo>
                  <a:cubicBezTo>
                    <a:pt x="2009358" y="1330355"/>
                    <a:pt x="2009902" y="1331443"/>
                    <a:pt x="2010265" y="1332531"/>
                  </a:cubicBezTo>
                  <a:cubicBezTo>
                    <a:pt x="2008814" y="1332531"/>
                    <a:pt x="2008088" y="1333620"/>
                    <a:pt x="2008088" y="1335796"/>
                  </a:cubicBezTo>
                  <a:cubicBezTo>
                    <a:pt x="2008088" y="1336522"/>
                    <a:pt x="2008270" y="1337429"/>
                    <a:pt x="2008633" y="1338517"/>
                  </a:cubicBezTo>
                  <a:cubicBezTo>
                    <a:pt x="2008995" y="1339242"/>
                    <a:pt x="2009177" y="1339968"/>
                    <a:pt x="2009177" y="1340694"/>
                  </a:cubicBezTo>
                  <a:cubicBezTo>
                    <a:pt x="2009177" y="1341419"/>
                    <a:pt x="2008995" y="1342145"/>
                    <a:pt x="2008633" y="1342870"/>
                  </a:cubicBezTo>
                  <a:cubicBezTo>
                    <a:pt x="2008270" y="1344321"/>
                    <a:pt x="2007000" y="1345410"/>
                    <a:pt x="2004824" y="1346135"/>
                  </a:cubicBezTo>
                  <a:lnTo>
                    <a:pt x="2008089" y="1351032"/>
                  </a:lnTo>
                  <a:lnTo>
                    <a:pt x="2007544" y="1351032"/>
                  </a:lnTo>
                  <a:cubicBezTo>
                    <a:pt x="2006819" y="1351032"/>
                    <a:pt x="2006275" y="1351214"/>
                    <a:pt x="2005912" y="1351577"/>
                  </a:cubicBezTo>
                  <a:lnTo>
                    <a:pt x="2005368" y="1352665"/>
                  </a:lnTo>
                  <a:lnTo>
                    <a:pt x="2005368" y="1353753"/>
                  </a:lnTo>
                  <a:cubicBezTo>
                    <a:pt x="2005005" y="1355204"/>
                    <a:pt x="2004280" y="1355930"/>
                    <a:pt x="2003191" y="1355930"/>
                  </a:cubicBezTo>
                  <a:cubicBezTo>
                    <a:pt x="2002828" y="1355930"/>
                    <a:pt x="2002466" y="1355748"/>
                    <a:pt x="2002103" y="1355386"/>
                  </a:cubicBezTo>
                  <a:cubicBezTo>
                    <a:pt x="2001740" y="1349581"/>
                    <a:pt x="2000289" y="1346135"/>
                    <a:pt x="1997750" y="1345047"/>
                  </a:cubicBezTo>
                  <a:lnTo>
                    <a:pt x="1997750" y="1360283"/>
                  </a:lnTo>
                  <a:cubicBezTo>
                    <a:pt x="1997750" y="1384226"/>
                    <a:pt x="1999201" y="1404541"/>
                    <a:pt x="2002103" y="1421228"/>
                  </a:cubicBezTo>
                  <a:cubicBezTo>
                    <a:pt x="2006819" y="1446622"/>
                    <a:pt x="2015706" y="1466574"/>
                    <a:pt x="2028766" y="1481085"/>
                  </a:cubicBezTo>
                  <a:lnTo>
                    <a:pt x="2028766" y="1482717"/>
                  </a:lnTo>
                  <a:cubicBezTo>
                    <a:pt x="2028766" y="1485257"/>
                    <a:pt x="2030399" y="1487978"/>
                    <a:pt x="2033664" y="1490880"/>
                  </a:cubicBezTo>
                  <a:lnTo>
                    <a:pt x="2035840" y="1493056"/>
                  </a:lnTo>
                  <a:lnTo>
                    <a:pt x="2038017" y="1495233"/>
                  </a:lnTo>
                  <a:cubicBezTo>
                    <a:pt x="2039831" y="1497410"/>
                    <a:pt x="2040919" y="1499405"/>
                    <a:pt x="2041282" y="1501219"/>
                  </a:cubicBezTo>
                  <a:lnTo>
                    <a:pt x="2046179" y="1501219"/>
                  </a:lnTo>
                  <a:lnTo>
                    <a:pt x="2051076" y="1501763"/>
                  </a:lnTo>
                  <a:cubicBezTo>
                    <a:pt x="2052890" y="1502126"/>
                    <a:pt x="2054523" y="1502307"/>
                    <a:pt x="2055974" y="1502307"/>
                  </a:cubicBezTo>
                  <a:cubicBezTo>
                    <a:pt x="2057425" y="1502307"/>
                    <a:pt x="2058513" y="1502126"/>
                    <a:pt x="2059239" y="1501763"/>
                  </a:cubicBezTo>
                  <a:lnTo>
                    <a:pt x="2059239" y="1499042"/>
                  </a:lnTo>
                  <a:cubicBezTo>
                    <a:pt x="2066494" y="1498316"/>
                    <a:pt x="2073750" y="1495958"/>
                    <a:pt x="2081005" y="1491968"/>
                  </a:cubicBezTo>
                  <a:lnTo>
                    <a:pt x="2081549" y="1490880"/>
                  </a:lnTo>
                  <a:lnTo>
                    <a:pt x="2081549" y="1490336"/>
                  </a:lnTo>
                  <a:cubicBezTo>
                    <a:pt x="2081912" y="1489973"/>
                    <a:pt x="2082093" y="1489610"/>
                    <a:pt x="2082093" y="1489247"/>
                  </a:cubicBezTo>
                  <a:cubicBezTo>
                    <a:pt x="2082093" y="1488522"/>
                    <a:pt x="2081912" y="1487978"/>
                    <a:pt x="2081549" y="1487615"/>
                  </a:cubicBezTo>
                  <a:cubicBezTo>
                    <a:pt x="2083726" y="1487252"/>
                    <a:pt x="2085902" y="1486345"/>
                    <a:pt x="2088079" y="1484894"/>
                  </a:cubicBezTo>
                  <a:lnTo>
                    <a:pt x="2090256" y="1483262"/>
                  </a:lnTo>
                  <a:lnTo>
                    <a:pt x="2092432" y="1481085"/>
                  </a:lnTo>
                  <a:cubicBezTo>
                    <a:pt x="2096060" y="1477457"/>
                    <a:pt x="2099325" y="1475643"/>
                    <a:pt x="2102227" y="1475643"/>
                  </a:cubicBezTo>
                  <a:cubicBezTo>
                    <a:pt x="2101864" y="1473467"/>
                    <a:pt x="2101320" y="1472197"/>
                    <a:pt x="2100594" y="1471834"/>
                  </a:cubicBezTo>
                  <a:cubicBezTo>
                    <a:pt x="2101320" y="1471834"/>
                    <a:pt x="2102227" y="1471653"/>
                    <a:pt x="2103315" y="1471290"/>
                  </a:cubicBezTo>
                  <a:lnTo>
                    <a:pt x="2104404" y="1470746"/>
                  </a:lnTo>
                  <a:lnTo>
                    <a:pt x="2106036" y="1470746"/>
                  </a:lnTo>
                  <a:cubicBezTo>
                    <a:pt x="2107124" y="1468569"/>
                    <a:pt x="2108575" y="1466393"/>
                    <a:pt x="2110389" y="1464216"/>
                  </a:cubicBezTo>
                  <a:lnTo>
                    <a:pt x="2115286" y="1458230"/>
                  </a:lnTo>
                  <a:lnTo>
                    <a:pt x="2120184" y="1451701"/>
                  </a:lnTo>
                  <a:cubicBezTo>
                    <a:pt x="2121998" y="1449524"/>
                    <a:pt x="2123449" y="1447347"/>
                    <a:pt x="2124537" y="1445171"/>
                  </a:cubicBezTo>
                  <a:lnTo>
                    <a:pt x="2128890" y="1440818"/>
                  </a:lnTo>
                  <a:lnTo>
                    <a:pt x="2132699" y="1436464"/>
                  </a:lnTo>
                  <a:cubicBezTo>
                    <a:pt x="2135964" y="1432837"/>
                    <a:pt x="2137597" y="1429390"/>
                    <a:pt x="2137597" y="1426125"/>
                  </a:cubicBezTo>
                  <a:cubicBezTo>
                    <a:pt x="2140499" y="1424312"/>
                    <a:pt x="2143401" y="1420503"/>
                    <a:pt x="2146303" y="1414698"/>
                  </a:cubicBezTo>
                  <a:lnTo>
                    <a:pt x="2150112" y="1408713"/>
                  </a:lnTo>
                  <a:cubicBezTo>
                    <a:pt x="2151926" y="1406173"/>
                    <a:pt x="2153921" y="1404178"/>
                    <a:pt x="2156098" y="1402727"/>
                  </a:cubicBezTo>
                  <a:lnTo>
                    <a:pt x="2156098" y="1401094"/>
                  </a:lnTo>
                  <a:lnTo>
                    <a:pt x="2156642" y="1399462"/>
                  </a:lnTo>
                  <a:cubicBezTo>
                    <a:pt x="2157005" y="1398374"/>
                    <a:pt x="2157186" y="1397467"/>
                    <a:pt x="2157186" y="1396741"/>
                  </a:cubicBezTo>
                  <a:lnTo>
                    <a:pt x="2157186" y="1395653"/>
                  </a:lnTo>
                  <a:cubicBezTo>
                    <a:pt x="2159726" y="1393476"/>
                    <a:pt x="2161902" y="1390574"/>
                    <a:pt x="2163716" y="1386947"/>
                  </a:cubicBezTo>
                  <a:lnTo>
                    <a:pt x="2168069" y="1377152"/>
                  </a:lnTo>
                  <a:cubicBezTo>
                    <a:pt x="2172060" y="1368808"/>
                    <a:pt x="2175869" y="1363004"/>
                    <a:pt x="2179497" y="1359739"/>
                  </a:cubicBezTo>
                  <a:cubicBezTo>
                    <a:pt x="2179497" y="1358651"/>
                    <a:pt x="2180041" y="1356837"/>
                    <a:pt x="2181129" y="1354297"/>
                  </a:cubicBezTo>
                  <a:cubicBezTo>
                    <a:pt x="2181492" y="1352121"/>
                    <a:pt x="2182217" y="1349763"/>
                    <a:pt x="2183306" y="1347223"/>
                  </a:cubicBezTo>
                  <a:cubicBezTo>
                    <a:pt x="2184394" y="1344684"/>
                    <a:pt x="2185301" y="1342689"/>
                    <a:pt x="2186026" y="1341238"/>
                  </a:cubicBezTo>
                  <a:cubicBezTo>
                    <a:pt x="2187115" y="1339061"/>
                    <a:pt x="2188022" y="1337791"/>
                    <a:pt x="2188747" y="1337429"/>
                  </a:cubicBezTo>
                  <a:cubicBezTo>
                    <a:pt x="2189110" y="1335978"/>
                    <a:pt x="2189654" y="1334526"/>
                    <a:pt x="2190380" y="1333075"/>
                  </a:cubicBezTo>
                  <a:lnTo>
                    <a:pt x="2193100" y="1328722"/>
                  </a:lnTo>
                  <a:lnTo>
                    <a:pt x="2193644" y="1327090"/>
                  </a:lnTo>
                  <a:cubicBezTo>
                    <a:pt x="2195821" y="1322736"/>
                    <a:pt x="2198360" y="1319109"/>
                    <a:pt x="2201263" y="1316207"/>
                  </a:cubicBezTo>
                  <a:lnTo>
                    <a:pt x="2201263" y="1315662"/>
                  </a:lnTo>
                  <a:lnTo>
                    <a:pt x="2201807" y="1316207"/>
                  </a:lnTo>
                  <a:lnTo>
                    <a:pt x="2202351" y="1315118"/>
                  </a:lnTo>
                  <a:lnTo>
                    <a:pt x="2210957" y="1297428"/>
                  </a:lnTo>
                  <a:lnTo>
                    <a:pt x="2220903" y="1315662"/>
                  </a:lnTo>
                  <a:cubicBezTo>
                    <a:pt x="2227433" y="1322918"/>
                    <a:pt x="2235051" y="1328904"/>
                    <a:pt x="2243758" y="1333620"/>
                  </a:cubicBezTo>
                  <a:cubicBezTo>
                    <a:pt x="2255729" y="1339061"/>
                    <a:pt x="2269514" y="1341782"/>
                    <a:pt x="2285113" y="1341782"/>
                  </a:cubicBezTo>
                  <a:lnTo>
                    <a:pt x="2293276" y="1341782"/>
                  </a:lnTo>
                  <a:cubicBezTo>
                    <a:pt x="2307061" y="1341056"/>
                    <a:pt x="2321209" y="1337973"/>
                    <a:pt x="2335720" y="1332531"/>
                  </a:cubicBezTo>
                  <a:cubicBezTo>
                    <a:pt x="2346966" y="1328541"/>
                    <a:pt x="2359300" y="1322918"/>
                    <a:pt x="2372722" y="1315662"/>
                  </a:cubicBezTo>
                  <a:cubicBezTo>
                    <a:pt x="2383968" y="1309133"/>
                    <a:pt x="2394851" y="1302421"/>
                    <a:pt x="2405371" y="1295529"/>
                  </a:cubicBezTo>
                  <a:cubicBezTo>
                    <a:pt x="2424235" y="1283195"/>
                    <a:pt x="2444550" y="1268140"/>
                    <a:pt x="2466316" y="1250364"/>
                  </a:cubicBezTo>
                  <a:lnTo>
                    <a:pt x="2467949" y="1248732"/>
                  </a:lnTo>
                  <a:cubicBezTo>
                    <a:pt x="2471939" y="1243290"/>
                    <a:pt x="2477018" y="1236942"/>
                    <a:pt x="2483185" y="1229686"/>
                  </a:cubicBezTo>
                  <a:lnTo>
                    <a:pt x="2490965" y="1221128"/>
                  </a:lnTo>
                  <a:lnTo>
                    <a:pt x="2488417" y="1231319"/>
                  </a:lnTo>
                  <a:cubicBezTo>
                    <a:pt x="2486966" y="1237123"/>
                    <a:pt x="2486241" y="1242202"/>
                    <a:pt x="2486241" y="1246555"/>
                  </a:cubicBezTo>
                  <a:cubicBezTo>
                    <a:pt x="2486241" y="1249094"/>
                    <a:pt x="2486422" y="1251271"/>
                    <a:pt x="2486785" y="1253085"/>
                  </a:cubicBezTo>
                  <a:cubicBezTo>
                    <a:pt x="2482069" y="1262880"/>
                    <a:pt x="2477353" y="1277935"/>
                    <a:pt x="2472637" y="1298250"/>
                  </a:cubicBezTo>
                  <a:lnTo>
                    <a:pt x="2467196" y="1321104"/>
                  </a:lnTo>
                  <a:cubicBezTo>
                    <a:pt x="2464656" y="1329810"/>
                    <a:pt x="2461935" y="1337610"/>
                    <a:pt x="2459033" y="1344503"/>
                  </a:cubicBezTo>
                  <a:lnTo>
                    <a:pt x="2459033" y="1345047"/>
                  </a:lnTo>
                  <a:cubicBezTo>
                    <a:pt x="2459758" y="1346861"/>
                    <a:pt x="2460122" y="1349219"/>
                    <a:pt x="2460122" y="1352121"/>
                  </a:cubicBezTo>
                  <a:cubicBezTo>
                    <a:pt x="2460122" y="1354660"/>
                    <a:pt x="2459758" y="1357744"/>
                    <a:pt x="2459033" y="1361371"/>
                  </a:cubicBezTo>
                  <a:lnTo>
                    <a:pt x="2457945" y="1370078"/>
                  </a:lnTo>
                  <a:cubicBezTo>
                    <a:pt x="2457945" y="1372980"/>
                    <a:pt x="2458308" y="1375882"/>
                    <a:pt x="2459033" y="1378784"/>
                  </a:cubicBezTo>
                  <a:cubicBezTo>
                    <a:pt x="2458670" y="1378784"/>
                    <a:pt x="2458126" y="1379328"/>
                    <a:pt x="2457401" y="1380417"/>
                  </a:cubicBezTo>
                  <a:lnTo>
                    <a:pt x="2456856" y="1382049"/>
                  </a:lnTo>
                  <a:lnTo>
                    <a:pt x="2455768" y="1383137"/>
                  </a:lnTo>
                  <a:lnTo>
                    <a:pt x="2455768" y="1384226"/>
                  </a:lnTo>
                  <a:lnTo>
                    <a:pt x="2456856" y="1388035"/>
                  </a:lnTo>
                  <a:cubicBezTo>
                    <a:pt x="2456856" y="1389123"/>
                    <a:pt x="2456494" y="1390211"/>
                    <a:pt x="2455768" y="1391300"/>
                  </a:cubicBezTo>
                  <a:cubicBezTo>
                    <a:pt x="2456494" y="1393476"/>
                    <a:pt x="2460122" y="1395109"/>
                    <a:pt x="2466651" y="1396197"/>
                  </a:cubicBezTo>
                  <a:cubicBezTo>
                    <a:pt x="2473906" y="1397648"/>
                    <a:pt x="2480618" y="1399281"/>
                    <a:pt x="2486785" y="1401094"/>
                  </a:cubicBezTo>
                  <a:lnTo>
                    <a:pt x="2490050" y="1401094"/>
                  </a:lnTo>
                  <a:lnTo>
                    <a:pt x="2492226" y="1402183"/>
                  </a:lnTo>
                  <a:lnTo>
                    <a:pt x="2498212" y="1405448"/>
                  </a:lnTo>
                  <a:cubicBezTo>
                    <a:pt x="2500751" y="1406536"/>
                    <a:pt x="2502928" y="1407080"/>
                    <a:pt x="2504742" y="1407080"/>
                  </a:cubicBezTo>
                  <a:cubicBezTo>
                    <a:pt x="2507644" y="1407080"/>
                    <a:pt x="2509639" y="1405992"/>
                    <a:pt x="2510728" y="1403815"/>
                  </a:cubicBezTo>
                  <a:cubicBezTo>
                    <a:pt x="2510728" y="1401639"/>
                    <a:pt x="2511272" y="1399281"/>
                    <a:pt x="2512360" y="1396741"/>
                  </a:cubicBezTo>
                  <a:lnTo>
                    <a:pt x="2516169" y="1390756"/>
                  </a:lnTo>
                  <a:lnTo>
                    <a:pt x="2516169" y="1389667"/>
                  </a:lnTo>
                  <a:lnTo>
                    <a:pt x="2516713" y="1388579"/>
                  </a:lnTo>
                  <a:lnTo>
                    <a:pt x="2517258" y="1385858"/>
                  </a:lnTo>
                  <a:lnTo>
                    <a:pt x="2517802" y="1382593"/>
                  </a:lnTo>
                  <a:cubicBezTo>
                    <a:pt x="2518164" y="1381142"/>
                    <a:pt x="2518346" y="1380054"/>
                    <a:pt x="2518346" y="1379328"/>
                  </a:cubicBezTo>
                  <a:cubicBezTo>
                    <a:pt x="2518346" y="1378603"/>
                    <a:pt x="2518164" y="1378240"/>
                    <a:pt x="2517802" y="1378240"/>
                  </a:cubicBezTo>
                  <a:cubicBezTo>
                    <a:pt x="2520704" y="1373524"/>
                    <a:pt x="2523606" y="1367901"/>
                    <a:pt x="2526508" y="1361371"/>
                  </a:cubicBezTo>
                  <a:lnTo>
                    <a:pt x="2533038" y="1345047"/>
                  </a:lnTo>
                  <a:cubicBezTo>
                    <a:pt x="2538842" y="1330899"/>
                    <a:pt x="2544284" y="1320560"/>
                    <a:pt x="2549362" y="1314030"/>
                  </a:cubicBezTo>
                  <a:lnTo>
                    <a:pt x="2550451" y="1312942"/>
                  </a:lnTo>
                  <a:cubicBezTo>
                    <a:pt x="2560246" y="1283920"/>
                    <a:pt x="2575482" y="1252178"/>
                    <a:pt x="2596160" y="1217715"/>
                  </a:cubicBezTo>
                  <a:cubicBezTo>
                    <a:pt x="2603778" y="1205381"/>
                    <a:pt x="2613210" y="1190507"/>
                    <a:pt x="2624456" y="1173094"/>
                  </a:cubicBezTo>
                  <a:lnTo>
                    <a:pt x="2638604" y="1151872"/>
                  </a:lnTo>
                  <a:lnTo>
                    <a:pt x="2652207" y="1130650"/>
                  </a:lnTo>
                  <a:lnTo>
                    <a:pt x="2653296" y="1130106"/>
                  </a:lnTo>
                  <a:lnTo>
                    <a:pt x="2655472" y="1127930"/>
                  </a:lnTo>
                  <a:lnTo>
                    <a:pt x="2656016" y="1127386"/>
                  </a:lnTo>
                  <a:lnTo>
                    <a:pt x="2658193" y="1127386"/>
                  </a:lnTo>
                  <a:lnTo>
                    <a:pt x="2659826" y="1126841"/>
                  </a:lnTo>
                  <a:cubicBezTo>
                    <a:pt x="2660188" y="1126479"/>
                    <a:pt x="2660551" y="1126297"/>
                    <a:pt x="2660914" y="1126297"/>
                  </a:cubicBezTo>
                  <a:cubicBezTo>
                    <a:pt x="2661276" y="1126297"/>
                    <a:pt x="2661639" y="1126479"/>
                    <a:pt x="2662002" y="1126841"/>
                  </a:cubicBezTo>
                  <a:cubicBezTo>
                    <a:pt x="2662365" y="1127204"/>
                    <a:pt x="2662728" y="1127748"/>
                    <a:pt x="2663090" y="1128474"/>
                  </a:cubicBezTo>
                  <a:lnTo>
                    <a:pt x="2662546" y="1130106"/>
                  </a:lnTo>
                  <a:lnTo>
                    <a:pt x="2662546" y="1130650"/>
                  </a:lnTo>
                  <a:cubicBezTo>
                    <a:pt x="2662183" y="1131013"/>
                    <a:pt x="2661821" y="1131920"/>
                    <a:pt x="2661458" y="1133371"/>
                  </a:cubicBezTo>
                  <a:lnTo>
                    <a:pt x="2661458" y="1134460"/>
                  </a:lnTo>
                  <a:cubicBezTo>
                    <a:pt x="2661821" y="1136273"/>
                    <a:pt x="2662002" y="1138087"/>
                    <a:pt x="2662002" y="1139901"/>
                  </a:cubicBezTo>
                  <a:cubicBezTo>
                    <a:pt x="2662002" y="1141715"/>
                    <a:pt x="2661821" y="1143710"/>
                    <a:pt x="2661458" y="1145887"/>
                  </a:cubicBezTo>
                  <a:lnTo>
                    <a:pt x="2659826" y="1151328"/>
                  </a:lnTo>
                  <a:lnTo>
                    <a:pt x="2658193" y="1156226"/>
                  </a:lnTo>
                  <a:cubicBezTo>
                    <a:pt x="2656016" y="1163844"/>
                    <a:pt x="2654928" y="1170192"/>
                    <a:pt x="2654928" y="1175271"/>
                  </a:cubicBezTo>
                  <a:lnTo>
                    <a:pt x="2654928" y="1179080"/>
                  </a:lnTo>
                  <a:lnTo>
                    <a:pt x="2654384" y="1181257"/>
                  </a:lnTo>
                  <a:cubicBezTo>
                    <a:pt x="2640599" y="1225515"/>
                    <a:pt x="2632618" y="1266326"/>
                    <a:pt x="2630441" y="1303691"/>
                  </a:cubicBezTo>
                  <a:lnTo>
                    <a:pt x="2629897" y="1306412"/>
                  </a:lnTo>
                  <a:lnTo>
                    <a:pt x="2627720" y="1310221"/>
                  </a:lnTo>
                  <a:cubicBezTo>
                    <a:pt x="2627358" y="1310946"/>
                    <a:pt x="2627176" y="1311672"/>
                    <a:pt x="2627176" y="1312398"/>
                  </a:cubicBezTo>
                  <a:lnTo>
                    <a:pt x="2627176" y="1314030"/>
                  </a:lnTo>
                  <a:cubicBezTo>
                    <a:pt x="2627539" y="1315844"/>
                    <a:pt x="2627902" y="1319653"/>
                    <a:pt x="2628265" y="1325457"/>
                  </a:cubicBezTo>
                  <a:lnTo>
                    <a:pt x="2628809" y="1332531"/>
                  </a:lnTo>
                  <a:cubicBezTo>
                    <a:pt x="2629172" y="1335433"/>
                    <a:pt x="2629534" y="1338154"/>
                    <a:pt x="2629897" y="1340694"/>
                  </a:cubicBezTo>
                  <a:lnTo>
                    <a:pt x="2630986" y="1345047"/>
                  </a:lnTo>
                  <a:lnTo>
                    <a:pt x="2631530" y="1346135"/>
                  </a:lnTo>
                  <a:lnTo>
                    <a:pt x="2631530" y="1346679"/>
                  </a:lnTo>
                  <a:lnTo>
                    <a:pt x="2632074" y="1347223"/>
                  </a:lnTo>
                  <a:lnTo>
                    <a:pt x="2632074" y="1349400"/>
                  </a:lnTo>
                  <a:cubicBezTo>
                    <a:pt x="2633525" y="1353028"/>
                    <a:pt x="2635157" y="1356474"/>
                    <a:pt x="2636971" y="1359739"/>
                  </a:cubicBezTo>
                  <a:cubicBezTo>
                    <a:pt x="2641324" y="1366631"/>
                    <a:pt x="2646766" y="1372254"/>
                    <a:pt x="2653296" y="1376608"/>
                  </a:cubicBezTo>
                  <a:cubicBezTo>
                    <a:pt x="2656560" y="1378784"/>
                    <a:pt x="2659825" y="1379873"/>
                    <a:pt x="2663090" y="1379873"/>
                  </a:cubicBezTo>
                  <a:cubicBezTo>
                    <a:pt x="2665630" y="1379873"/>
                    <a:pt x="2667988" y="1379328"/>
                    <a:pt x="2670164" y="1378240"/>
                  </a:cubicBezTo>
                  <a:lnTo>
                    <a:pt x="2672341" y="1378784"/>
                  </a:lnTo>
                  <a:lnTo>
                    <a:pt x="2673974" y="1378784"/>
                  </a:lnTo>
                  <a:lnTo>
                    <a:pt x="2676150" y="1377696"/>
                  </a:lnTo>
                  <a:lnTo>
                    <a:pt x="2678327" y="1377152"/>
                  </a:lnTo>
                  <a:cubicBezTo>
                    <a:pt x="2679778" y="1376426"/>
                    <a:pt x="2680503" y="1375882"/>
                    <a:pt x="2680503" y="1375519"/>
                  </a:cubicBezTo>
                  <a:cubicBezTo>
                    <a:pt x="2687759" y="1375519"/>
                    <a:pt x="2695377" y="1372980"/>
                    <a:pt x="2703358" y="1367901"/>
                  </a:cubicBezTo>
                  <a:lnTo>
                    <a:pt x="2712608" y="1361371"/>
                  </a:lnTo>
                  <a:cubicBezTo>
                    <a:pt x="2715148" y="1359557"/>
                    <a:pt x="2718050" y="1358288"/>
                    <a:pt x="2721315" y="1357562"/>
                  </a:cubicBezTo>
                  <a:lnTo>
                    <a:pt x="2721859" y="1357018"/>
                  </a:lnTo>
                  <a:cubicBezTo>
                    <a:pt x="2726575" y="1351577"/>
                    <a:pt x="2732560" y="1345047"/>
                    <a:pt x="2739816" y="1337429"/>
                  </a:cubicBezTo>
                  <a:lnTo>
                    <a:pt x="2758861" y="1318383"/>
                  </a:lnTo>
                  <a:cubicBezTo>
                    <a:pt x="2773735" y="1302784"/>
                    <a:pt x="2784618" y="1289180"/>
                    <a:pt x="2791510" y="1277572"/>
                  </a:cubicBezTo>
                  <a:lnTo>
                    <a:pt x="2792054" y="1277028"/>
                  </a:lnTo>
                  <a:cubicBezTo>
                    <a:pt x="2797133" y="1273763"/>
                    <a:pt x="2802938" y="1267958"/>
                    <a:pt x="2809467" y="1259615"/>
                  </a:cubicBezTo>
                  <a:lnTo>
                    <a:pt x="2815655" y="1251660"/>
                  </a:lnTo>
                  <a:lnTo>
                    <a:pt x="2810606" y="1293531"/>
                  </a:lnTo>
                  <a:cubicBezTo>
                    <a:pt x="2809132" y="1308693"/>
                    <a:pt x="2808055" y="1323507"/>
                    <a:pt x="2807374" y="1337973"/>
                  </a:cubicBezTo>
                  <a:cubicBezTo>
                    <a:pt x="2811728" y="1335071"/>
                    <a:pt x="2813904" y="1329266"/>
                    <a:pt x="2813904" y="1320560"/>
                  </a:cubicBezTo>
                  <a:lnTo>
                    <a:pt x="2813360" y="1314574"/>
                  </a:lnTo>
                  <a:lnTo>
                    <a:pt x="2813360" y="1309133"/>
                  </a:lnTo>
                  <a:cubicBezTo>
                    <a:pt x="2812998" y="1304417"/>
                    <a:pt x="2812816" y="1300789"/>
                    <a:pt x="2812816" y="1298250"/>
                  </a:cubicBezTo>
                  <a:cubicBezTo>
                    <a:pt x="2814267" y="1289543"/>
                    <a:pt x="2815900" y="1279023"/>
                    <a:pt x="2817713" y="1266689"/>
                  </a:cubicBezTo>
                  <a:lnTo>
                    <a:pt x="2820588" y="1245851"/>
                  </a:lnTo>
                  <a:lnTo>
                    <a:pt x="2825248" y="1240569"/>
                  </a:lnTo>
                  <a:lnTo>
                    <a:pt x="2825792" y="1240025"/>
                  </a:lnTo>
                  <a:cubicBezTo>
                    <a:pt x="2826155" y="1238211"/>
                    <a:pt x="2827062" y="1236398"/>
                    <a:pt x="2828513" y="1234584"/>
                  </a:cubicBezTo>
                  <a:lnTo>
                    <a:pt x="2831552" y="1231924"/>
                  </a:lnTo>
                  <a:lnTo>
                    <a:pt x="2831317" y="1234040"/>
                  </a:lnTo>
                  <a:cubicBezTo>
                    <a:pt x="2828778" y="1250001"/>
                    <a:pt x="2824787" y="1262154"/>
                    <a:pt x="2819346" y="1270498"/>
                  </a:cubicBezTo>
                  <a:cubicBezTo>
                    <a:pt x="2819346" y="1271949"/>
                    <a:pt x="2819709" y="1272674"/>
                    <a:pt x="2820434" y="1272674"/>
                  </a:cubicBezTo>
                  <a:cubicBezTo>
                    <a:pt x="2820797" y="1272674"/>
                    <a:pt x="2821522" y="1272312"/>
                    <a:pt x="2822611" y="1271586"/>
                  </a:cubicBezTo>
                  <a:cubicBezTo>
                    <a:pt x="2823699" y="1270861"/>
                    <a:pt x="2824425" y="1270498"/>
                    <a:pt x="2824787" y="1270498"/>
                  </a:cubicBezTo>
                  <a:lnTo>
                    <a:pt x="2824787" y="1271586"/>
                  </a:lnTo>
                  <a:cubicBezTo>
                    <a:pt x="2824062" y="1272674"/>
                    <a:pt x="2823699" y="1274126"/>
                    <a:pt x="2823699" y="1275939"/>
                  </a:cubicBezTo>
                  <a:lnTo>
                    <a:pt x="2823155" y="1281381"/>
                  </a:lnTo>
                  <a:cubicBezTo>
                    <a:pt x="2822792" y="1285734"/>
                    <a:pt x="2821704" y="1288455"/>
                    <a:pt x="2819890" y="1289543"/>
                  </a:cubicBezTo>
                  <a:lnTo>
                    <a:pt x="2819890" y="1287367"/>
                  </a:lnTo>
                  <a:cubicBezTo>
                    <a:pt x="2819890" y="1285190"/>
                    <a:pt x="2818983" y="1283920"/>
                    <a:pt x="2817169" y="1283558"/>
                  </a:cubicBezTo>
                  <a:cubicBezTo>
                    <a:pt x="2816806" y="1285371"/>
                    <a:pt x="2816625" y="1287004"/>
                    <a:pt x="2816625" y="1288455"/>
                  </a:cubicBezTo>
                  <a:cubicBezTo>
                    <a:pt x="2816625" y="1292083"/>
                    <a:pt x="2817350" y="1295166"/>
                    <a:pt x="2818802" y="1297705"/>
                  </a:cubicBezTo>
                  <a:lnTo>
                    <a:pt x="2818802" y="1293896"/>
                  </a:lnTo>
                  <a:cubicBezTo>
                    <a:pt x="2819164" y="1292808"/>
                    <a:pt x="2819527" y="1292264"/>
                    <a:pt x="2819890" y="1292264"/>
                  </a:cubicBezTo>
                  <a:lnTo>
                    <a:pt x="2820434" y="1292264"/>
                  </a:lnTo>
                  <a:cubicBezTo>
                    <a:pt x="2820797" y="1294803"/>
                    <a:pt x="2820978" y="1297343"/>
                    <a:pt x="2820978" y="1299882"/>
                  </a:cubicBezTo>
                  <a:lnTo>
                    <a:pt x="2820978" y="1303691"/>
                  </a:lnTo>
                  <a:cubicBezTo>
                    <a:pt x="2820616" y="1308044"/>
                    <a:pt x="2819527" y="1311128"/>
                    <a:pt x="2817713" y="1312942"/>
                  </a:cubicBezTo>
                  <a:lnTo>
                    <a:pt x="2817713" y="1309677"/>
                  </a:lnTo>
                  <a:lnTo>
                    <a:pt x="2818258" y="1306956"/>
                  </a:lnTo>
                  <a:cubicBezTo>
                    <a:pt x="2818620" y="1306231"/>
                    <a:pt x="2818802" y="1305686"/>
                    <a:pt x="2818802" y="1305324"/>
                  </a:cubicBezTo>
                  <a:cubicBezTo>
                    <a:pt x="2818802" y="1304235"/>
                    <a:pt x="2818076" y="1303691"/>
                    <a:pt x="2816625" y="1303691"/>
                  </a:cubicBezTo>
                  <a:lnTo>
                    <a:pt x="2816625" y="1313486"/>
                  </a:lnTo>
                  <a:cubicBezTo>
                    <a:pt x="2816625" y="1314937"/>
                    <a:pt x="2816444" y="1316388"/>
                    <a:pt x="2816081" y="1317839"/>
                  </a:cubicBezTo>
                  <a:cubicBezTo>
                    <a:pt x="2818258" y="1318202"/>
                    <a:pt x="2819346" y="1318746"/>
                    <a:pt x="2819346" y="1319472"/>
                  </a:cubicBezTo>
                  <a:cubicBezTo>
                    <a:pt x="2819346" y="1320560"/>
                    <a:pt x="2819164" y="1321104"/>
                    <a:pt x="2818802" y="1321104"/>
                  </a:cubicBezTo>
                  <a:lnTo>
                    <a:pt x="2818258" y="1321104"/>
                  </a:lnTo>
                  <a:lnTo>
                    <a:pt x="2817169" y="1320016"/>
                  </a:lnTo>
                  <a:lnTo>
                    <a:pt x="2815537" y="1320016"/>
                  </a:lnTo>
                  <a:cubicBezTo>
                    <a:pt x="2815174" y="1320741"/>
                    <a:pt x="2814992" y="1321467"/>
                    <a:pt x="2814993" y="1322192"/>
                  </a:cubicBezTo>
                  <a:cubicBezTo>
                    <a:pt x="2814992" y="1324006"/>
                    <a:pt x="2815537" y="1325639"/>
                    <a:pt x="2816625" y="1327090"/>
                  </a:cubicBezTo>
                  <a:lnTo>
                    <a:pt x="2818258" y="1329266"/>
                  </a:lnTo>
                  <a:cubicBezTo>
                    <a:pt x="2818983" y="1330355"/>
                    <a:pt x="2819527" y="1331443"/>
                    <a:pt x="2819890" y="1332531"/>
                  </a:cubicBezTo>
                  <a:cubicBezTo>
                    <a:pt x="2818439" y="1332531"/>
                    <a:pt x="2817713" y="1333620"/>
                    <a:pt x="2817713" y="1335796"/>
                  </a:cubicBezTo>
                  <a:cubicBezTo>
                    <a:pt x="2817713" y="1336522"/>
                    <a:pt x="2817895" y="1337429"/>
                    <a:pt x="2818258" y="1338517"/>
                  </a:cubicBezTo>
                  <a:cubicBezTo>
                    <a:pt x="2818620" y="1339242"/>
                    <a:pt x="2818802" y="1339968"/>
                    <a:pt x="2818802" y="1340694"/>
                  </a:cubicBezTo>
                  <a:cubicBezTo>
                    <a:pt x="2818802" y="1341419"/>
                    <a:pt x="2818620" y="1342145"/>
                    <a:pt x="2818258" y="1342870"/>
                  </a:cubicBezTo>
                  <a:cubicBezTo>
                    <a:pt x="2817895" y="1344321"/>
                    <a:pt x="2816625" y="1345410"/>
                    <a:pt x="2814448" y="1346135"/>
                  </a:cubicBezTo>
                  <a:lnTo>
                    <a:pt x="2817713" y="1351032"/>
                  </a:lnTo>
                  <a:lnTo>
                    <a:pt x="2817169" y="1351032"/>
                  </a:lnTo>
                  <a:cubicBezTo>
                    <a:pt x="2816444" y="1351032"/>
                    <a:pt x="2815900" y="1351214"/>
                    <a:pt x="2815537" y="1351577"/>
                  </a:cubicBezTo>
                  <a:lnTo>
                    <a:pt x="2814993" y="1352665"/>
                  </a:lnTo>
                  <a:lnTo>
                    <a:pt x="2814993" y="1353753"/>
                  </a:lnTo>
                  <a:cubicBezTo>
                    <a:pt x="2814630" y="1355204"/>
                    <a:pt x="2813904" y="1355930"/>
                    <a:pt x="2812816" y="1355930"/>
                  </a:cubicBezTo>
                  <a:cubicBezTo>
                    <a:pt x="2812453" y="1355930"/>
                    <a:pt x="2812090" y="1355748"/>
                    <a:pt x="2811728" y="1355386"/>
                  </a:cubicBezTo>
                  <a:cubicBezTo>
                    <a:pt x="2811365" y="1349581"/>
                    <a:pt x="2809914" y="1346135"/>
                    <a:pt x="2807374" y="1345047"/>
                  </a:cubicBezTo>
                  <a:lnTo>
                    <a:pt x="2807374" y="1360283"/>
                  </a:lnTo>
                  <a:cubicBezTo>
                    <a:pt x="2807374" y="1384226"/>
                    <a:pt x="2808826" y="1404541"/>
                    <a:pt x="2811728" y="1421228"/>
                  </a:cubicBezTo>
                  <a:cubicBezTo>
                    <a:pt x="2816444" y="1446622"/>
                    <a:pt x="2825332" y="1466574"/>
                    <a:pt x="2838391" y="1481085"/>
                  </a:cubicBezTo>
                  <a:lnTo>
                    <a:pt x="2838391" y="1482717"/>
                  </a:lnTo>
                  <a:cubicBezTo>
                    <a:pt x="2838391" y="1485257"/>
                    <a:pt x="2840024" y="1487978"/>
                    <a:pt x="2843289" y="1490880"/>
                  </a:cubicBezTo>
                  <a:lnTo>
                    <a:pt x="2845465" y="1493056"/>
                  </a:lnTo>
                  <a:lnTo>
                    <a:pt x="2847642" y="1495233"/>
                  </a:lnTo>
                  <a:cubicBezTo>
                    <a:pt x="2849456" y="1497410"/>
                    <a:pt x="2850544" y="1499405"/>
                    <a:pt x="2850907" y="1501219"/>
                  </a:cubicBezTo>
                  <a:lnTo>
                    <a:pt x="2855804" y="1501219"/>
                  </a:lnTo>
                  <a:lnTo>
                    <a:pt x="2860702" y="1501763"/>
                  </a:lnTo>
                  <a:cubicBezTo>
                    <a:pt x="2862515" y="1502126"/>
                    <a:pt x="2864148" y="1502307"/>
                    <a:pt x="2865599" y="1502307"/>
                  </a:cubicBezTo>
                  <a:cubicBezTo>
                    <a:pt x="2867050" y="1502307"/>
                    <a:pt x="2868138" y="1502126"/>
                    <a:pt x="2868864" y="1501763"/>
                  </a:cubicBezTo>
                  <a:lnTo>
                    <a:pt x="2868864" y="1499042"/>
                  </a:lnTo>
                  <a:cubicBezTo>
                    <a:pt x="2876119" y="1498316"/>
                    <a:pt x="2883374" y="1495958"/>
                    <a:pt x="2890630" y="1491968"/>
                  </a:cubicBezTo>
                  <a:lnTo>
                    <a:pt x="2891174" y="1490880"/>
                  </a:lnTo>
                  <a:lnTo>
                    <a:pt x="2891174" y="1490336"/>
                  </a:lnTo>
                  <a:cubicBezTo>
                    <a:pt x="2891537" y="1489973"/>
                    <a:pt x="2891718" y="1489610"/>
                    <a:pt x="2891718" y="1489247"/>
                  </a:cubicBezTo>
                  <a:cubicBezTo>
                    <a:pt x="2891718" y="1488522"/>
                    <a:pt x="2891537" y="1487978"/>
                    <a:pt x="2891174" y="1487615"/>
                  </a:cubicBezTo>
                  <a:cubicBezTo>
                    <a:pt x="2893351" y="1487252"/>
                    <a:pt x="2895527" y="1486345"/>
                    <a:pt x="2897704" y="1484894"/>
                  </a:cubicBezTo>
                  <a:lnTo>
                    <a:pt x="2899880" y="1483262"/>
                  </a:lnTo>
                  <a:lnTo>
                    <a:pt x="2902057" y="1481085"/>
                  </a:lnTo>
                  <a:cubicBezTo>
                    <a:pt x="2905685" y="1477457"/>
                    <a:pt x="2908950" y="1475643"/>
                    <a:pt x="2911852" y="1475643"/>
                  </a:cubicBezTo>
                  <a:cubicBezTo>
                    <a:pt x="2911489" y="1473467"/>
                    <a:pt x="2910945" y="1472197"/>
                    <a:pt x="2910219" y="1471834"/>
                  </a:cubicBezTo>
                  <a:cubicBezTo>
                    <a:pt x="2910945" y="1471834"/>
                    <a:pt x="2911852" y="1471653"/>
                    <a:pt x="2912940" y="1471290"/>
                  </a:cubicBezTo>
                  <a:lnTo>
                    <a:pt x="2914028" y="1470746"/>
                  </a:lnTo>
                  <a:lnTo>
                    <a:pt x="2915661" y="1470746"/>
                  </a:lnTo>
                  <a:cubicBezTo>
                    <a:pt x="2916749" y="1468569"/>
                    <a:pt x="2918200" y="1466393"/>
                    <a:pt x="2920014" y="1464216"/>
                  </a:cubicBezTo>
                  <a:lnTo>
                    <a:pt x="2924912" y="1458230"/>
                  </a:lnTo>
                  <a:lnTo>
                    <a:pt x="2929809" y="1451701"/>
                  </a:lnTo>
                  <a:cubicBezTo>
                    <a:pt x="2931623" y="1449524"/>
                    <a:pt x="2933074" y="1447347"/>
                    <a:pt x="2934162" y="1445171"/>
                  </a:cubicBezTo>
                  <a:lnTo>
                    <a:pt x="2938515" y="1440818"/>
                  </a:lnTo>
                  <a:lnTo>
                    <a:pt x="2942324" y="1436464"/>
                  </a:lnTo>
                  <a:cubicBezTo>
                    <a:pt x="2945589" y="1432837"/>
                    <a:pt x="2947222" y="1429390"/>
                    <a:pt x="2947222" y="1426125"/>
                  </a:cubicBezTo>
                  <a:cubicBezTo>
                    <a:pt x="2950124" y="1424312"/>
                    <a:pt x="2953026" y="1420503"/>
                    <a:pt x="2955928" y="1414698"/>
                  </a:cubicBezTo>
                  <a:lnTo>
                    <a:pt x="2959737" y="1408713"/>
                  </a:lnTo>
                  <a:cubicBezTo>
                    <a:pt x="2961551" y="1406173"/>
                    <a:pt x="2963546" y="1404178"/>
                    <a:pt x="2965723" y="1402727"/>
                  </a:cubicBezTo>
                  <a:lnTo>
                    <a:pt x="2965723" y="1401094"/>
                  </a:lnTo>
                  <a:lnTo>
                    <a:pt x="2966267" y="1399462"/>
                  </a:lnTo>
                  <a:cubicBezTo>
                    <a:pt x="2966630" y="1398374"/>
                    <a:pt x="2966811" y="1397467"/>
                    <a:pt x="2966811" y="1396741"/>
                  </a:cubicBezTo>
                  <a:lnTo>
                    <a:pt x="2966811" y="1395653"/>
                  </a:lnTo>
                  <a:cubicBezTo>
                    <a:pt x="2969351" y="1393476"/>
                    <a:pt x="2971527" y="1390574"/>
                    <a:pt x="2973341" y="1386947"/>
                  </a:cubicBezTo>
                  <a:lnTo>
                    <a:pt x="2977694" y="1377152"/>
                  </a:lnTo>
                  <a:cubicBezTo>
                    <a:pt x="2981685" y="1368808"/>
                    <a:pt x="2985494" y="1363004"/>
                    <a:pt x="2989122" y="1359739"/>
                  </a:cubicBezTo>
                  <a:cubicBezTo>
                    <a:pt x="2989122" y="1358651"/>
                    <a:pt x="2989666" y="1356837"/>
                    <a:pt x="2990754" y="1354297"/>
                  </a:cubicBezTo>
                  <a:cubicBezTo>
                    <a:pt x="2991117" y="1352121"/>
                    <a:pt x="2991842" y="1349763"/>
                    <a:pt x="2992931" y="1347223"/>
                  </a:cubicBezTo>
                  <a:cubicBezTo>
                    <a:pt x="2994019" y="1344684"/>
                    <a:pt x="2994926" y="1342689"/>
                    <a:pt x="2995652" y="1341238"/>
                  </a:cubicBezTo>
                  <a:cubicBezTo>
                    <a:pt x="2996740" y="1339061"/>
                    <a:pt x="2997647" y="1337791"/>
                    <a:pt x="2998372" y="1337429"/>
                  </a:cubicBezTo>
                  <a:cubicBezTo>
                    <a:pt x="2998735" y="1335978"/>
                    <a:pt x="2999279" y="1334526"/>
                    <a:pt x="3000005" y="1333075"/>
                  </a:cubicBezTo>
                  <a:lnTo>
                    <a:pt x="3002726" y="1328722"/>
                  </a:lnTo>
                  <a:lnTo>
                    <a:pt x="3003270" y="1327090"/>
                  </a:lnTo>
                  <a:cubicBezTo>
                    <a:pt x="3005446" y="1322736"/>
                    <a:pt x="3007986" y="1319109"/>
                    <a:pt x="3010888" y="1316207"/>
                  </a:cubicBezTo>
                  <a:lnTo>
                    <a:pt x="3010888" y="1315662"/>
                  </a:lnTo>
                  <a:lnTo>
                    <a:pt x="3011432" y="1316207"/>
                  </a:lnTo>
                  <a:lnTo>
                    <a:pt x="3011976" y="1315118"/>
                  </a:lnTo>
                  <a:lnTo>
                    <a:pt x="3021771" y="1294985"/>
                  </a:lnTo>
                  <a:lnTo>
                    <a:pt x="3031566" y="1274307"/>
                  </a:lnTo>
                  <a:cubicBezTo>
                    <a:pt x="3039546" y="1259071"/>
                    <a:pt x="3046620" y="1246192"/>
                    <a:pt x="3052788" y="1235672"/>
                  </a:cubicBezTo>
                  <a:lnTo>
                    <a:pt x="3053876" y="1236760"/>
                  </a:lnTo>
                  <a:lnTo>
                    <a:pt x="3055508" y="1237849"/>
                  </a:lnTo>
                  <a:lnTo>
                    <a:pt x="3053332" y="1234584"/>
                  </a:lnTo>
                  <a:cubicBezTo>
                    <a:pt x="3052969" y="1233133"/>
                    <a:pt x="3052788" y="1231863"/>
                    <a:pt x="3052788" y="1230775"/>
                  </a:cubicBezTo>
                  <a:lnTo>
                    <a:pt x="3053876" y="1230775"/>
                  </a:lnTo>
                  <a:cubicBezTo>
                    <a:pt x="3056052" y="1230775"/>
                    <a:pt x="3057504" y="1230049"/>
                    <a:pt x="3058229" y="1228598"/>
                  </a:cubicBezTo>
                  <a:lnTo>
                    <a:pt x="3059317" y="1226421"/>
                  </a:lnTo>
                  <a:cubicBezTo>
                    <a:pt x="3060043" y="1225696"/>
                    <a:pt x="3060950" y="1225333"/>
                    <a:pt x="3062038" y="1225333"/>
                  </a:cubicBezTo>
                  <a:lnTo>
                    <a:pt x="3065991" y="1213969"/>
                  </a:lnTo>
                  <a:lnTo>
                    <a:pt x="3069163" y="1218803"/>
                  </a:lnTo>
                  <a:lnTo>
                    <a:pt x="3075149" y="1226421"/>
                  </a:lnTo>
                  <a:lnTo>
                    <a:pt x="3080590" y="1234040"/>
                  </a:lnTo>
                  <a:cubicBezTo>
                    <a:pt x="3084218" y="1239844"/>
                    <a:pt x="3086939" y="1245285"/>
                    <a:pt x="3088753" y="1250364"/>
                  </a:cubicBezTo>
                  <a:lnTo>
                    <a:pt x="3089297" y="1252541"/>
                  </a:lnTo>
                  <a:cubicBezTo>
                    <a:pt x="3093287" y="1258345"/>
                    <a:pt x="3096734" y="1264331"/>
                    <a:pt x="3099636" y="1270498"/>
                  </a:cubicBezTo>
                  <a:lnTo>
                    <a:pt x="3094194" y="1274851"/>
                  </a:lnTo>
                  <a:cubicBezTo>
                    <a:pt x="3088752" y="1279204"/>
                    <a:pt x="3084037" y="1283558"/>
                    <a:pt x="3080046" y="1287911"/>
                  </a:cubicBezTo>
                  <a:cubicBezTo>
                    <a:pt x="3079684" y="1287548"/>
                    <a:pt x="3079320" y="1287367"/>
                    <a:pt x="3078958" y="1287367"/>
                  </a:cubicBezTo>
                  <a:cubicBezTo>
                    <a:pt x="3078232" y="1287367"/>
                    <a:pt x="3077507" y="1287548"/>
                    <a:pt x="3076781" y="1287911"/>
                  </a:cubicBezTo>
                  <a:lnTo>
                    <a:pt x="3074605" y="1288455"/>
                  </a:lnTo>
                  <a:lnTo>
                    <a:pt x="3072428" y="1288455"/>
                  </a:lnTo>
                  <a:cubicBezTo>
                    <a:pt x="3070251" y="1291357"/>
                    <a:pt x="3067349" y="1294441"/>
                    <a:pt x="3063722" y="1297705"/>
                  </a:cubicBezTo>
                  <a:lnTo>
                    <a:pt x="3054471" y="1305324"/>
                  </a:lnTo>
                  <a:cubicBezTo>
                    <a:pt x="3046490" y="1311853"/>
                    <a:pt x="3041049" y="1317658"/>
                    <a:pt x="3038146" y="1322736"/>
                  </a:cubicBezTo>
                  <a:cubicBezTo>
                    <a:pt x="3037058" y="1324550"/>
                    <a:pt x="3035970" y="1326001"/>
                    <a:pt x="3034882" y="1327090"/>
                  </a:cubicBezTo>
                  <a:cubicBezTo>
                    <a:pt x="3029077" y="1331806"/>
                    <a:pt x="3023636" y="1338154"/>
                    <a:pt x="3018557" y="1346135"/>
                  </a:cubicBezTo>
                  <a:cubicBezTo>
                    <a:pt x="3013841" y="1354116"/>
                    <a:pt x="3010395" y="1362278"/>
                    <a:pt x="3008218" y="1370622"/>
                  </a:cubicBezTo>
                  <a:cubicBezTo>
                    <a:pt x="3006404" y="1377515"/>
                    <a:pt x="3005497" y="1384044"/>
                    <a:pt x="3005497" y="1390211"/>
                  </a:cubicBezTo>
                  <a:cubicBezTo>
                    <a:pt x="3005497" y="1393476"/>
                    <a:pt x="3005679" y="1396560"/>
                    <a:pt x="3006042" y="1399462"/>
                  </a:cubicBezTo>
                  <a:lnTo>
                    <a:pt x="3006586" y="1403271"/>
                  </a:lnTo>
                  <a:lnTo>
                    <a:pt x="3007674" y="1407080"/>
                  </a:lnTo>
                  <a:cubicBezTo>
                    <a:pt x="3008037" y="1409257"/>
                    <a:pt x="3008944" y="1411796"/>
                    <a:pt x="3010395" y="1414698"/>
                  </a:cubicBezTo>
                  <a:lnTo>
                    <a:pt x="3012027" y="1418507"/>
                  </a:lnTo>
                  <a:lnTo>
                    <a:pt x="3014204" y="1421772"/>
                  </a:lnTo>
                  <a:lnTo>
                    <a:pt x="3016380" y="1425037"/>
                  </a:lnTo>
                  <a:lnTo>
                    <a:pt x="3019101" y="1428302"/>
                  </a:lnTo>
                  <a:cubicBezTo>
                    <a:pt x="3020189" y="1429390"/>
                    <a:pt x="3021278" y="1430116"/>
                    <a:pt x="3022366" y="1430479"/>
                  </a:cubicBezTo>
                  <a:lnTo>
                    <a:pt x="3023454" y="1431023"/>
                  </a:lnTo>
                  <a:lnTo>
                    <a:pt x="3026175" y="1431023"/>
                  </a:lnTo>
                  <a:cubicBezTo>
                    <a:pt x="3026901" y="1431023"/>
                    <a:pt x="3027808" y="1431386"/>
                    <a:pt x="3028896" y="1432111"/>
                  </a:cubicBezTo>
                  <a:cubicBezTo>
                    <a:pt x="3031798" y="1434651"/>
                    <a:pt x="3035063" y="1436646"/>
                    <a:pt x="3038691" y="1438097"/>
                  </a:cubicBezTo>
                  <a:cubicBezTo>
                    <a:pt x="3041956" y="1439548"/>
                    <a:pt x="3045764" y="1440636"/>
                    <a:pt x="3050118" y="1441362"/>
                  </a:cubicBezTo>
                  <a:cubicBezTo>
                    <a:pt x="3053020" y="1441724"/>
                    <a:pt x="3055741" y="1441906"/>
                    <a:pt x="3058280" y="1441906"/>
                  </a:cubicBezTo>
                  <a:cubicBezTo>
                    <a:pt x="3063359" y="1441906"/>
                    <a:pt x="3068438" y="1441362"/>
                    <a:pt x="3073516" y="1440273"/>
                  </a:cubicBezTo>
                  <a:cubicBezTo>
                    <a:pt x="3081134" y="1438822"/>
                    <a:pt x="3088571" y="1436283"/>
                    <a:pt x="3095827" y="1432655"/>
                  </a:cubicBezTo>
                  <a:lnTo>
                    <a:pt x="3105622" y="1427214"/>
                  </a:lnTo>
                  <a:lnTo>
                    <a:pt x="3114872" y="1421772"/>
                  </a:lnTo>
                  <a:cubicBezTo>
                    <a:pt x="3117048" y="1420321"/>
                    <a:pt x="3118862" y="1418145"/>
                    <a:pt x="3120314" y="1415242"/>
                  </a:cubicBezTo>
                  <a:cubicBezTo>
                    <a:pt x="3122490" y="1411252"/>
                    <a:pt x="3126299" y="1405629"/>
                    <a:pt x="3131741" y="1398374"/>
                  </a:cubicBezTo>
                  <a:lnTo>
                    <a:pt x="3138270" y="1390211"/>
                  </a:lnTo>
                  <a:cubicBezTo>
                    <a:pt x="3140447" y="1386947"/>
                    <a:pt x="3142080" y="1384589"/>
                    <a:pt x="3143168" y="1383137"/>
                  </a:cubicBezTo>
                  <a:cubicBezTo>
                    <a:pt x="3144256" y="1381686"/>
                    <a:pt x="3144982" y="1380235"/>
                    <a:pt x="3145344" y="1378784"/>
                  </a:cubicBezTo>
                  <a:lnTo>
                    <a:pt x="3149154" y="1366813"/>
                  </a:lnTo>
                  <a:lnTo>
                    <a:pt x="3152418" y="1354297"/>
                  </a:lnTo>
                  <a:cubicBezTo>
                    <a:pt x="3154595" y="1344503"/>
                    <a:pt x="3156046" y="1335433"/>
                    <a:pt x="3156772" y="1327090"/>
                  </a:cubicBezTo>
                  <a:cubicBezTo>
                    <a:pt x="3157134" y="1323462"/>
                    <a:pt x="3157316" y="1319834"/>
                    <a:pt x="3157316" y="1316207"/>
                  </a:cubicBezTo>
                  <a:cubicBezTo>
                    <a:pt x="3157316" y="1307137"/>
                    <a:pt x="3156228" y="1298068"/>
                    <a:pt x="3154051" y="1288999"/>
                  </a:cubicBezTo>
                  <a:cubicBezTo>
                    <a:pt x="3168924" y="1279204"/>
                    <a:pt x="3185068" y="1269047"/>
                    <a:pt x="3202481" y="1258526"/>
                  </a:cubicBezTo>
                  <a:lnTo>
                    <a:pt x="3204658" y="1256894"/>
                  </a:lnTo>
                  <a:cubicBezTo>
                    <a:pt x="3213726" y="1248188"/>
                    <a:pt x="3229144" y="1236398"/>
                    <a:pt x="3250910" y="1221524"/>
                  </a:cubicBezTo>
                  <a:lnTo>
                    <a:pt x="3262882" y="1212818"/>
                  </a:lnTo>
                  <a:lnTo>
                    <a:pt x="3275397" y="1204111"/>
                  </a:lnTo>
                  <a:cubicBezTo>
                    <a:pt x="3284466" y="1197581"/>
                    <a:pt x="3292447" y="1191052"/>
                    <a:pt x="3299340" y="1184522"/>
                  </a:cubicBezTo>
                  <a:cubicBezTo>
                    <a:pt x="3306232" y="1177992"/>
                    <a:pt x="3311130" y="1174001"/>
                    <a:pt x="3314032" y="1172550"/>
                  </a:cubicBezTo>
                  <a:lnTo>
                    <a:pt x="3314576" y="1172550"/>
                  </a:lnTo>
                  <a:cubicBezTo>
                    <a:pt x="3317115" y="1170011"/>
                    <a:pt x="3318385" y="1167834"/>
                    <a:pt x="3318385" y="1166020"/>
                  </a:cubicBezTo>
                  <a:cubicBezTo>
                    <a:pt x="3318385" y="1163481"/>
                    <a:pt x="3319202" y="1158584"/>
                    <a:pt x="3320834" y="1151328"/>
                  </a:cubicBezTo>
                  <a:cubicBezTo>
                    <a:pt x="3322466" y="1144073"/>
                    <a:pt x="3321468" y="1137724"/>
                    <a:pt x="3317841" y="1132283"/>
                  </a:cubicBezTo>
                  <a:cubicBezTo>
                    <a:pt x="3314213" y="1126841"/>
                    <a:pt x="3310404" y="1124121"/>
                    <a:pt x="3306414" y="1124121"/>
                  </a:cubicBezTo>
                  <a:cubicBezTo>
                    <a:pt x="3302786" y="1124121"/>
                    <a:pt x="3299702" y="1125572"/>
                    <a:pt x="3297164" y="1128474"/>
                  </a:cubicBezTo>
                  <a:lnTo>
                    <a:pt x="3296619" y="1129562"/>
                  </a:lnTo>
                  <a:lnTo>
                    <a:pt x="3293898" y="1129562"/>
                  </a:lnTo>
                  <a:cubicBezTo>
                    <a:pt x="3287006" y="1136455"/>
                    <a:pt x="3278844" y="1141534"/>
                    <a:pt x="3269412" y="1144798"/>
                  </a:cubicBezTo>
                  <a:lnTo>
                    <a:pt x="3266691" y="1147519"/>
                  </a:lnTo>
                  <a:lnTo>
                    <a:pt x="3256352" y="1156770"/>
                  </a:lnTo>
                  <a:lnTo>
                    <a:pt x="3244925" y="1164932"/>
                  </a:lnTo>
                  <a:lnTo>
                    <a:pt x="3244925" y="1165476"/>
                  </a:lnTo>
                  <a:lnTo>
                    <a:pt x="3243836" y="1166565"/>
                  </a:lnTo>
                  <a:lnTo>
                    <a:pt x="3246013" y="1165476"/>
                  </a:lnTo>
                  <a:lnTo>
                    <a:pt x="3248734" y="1163844"/>
                  </a:lnTo>
                  <a:lnTo>
                    <a:pt x="3248734" y="1164932"/>
                  </a:lnTo>
                  <a:cubicBezTo>
                    <a:pt x="3248734" y="1166383"/>
                    <a:pt x="3247827" y="1167653"/>
                    <a:pt x="3246013" y="1168741"/>
                  </a:cubicBezTo>
                  <a:lnTo>
                    <a:pt x="3243292" y="1169830"/>
                  </a:lnTo>
                  <a:cubicBezTo>
                    <a:pt x="3242566" y="1169830"/>
                    <a:pt x="3242022" y="1170192"/>
                    <a:pt x="3241660" y="1170918"/>
                  </a:cubicBezTo>
                  <a:lnTo>
                    <a:pt x="3241116" y="1169285"/>
                  </a:lnTo>
                  <a:cubicBezTo>
                    <a:pt x="3238939" y="1171099"/>
                    <a:pt x="3236581" y="1172913"/>
                    <a:pt x="3234042" y="1174727"/>
                  </a:cubicBezTo>
                  <a:lnTo>
                    <a:pt x="3236762" y="1174727"/>
                  </a:lnTo>
                  <a:cubicBezTo>
                    <a:pt x="3230595" y="1180168"/>
                    <a:pt x="3223521" y="1185610"/>
                    <a:pt x="3215540" y="1191052"/>
                  </a:cubicBezTo>
                  <a:lnTo>
                    <a:pt x="3210643" y="1194861"/>
                  </a:lnTo>
                  <a:lnTo>
                    <a:pt x="3205202" y="1198126"/>
                  </a:lnTo>
                  <a:cubicBezTo>
                    <a:pt x="3201211" y="1201028"/>
                    <a:pt x="3197402" y="1203930"/>
                    <a:pt x="3193774" y="1206832"/>
                  </a:cubicBezTo>
                  <a:lnTo>
                    <a:pt x="3193774" y="1207920"/>
                  </a:lnTo>
                  <a:lnTo>
                    <a:pt x="3194318" y="1207920"/>
                  </a:lnTo>
                  <a:cubicBezTo>
                    <a:pt x="3195044" y="1207920"/>
                    <a:pt x="3195407" y="1208102"/>
                    <a:pt x="3195407" y="1208464"/>
                  </a:cubicBezTo>
                  <a:lnTo>
                    <a:pt x="3194863" y="1209009"/>
                  </a:lnTo>
                  <a:cubicBezTo>
                    <a:pt x="3189058" y="1210822"/>
                    <a:pt x="3180714" y="1215538"/>
                    <a:pt x="3169832" y="1223157"/>
                  </a:cubicBezTo>
                  <a:lnTo>
                    <a:pt x="3157316" y="1231319"/>
                  </a:lnTo>
                  <a:cubicBezTo>
                    <a:pt x="3152600" y="1234584"/>
                    <a:pt x="3148428" y="1236942"/>
                    <a:pt x="3144800" y="1238393"/>
                  </a:cubicBezTo>
                  <a:cubicBezTo>
                    <a:pt x="3143349" y="1239118"/>
                    <a:pt x="3142080" y="1239844"/>
                    <a:pt x="3140992" y="1240569"/>
                  </a:cubicBezTo>
                  <a:lnTo>
                    <a:pt x="3138815" y="1242746"/>
                  </a:lnTo>
                  <a:cubicBezTo>
                    <a:pt x="3136276" y="1237667"/>
                    <a:pt x="3133554" y="1233314"/>
                    <a:pt x="3130652" y="1229686"/>
                  </a:cubicBezTo>
                  <a:cubicBezTo>
                    <a:pt x="3128838" y="1227510"/>
                    <a:pt x="3127932" y="1224970"/>
                    <a:pt x="3127932" y="1222068"/>
                  </a:cubicBezTo>
                  <a:lnTo>
                    <a:pt x="3127932" y="1220436"/>
                  </a:lnTo>
                  <a:lnTo>
                    <a:pt x="3127388" y="1217715"/>
                  </a:lnTo>
                  <a:lnTo>
                    <a:pt x="3126844" y="1214994"/>
                  </a:lnTo>
                  <a:cubicBezTo>
                    <a:pt x="3126118" y="1216083"/>
                    <a:pt x="3125211" y="1216627"/>
                    <a:pt x="3124123" y="1216627"/>
                  </a:cubicBezTo>
                  <a:cubicBezTo>
                    <a:pt x="3123397" y="1216627"/>
                    <a:pt x="3122672" y="1216264"/>
                    <a:pt x="3121946" y="1215538"/>
                  </a:cubicBezTo>
                  <a:cubicBezTo>
                    <a:pt x="3120495" y="1212636"/>
                    <a:pt x="3118681" y="1209190"/>
                    <a:pt x="3116504" y="1205199"/>
                  </a:cubicBezTo>
                  <a:lnTo>
                    <a:pt x="3109975" y="1195949"/>
                  </a:lnTo>
                  <a:cubicBezTo>
                    <a:pt x="3104896" y="1188331"/>
                    <a:pt x="3101994" y="1182345"/>
                    <a:pt x="3101268" y="1177992"/>
                  </a:cubicBezTo>
                  <a:cubicBezTo>
                    <a:pt x="3100906" y="1175815"/>
                    <a:pt x="3100180" y="1174183"/>
                    <a:pt x="3099092" y="1173094"/>
                  </a:cubicBezTo>
                  <a:cubicBezTo>
                    <a:pt x="3093650" y="1166927"/>
                    <a:pt x="3090929" y="1158947"/>
                    <a:pt x="3090929" y="1149152"/>
                  </a:cubicBezTo>
                  <a:lnTo>
                    <a:pt x="3090929" y="1145887"/>
                  </a:lnTo>
                  <a:cubicBezTo>
                    <a:pt x="3091292" y="1142622"/>
                    <a:pt x="3092199" y="1138450"/>
                    <a:pt x="3093650" y="1133371"/>
                  </a:cubicBezTo>
                  <a:lnTo>
                    <a:pt x="3094738" y="1126841"/>
                  </a:lnTo>
                  <a:lnTo>
                    <a:pt x="3096371" y="1119767"/>
                  </a:lnTo>
                  <a:cubicBezTo>
                    <a:pt x="3096734" y="1117954"/>
                    <a:pt x="3098003" y="1116503"/>
                    <a:pt x="3100180" y="1115414"/>
                  </a:cubicBezTo>
                  <a:cubicBezTo>
                    <a:pt x="3104170" y="1113600"/>
                    <a:pt x="3108524" y="1110517"/>
                    <a:pt x="3113240" y="1106164"/>
                  </a:cubicBezTo>
                  <a:cubicBezTo>
                    <a:pt x="3116504" y="1102899"/>
                    <a:pt x="3119951" y="1098908"/>
                    <a:pt x="3123578" y="1094192"/>
                  </a:cubicBezTo>
                  <a:cubicBezTo>
                    <a:pt x="3124667" y="1093467"/>
                    <a:pt x="3125755" y="1092741"/>
                    <a:pt x="3126844" y="1092016"/>
                  </a:cubicBezTo>
                  <a:lnTo>
                    <a:pt x="3136638" y="1087662"/>
                  </a:lnTo>
                  <a:lnTo>
                    <a:pt x="3145889" y="1082765"/>
                  </a:lnTo>
                  <a:cubicBezTo>
                    <a:pt x="3152781" y="1079863"/>
                    <a:pt x="3158767" y="1077505"/>
                    <a:pt x="3163846" y="1075691"/>
                  </a:cubicBezTo>
                  <a:cubicBezTo>
                    <a:pt x="3166748" y="1074603"/>
                    <a:pt x="3169287" y="1073877"/>
                    <a:pt x="3171464" y="1073514"/>
                  </a:cubicBezTo>
                  <a:cubicBezTo>
                    <a:pt x="3172190" y="1073152"/>
                    <a:pt x="3172915" y="1072970"/>
                    <a:pt x="3173640" y="1072970"/>
                  </a:cubicBezTo>
                  <a:cubicBezTo>
                    <a:pt x="3174366" y="1072970"/>
                    <a:pt x="3174910" y="1073152"/>
                    <a:pt x="3175273" y="1073514"/>
                  </a:cubicBezTo>
                  <a:cubicBezTo>
                    <a:pt x="3175636" y="1073514"/>
                    <a:pt x="3175998" y="1073877"/>
                    <a:pt x="3176361" y="1074603"/>
                  </a:cubicBezTo>
                  <a:cubicBezTo>
                    <a:pt x="3176724" y="1074603"/>
                    <a:pt x="3176905" y="1074784"/>
                    <a:pt x="3176906" y="1075147"/>
                  </a:cubicBezTo>
                  <a:cubicBezTo>
                    <a:pt x="3176905" y="1075510"/>
                    <a:pt x="3176724" y="1075872"/>
                    <a:pt x="3176361" y="1076235"/>
                  </a:cubicBezTo>
                  <a:lnTo>
                    <a:pt x="3179082" y="1075691"/>
                  </a:lnTo>
                  <a:lnTo>
                    <a:pt x="3179626" y="1075691"/>
                  </a:lnTo>
                  <a:lnTo>
                    <a:pt x="3179626" y="1076235"/>
                  </a:lnTo>
                  <a:cubicBezTo>
                    <a:pt x="3178538" y="1077686"/>
                    <a:pt x="3177994" y="1078593"/>
                    <a:pt x="3177994" y="1078956"/>
                  </a:cubicBezTo>
                  <a:lnTo>
                    <a:pt x="3177994" y="1080044"/>
                  </a:lnTo>
                  <a:lnTo>
                    <a:pt x="3177450" y="1082221"/>
                  </a:lnTo>
                  <a:lnTo>
                    <a:pt x="3175817" y="1087118"/>
                  </a:lnTo>
                  <a:lnTo>
                    <a:pt x="3173640" y="1092560"/>
                  </a:lnTo>
                  <a:lnTo>
                    <a:pt x="3172008" y="1098545"/>
                  </a:lnTo>
                  <a:cubicBezTo>
                    <a:pt x="3171645" y="1099634"/>
                    <a:pt x="3171464" y="1100903"/>
                    <a:pt x="3171464" y="1102355"/>
                  </a:cubicBezTo>
                  <a:cubicBezTo>
                    <a:pt x="3171464" y="1103443"/>
                    <a:pt x="3171645" y="1104713"/>
                    <a:pt x="3172008" y="1106164"/>
                  </a:cubicBezTo>
                  <a:lnTo>
                    <a:pt x="3175817" y="1112693"/>
                  </a:lnTo>
                  <a:lnTo>
                    <a:pt x="3179626" y="1118679"/>
                  </a:lnTo>
                  <a:cubicBezTo>
                    <a:pt x="3182891" y="1123395"/>
                    <a:pt x="3185068" y="1127567"/>
                    <a:pt x="3186156" y="1131195"/>
                  </a:cubicBezTo>
                  <a:cubicBezTo>
                    <a:pt x="3186882" y="1133371"/>
                    <a:pt x="3188514" y="1135004"/>
                    <a:pt x="3191054" y="1136092"/>
                  </a:cubicBezTo>
                  <a:lnTo>
                    <a:pt x="3193230" y="1138269"/>
                  </a:lnTo>
                  <a:cubicBezTo>
                    <a:pt x="3195044" y="1140082"/>
                    <a:pt x="3197402" y="1140989"/>
                    <a:pt x="3200304" y="1140989"/>
                  </a:cubicBezTo>
                  <a:lnTo>
                    <a:pt x="3202481" y="1140989"/>
                  </a:lnTo>
                  <a:cubicBezTo>
                    <a:pt x="3206108" y="1140264"/>
                    <a:pt x="3208829" y="1138087"/>
                    <a:pt x="3210643" y="1134460"/>
                  </a:cubicBezTo>
                  <a:lnTo>
                    <a:pt x="3213908" y="1127386"/>
                  </a:lnTo>
                  <a:lnTo>
                    <a:pt x="3217717" y="1119223"/>
                  </a:lnTo>
                  <a:cubicBezTo>
                    <a:pt x="3221344" y="1111968"/>
                    <a:pt x="3224247" y="1105619"/>
                    <a:pt x="3226424" y="1100178"/>
                  </a:cubicBezTo>
                  <a:cubicBezTo>
                    <a:pt x="3230414" y="1090383"/>
                    <a:pt x="3232409" y="1081133"/>
                    <a:pt x="3232409" y="1072426"/>
                  </a:cubicBezTo>
                  <a:cubicBezTo>
                    <a:pt x="3232409" y="1063720"/>
                    <a:pt x="3230595" y="1055195"/>
                    <a:pt x="3226968" y="1046851"/>
                  </a:cubicBezTo>
                  <a:cubicBezTo>
                    <a:pt x="3225516" y="1043586"/>
                    <a:pt x="3223521" y="1040865"/>
                    <a:pt x="3220982" y="1038689"/>
                  </a:cubicBezTo>
                  <a:cubicBezTo>
                    <a:pt x="3219531" y="1037600"/>
                    <a:pt x="3218080" y="1036694"/>
                    <a:pt x="3216629" y="1035968"/>
                  </a:cubicBezTo>
                  <a:cubicBezTo>
                    <a:pt x="3215178" y="1034880"/>
                    <a:pt x="3213726" y="1033973"/>
                    <a:pt x="3212276" y="1033247"/>
                  </a:cubicBezTo>
                  <a:lnTo>
                    <a:pt x="3206290" y="1029982"/>
                  </a:lnTo>
                  <a:cubicBezTo>
                    <a:pt x="3200486" y="1026717"/>
                    <a:pt x="3194137" y="1024541"/>
                    <a:pt x="3187244" y="1023452"/>
                  </a:cubicBezTo>
                  <a:cubicBezTo>
                    <a:pt x="3183979" y="1022727"/>
                    <a:pt x="3180533" y="1022364"/>
                    <a:pt x="3176906" y="1022364"/>
                  </a:cubicBezTo>
                  <a:cubicBezTo>
                    <a:pt x="3173640" y="1022364"/>
                    <a:pt x="3170013" y="1022727"/>
                    <a:pt x="3166022" y="1023452"/>
                  </a:cubicBezTo>
                  <a:cubicBezTo>
                    <a:pt x="3157316" y="1024541"/>
                    <a:pt x="3147521" y="1027261"/>
                    <a:pt x="3136638" y="1031615"/>
                  </a:cubicBezTo>
                  <a:cubicBezTo>
                    <a:pt x="3118862" y="1038870"/>
                    <a:pt x="3102538" y="1048665"/>
                    <a:pt x="3087664" y="1060999"/>
                  </a:cubicBezTo>
                  <a:cubicBezTo>
                    <a:pt x="3079684" y="1067892"/>
                    <a:pt x="3072610" y="1074784"/>
                    <a:pt x="3066442" y="1081677"/>
                  </a:cubicBezTo>
                  <a:cubicBezTo>
                    <a:pt x="3058462" y="1091109"/>
                    <a:pt x="3052657" y="1100722"/>
                    <a:pt x="3049030" y="1110517"/>
                  </a:cubicBezTo>
                  <a:cubicBezTo>
                    <a:pt x="3045402" y="1120312"/>
                    <a:pt x="3043588" y="1130469"/>
                    <a:pt x="3043588" y="1140989"/>
                  </a:cubicBezTo>
                  <a:lnTo>
                    <a:pt x="3043588" y="1144254"/>
                  </a:lnTo>
                  <a:lnTo>
                    <a:pt x="3045840" y="1157087"/>
                  </a:lnTo>
                  <a:lnTo>
                    <a:pt x="3045714" y="1157314"/>
                  </a:lnTo>
                  <a:lnTo>
                    <a:pt x="3042993" y="1161667"/>
                  </a:lnTo>
                  <a:lnTo>
                    <a:pt x="3039728" y="1166565"/>
                  </a:lnTo>
                  <a:cubicBezTo>
                    <a:pt x="3034649" y="1174908"/>
                    <a:pt x="3031747" y="1180894"/>
                    <a:pt x="3031021" y="1184522"/>
                  </a:cubicBezTo>
                  <a:cubicBezTo>
                    <a:pt x="3026305" y="1190689"/>
                    <a:pt x="3022315" y="1197219"/>
                    <a:pt x="3019050" y="1204111"/>
                  </a:cubicBezTo>
                  <a:cubicBezTo>
                    <a:pt x="3016148" y="1210641"/>
                    <a:pt x="3013790" y="1218441"/>
                    <a:pt x="3011976" y="1227510"/>
                  </a:cubicBezTo>
                  <a:cubicBezTo>
                    <a:pt x="2994200" y="1257982"/>
                    <a:pt x="2982048" y="1283920"/>
                    <a:pt x="2975518" y="1305324"/>
                  </a:cubicBezTo>
                  <a:lnTo>
                    <a:pt x="2974974" y="1305324"/>
                  </a:lnTo>
                  <a:cubicBezTo>
                    <a:pt x="2973885" y="1305324"/>
                    <a:pt x="2973160" y="1305868"/>
                    <a:pt x="2972797" y="1306956"/>
                  </a:cubicBezTo>
                  <a:lnTo>
                    <a:pt x="2972253" y="1308589"/>
                  </a:lnTo>
                  <a:cubicBezTo>
                    <a:pt x="2972253" y="1308951"/>
                    <a:pt x="2971890" y="1309314"/>
                    <a:pt x="2971164" y="1309677"/>
                  </a:cubicBezTo>
                  <a:lnTo>
                    <a:pt x="2971164" y="1310221"/>
                  </a:lnTo>
                  <a:lnTo>
                    <a:pt x="2971709" y="1310765"/>
                  </a:lnTo>
                  <a:lnTo>
                    <a:pt x="2972253" y="1311309"/>
                  </a:lnTo>
                  <a:cubicBezTo>
                    <a:pt x="2973341" y="1311672"/>
                    <a:pt x="2973885" y="1312216"/>
                    <a:pt x="2973885" y="1312942"/>
                  </a:cubicBezTo>
                  <a:lnTo>
                    <a:pt x="2970076" y="1312398"/>
                  </a:lnTo>
                  <a:lnTo>
                    <a:pt x="2967356" y="1319472"/>
                  </a:lnTo>
                  <a:lnTo>
                    <a:pt x="2966811" y="1320560"/>
                  </a:lnTo>
                  <a:lnTo>
                    <a:pt x="2967356" y="1320560"/>
                  </a:lnTo>
                  <a:lnTo>
                    <a:pt x="2966811" y="1321104"/>
                  </a:lnTo>
                  <a:lnTo>
                    <a:pt x="2966267" y="1324913"/>
                  </a:lnTo>
                  <a:cubicBezTo>
                    <a:pt x="2965904" y="1326001"/>
                    <a:pt x="2965360" y="1326908"/>
                    <a:pt x="2964635" y="1327634"/>
                  </a:cubicBezTo>
                  <a:lnTo>
                    <a:pt x="2964090" y="1328722"/>
                  </a:lnTo>
                  <a:lnTo>
                    <a:pt x="2964090" y="1329810"/>
                  </a:lnTo>
                  <a:cubicBezTo>
                    <a:pt x="2961914" y="1332713"/>
                    <a:pt x="2959193" y="1337610"/>
                    <a:pt x="2955928" y="1344503"/>
                  </a:cubicBezTo>
                  <a:lnTo>
                    <a:pt x="2951575" y="1353209"/>
                  </a:lnTo>
                  <a:lnTo>
                    <a:pt x="2947222" y="1360827"/>
                  </a:lnTo>
                  <a:lnTo>
                    <a:pt x="2947766" y="1360827"/>
                  </a:lnTo>
                  <a:cubicBezTo>
                    <a:pt x="2949580" y="1360827"/>
                    <a:pt x="2951031" y="1359920"/>
                    <a:pt x="2952119" y="1358106"/>
                  </a:cubicBezTo>
                  <a:lnTo>
                    <a:pt x="2953752" y="1355386"/>
                  </a:lnTo>
                  <a:cubicBezTo>
                    <a:pt x="2954477" y="1354297"/>
                    <a:pt x="2955203" y="1353572"/>
                    <a:pt x="2955928" y="1353209"/>
                  </a:cubicBezTo>
                  <a:cubicBezTo>
                    <a:pt x="2956291" y="1353572"/>
                    <a:pt x="2956472" y="1354116"/>
                    <a:pt x="2956472" y="1354841"/>
                  </a:cubicBezTo>
                  <a:cubicBezTo>
                    <a:pt x="2956472" y="1355930"/>
                    <a:pt x="2955928" y="1357199"/>
                    <a:pt x="2954840" y="1358651"/>
                  </a:cubicBezTo>
                  <a:lnTo>
                    <a:pt x="2952663" y="1361371"/>
                  </a:lnTo>
                  <a:lnTo>
                    <a:pt x="2952663" y="1365180"/>
                  </a:lnTo>
                  <a:cubicBezTo>
                    <a:pt x="2958468" y="1359376"/>
                    <a:pt x="2961370" y="1353753"/>
                    <a:pt x="2961370" y="1348312"/>
                  </a:cubicBezTo>
                  <a:lnTo>
                    <a:pt x="2965723" y="1349400"/>
                  </a:lnTo>
                  <a:lnTo>
                    <a:pt x="2965179" y="1347768"/>
                  </a:lnTo>
                  <a:lnTo>
                    <a:pt x="2964090" y="1347223"/>
                  </a:lnTo>
                  <a:cubicBezTo>
                    <a:pt x="2963365" y="1346498"/>
                    <a:pt x="2963002" y="1345772"/>
                    <a:pt x="2963002" y="1345047"/>
                  </a:cubicBezTo>
                  <a:cubicBezTo>
                    <a:pt x="2964453" y="1344684"/>
                    <a:pt x="2965723" y="1343777"/>
                    <a:pt x="2966811" y="1342326"/>
                  </a:cubicBezTo>
                  <a:lnTo>
                    <a:pt x="2967356" y="1340149"/>
                  </a:lnTo>
                  <a:lnTo>
                    <a:pt x="2968444" y="1337973"/>
                  </a:lnTo>
                  <a:cubicBezTo>
                    <a:pt x="2970258" y="1334708"/>
                    <a:pt x="2972797" y="1333075"/>
                    <a:pt x="2976062" y="1333075"/>
                  </a:cubicBezTo>
                  <a:lnTo>
                    <a:pt x="2976606" y="1333075"/>
                  </a:lnTo>
                  <a:lnTo>
                    <a:pt x="2976062" y="1333620"/>
                  </a:lnTo>
                  <a:lnTo>
                    <a:pt x="2976606" y="1333620"/>
                  </a:lnTo>
                  <a:cubicBezTo>
                    <a:pt x="2977332" y="1333620"/>
                    <a:pt x="2977876" y="1333438"/>
                    <a:pt x="2978238" y="1333075"/>
                  </a:cubicBezTo>
                  <a:cubicBezTo>
                    <a:pt x="2978601" y="1333075"/>
                    <a:pt x="2978964" y="1332894"/>
                    <a:pt x="2979327" y="1332531"/>
                  </a:cubicBezTo>
                  <a:lnTo>
                    <a:pt x="2979327" y="1331443"/>
                  </a:lnTo>
                  <a:cubicBezTo>
                    <a:pt x="2979690" y="1331080"/>
                    <a:pt x="2980052" y="1330899"/>
                    <a:pt x="2980415" y="1330899"/>
                  </a:cubicBezTo>
                  <a:cubicBezTo>
                    <a:pt x="2981140" y="1330899"/>
                    <a:pt x="2981866" y="1331080"/>
                    <a:pt x="2982592" y="1331443"/>
                  </a:cubicBezTo>
                  <a:lnTo>
                    <a:pt x="2982048" y="1333620"/>
                  </a:lnTo>
                  <a:lnTo>
                    <a:pt x="2980959" y="1336340"/>
                  </a:lnTo>
                  <a:cubicBezTo>
                    <a:pt x="2980234" y="1338517"/>
                    <a:pt x="2978782" y="1339787"/>
                    <a:pt x="2976606" y="1340149"/>
                  </a:cubicBezTo>
                  <a:lnTo>
                    <a:pt x="2975518" y="1337429"/>
                  </a:lnTo>
                  <a:cubicBezTo>
                    <a:pt x="2974792" y="1337791"/>
                    <a:pt x="2974430" y="1338336"/>
                    <a:pt x="2974430" y="1339061"/>
                  </a:cubicBezTo>
                  <a:cubicBezTo>
                    <a:pt x="2974430" y="1339424"/>
                    <a:pt x="2974611" y="1339787"/>
                    <a:pt x="2974974" y="1340149"/>
                  </a:cubicBezTo>
                  <a:lnTo>
                    <a:pt x="2976606" y="1341782"/>
                  </a:lnTo>
                  <a:lnTo>
                    <a:pt x="2978238" y="1343958"/>
                  </a:lnTo>
                  <a:lnTo>
                    <a:pt x="2977150" y="1343958"/>
                  </a:lnTo>
                  <a:cubicBezTo>
                    <a:pt x="2976425" y="1343958"/>
                    <a:pt x="2975699" y="1344321"/>
                    <a:pt x="2974974" y="1345047"/>
                  </a:cubicBezTo>
                  <a:lnTo>
                    <a:pt x="2973885" y="1345591"/>
                  </a:lnTo>
                  <a:cubicBezTo>
                    <a:pt x="2973885" y="1345954"/>
                    <a:pt x="2973522" y="1346135"/>
                    <a:pt x="2972797" y="1346135"/>
                  </a:cubicBezTo>
                  <a:cubicBezTo>
                    <a:pt x="2972072" y="1352302"/>
                    <a:pt x="2969169" y="1359013"/>
                    <a:pt x="2964090" y="1366269"/>
                  </a:cubicBezTo>
                  <a:lnTo>
                    <a:pt x="2961370" y="1370622"/>
                  </a:lnTo>
                  <a:lnTo>
                    <a:pt x="2958649" y="1374975"/>
                  </a:lnTo>
                  <a:cubicBezTo>
                    <a:pt x="2957198" y="1378240"/>
                    <a:pt x="2956110" y="1381686"/>
                    <a:pt x="2955384" y="1385314"/>
                  </a:cubicBezTo>
                  <a:cubicBezTo>
                    <a:pt x="2953570" y="1385314"/>
                    <a:pt x="2952301" y="1385858"/>
                    <a:pt x="2951575" y="1386947"/>
                  </a:cubicBezTo>
                  <a:cubicBezTo>
                    <a:pt x="2951212" y="1387309"/>
                    <a:pt x="2951031" y="1387853"/>
                    <a:pt x="2951031" y="1388579"/>
                  </a:cubicBezTo>
                  <a:cubicBezTo>
                    <a:pt x="2951031" y="1389305"/>
                    <a:pt x="2951212" y="1390030"/>
                    <a:pt x="2951575" y="1390756"/>
                  </a:cubicBezTo>
                  <a:lnTo>
                    <a:pt x="2944501" y="1401639"/>
                  </a:lnTo>
                  <a:lnTo>
                    <a:pt x="2936883" y="1412522"/>
                  </a:lnTo>
                  <a:cubicBezTo>
                    <a:pt x="2930353" y="1421954"/>
                    <a:pt x="2925456" y="1429390"/>
                    <a:pt x="2922191" y="1434832"/>
                  </a:cubicBezTo>
                  <a:lnTo>
                    <a:pt x="2919470" y="1433744"/>
                  </a:lnTo>
                  <a:cubicBezTo>
                    <a:pt x="2919470" y="1437371"/>
                    <a:pt x="2918019" y="1440455"/>
                    <a:pt x="2915117" y="1442994"/>
                  </a:cubicBezTo>
                  <a:lnTo>
                    <a:pt x="2911308" y="1445715"/>
                  </a:lnTo>
                  <a:lnTo>
                    <a:pt x="2906954" y="1448980"/>
                  </a:lnTo>
                  <a:cubicBezTo>
                    <a:pt x="2905866" y="1448617"/>
                    <a:pt x="2904959" y="1448254"/>
                    <a:pt x="2904234" y="1447892"/>
                  </a:cubicBezTo>
                  <a:cubicBezTo>
                    <a:pt x="2904596" y="1448980"/>
                    <a:pt x="2905322" y="1449705"/>
                    <a:pt x="2906410" y="1450068"/>
                  </a:cubicBezTo>
                  <a:cubicBezTo>
                    <a:pt x="2900969" y="1457686"/>
                    <a:pt x="2895164" y="1463853"/>
                    <a:pt x="2888998" y="1468569"/>
                  </a:cubicBezTo>
                  <a:cubicBezTo>
                    <a:pt x="2881016" y="1475099"/>
                    <a:pt x="2873761" y="1479090"/>
                    <a:pt x="2867231" y="1480541"/>
                  </a:cubicBezTo>
                  <a:lnTo>
                    <a:pt x="2866143" y="1479997"/>
                  </a:lnTo>
                  <a:cubicBezTo>
                    <a:pt x="2866506" y="1479271"/>
                    <a:pt x="2866869" y="1478727"/>
                    <a:pt x="2867231" y="1478364"/>
                  </a:cubicBezTo>
                  <a:lnTo>
                    <a:pt x="2868864" y="1477820"/>
                  </a:lnTo>
                  <a:cubicBezTo>
                    <a:pt x="2869227" y="1477457"/>
                    <a:pt x="2869408" y="1477094"/>
                    <a:pt x="2869408" y="1476732"/>
                  </a:cubicBezTo>
                  <a:cubicBezTo>
                    <a:pt x="2869408" y="1476006"/>
                    <a:pt x="2869227" y="1475281"/>
                    <a:pt x="2868864" y="1474555"/>
                  </a:cubicBezTo>
                  <a:cubicBezTo>
                    <a:pt x="2870315" y="1475281"/>
                    <a:pt x="2871585" y="1475643"/>
                    <a:pt x="2872673" y="1475643"/>
                  </a:cubicBezTo>
                  <a:cubicBezTo>
                    <a:pt x="2873398" y="1475643"/>
                    <a:pt x="2873942" y="1475462"/>
                    <a:pt x="2874305" y="1475099"/>
                  </a:cubicBezTo>
                  <a:cubicBezTo>
                    <a:pt x="2875031" y="1474374"/>
                    <a:pt x="2875394" y="1473648"/>
                    <a:pt x="2875394" y="1472923"/>
                  </a:cubicBezTo>
                  <a:cubicBezTo>
                    <a:pt x="2875394" y="1472197"/>
                    <a:pt x="2875031" y="1471290"/>
                    <a:pt x="2874305" y="1470202"/>
                  </a:cubicBezTo>
                  <a:cubicBezTo>
                    <a:pt x="2875756" y="1470565"/>
                    <a:pt x="2877026" y="1470746"/>
                    <a:pt x="2878114" y="1470746"/>
                  </a:cubicBezTo>
                  <a:cubicBezTo>
                    <a:pt x="2879928" y="1470746"/>
                    <a:pt x="2881561" y="1470202"/>
                    <a:pt x="2883012" y="1469114"/>
                  </a:cubicBezTo>
                  <a:cubicBezTo>
                    <a:pt x="2885188" y="1467663"/>
                    <a:pt x="2886277" y="1465849"/>
                    <a:pt x="2886277" y="1463672"/>
                  </a:cubicBezTo>
                  <a:lnTo>
                    <a:pt x="2887909" y="1463672"/>
                  </a:lnTo>
                  <a:cubicBezTo>
                    <a:pt x="2890448" y="1463672"/>
                    <a:pt x="2891718" y="1462402"/>
                    <a:pt x="2891718" y="1459863"/>
                  </a:cubicBezTo>
                  <a:lnTo>
                    <a:pt x="2891718" y="1456598"/>
                  </a:lnTo>
                  <a:cubicBezTo>
                    <a:pt x="2892081" y="1455510"/>
                    <a:pt x="2892988" y="1454966"/>
                    <a:pt x="2894439" y="1454966"/>
                  </a:cubicBezTo>
                  <a:cubicBezTo>
                    <a:pt x="2894439" y="1456054"/>
                    <a:pt x="2894258" y="1456779"/>
                    <a:pt x="2893895" y="1457142"/>
                  </a:cubicBezTo>
                  <a:cubicBezTo>
                    <a:pt x="2896434" y="1457142"/>
                    <a:pt x="2898248" y="1456054"/>
                    <a:pt x="2899336" y="1453877"/>
                  </a:cubicBezTo>
                  <a:lnTo>
                    <a:pt x="2900969" y="1451701"/>
                  </a:lnTo>
                  <a:cubicBezTo>
                    <a:pt x="2901694" y="1450612"/>
                    <a:pt x="2902420" y="1450068"/>
                    <a:pt x="2903145" y="1450068"/>
                  </a:cubicBezTo>
                  <a:lnTo>
                    <a:pt x="2903145" y="1449524"/>
                  </a:lnTo>
                  <a:cubicBezTo>
                    <a:pt x="2903145" y="1448798"/>
                    <a:pt x="2902964" y="1448254"/>
                    <a:pt x="2902601" y="1447892"/>
                  </a:cubicBezTo>
                  <a:cubicBezTo>
                    <a:pt x="2901876" y="1447529"/>
                    <a:pt x="2900969" y="1447166"/>
                    <a:pt x="2899880" y="1446803"/>
                  </a:cubicBezTo>
                  <a:lnTo>
                    <a:pt x="2906410" y="1446803"/>
                  </a:lnTo>
                  <a:cubicBezTo>
                    <a:pt x="2908224" y="1446078"/>
                    <a:pt x="2909131" y="1444989"/>
                    <a:pt x="2909131" y="1443538"/>
                  </a:cubicBezTo>
                  <a:lnTo>
                    <a:pt x="2909131" y="1442450"/>
                  </a:lnTo>
                  <a:cubicBezTo>
                    <a:pt x="2909131" y="1442087"/>
                    <a:pt x="2908406" y="1441543"/>
                    <a:pt x="2906954" y="1440818"/>
                  </a:cubicBezTo>
                  <a:lnTo>
                    <a:pt x="2904778" y="1439729"/>
                  </a:lnTo>
                  <a:cubicBezTo>
                    <a:pt x="2904415" y="1439366"/>
                    <a:pt x="2904234" y="1439004"/>
                    <a:pt x="2904234" y="1438641"/>
                  </a:cubicBezTo>
                  <a:cubicBezTo>
                    <a:pt x="2906773" y="1438641"/>
                    <a:pt x="2908768" y="1439548"/>
                    <a:pt x="2910219" y="1441362"/>
                  </a:cubicBezTo>
                  <a:lnTo>
                    <a:pt x="2911308" y="1438097"/>
                  </a:lnTo>
                  <a:lnTo>
                    <a:pt x="2912940" y="1435920"/>
                  </a:lnTo>
                  <a:cubicBezTo>
                    <a:pt x="2913303" y="1435195"/>
                    <a:pt x="2913484" y="1434651"/>
                    <a:pt x="2913484" y="1434288"/>
                  </a:cubicBezTo>
                  <a:cubicBezTo>
                    <a:pt x="2913484" y="1432837"/>
                    <a:pt x="2912940" y="1431567"/>
                    <a:pt x="2911852" y="1430479"/>
                  </a:cubicBezTo>
                  <a:cubicBezTo>
                    <a:pt x="2912940" y="1430842"/>
                    <a:pt x="2913847" y="1431023"/>
                    <a:pt x="2914573" y="1431023"/>
                  </a:cubicBezTo>
                  <a:lnTo>
                    <a:pt x="2916205" y="1431023"/>
                  </a:lnTo>
                  <a:lnTo>
                    <a:pt x="2917293" y="1430479"/>
                  </a:lnTo>
                  <a:lnTo>
                    <a:pt x="2918382" y="1430479"/>
                  </a:lnTo>
                  <a:cubicBezTo>
                    <a:pt x="2918382" y="1429753"/>
                    <a:pt x="2917838" y="1429209"/>
                    <a:pt x="2916749" y="1428846"/>
                  </a:cubicBezTo>
                  <a:lnTo>
                    <a:pt x="2914573" y="1427758"/>
                  </a:lnTo>
                  <a:lnTo>
                    <a:pt x="2915117" y="1426670"/>
                  </a:lnTo>
                  <a:lnTo>
                    <a:pt x="2916205" y="1425581"/>
                  </a:lnTo>
                  <a:lnTo>
                    <a:pt x="2916749" y="1425581"/>
                  </a:lnTo>
                  <a:cubicBezTo>
                    <a:pt x="2917475" y="1425581"/>
                    <a:pt x="2918382" y="1425944"/>
                    <a:pt x="2919470" y="1426670"/>
                  </a:cubicBezTo>
                  <a:cubicBezTo>
                    <a:pt x="2921646" y="1426670"/>
                    <a:pt x="2922735" y="1425763"/>
                    <a:pt x="2922735" y="1423949"/>
                  </a:cubicBezTo>
                  <a:cubicBezTo>
                    <a:pt x="2922735" y="1423223"/>
                    <a:pt x="2922554" y="1422498"/>
                    <a:pt x="2922191" y="1421772"/>
                  </a:cubicBezTo>
                  <a:cubicBezTo>
                    <a:pt x="2926907" y="1421409"/>
                    <a:pt x="2929265" y="1419233"/>
                    <a:pt x="2929265" y="1415242"/>
                  </a:cubicBezTo>
                  <a:lnTo>
                    <a:pt x="2929265" y="1412522"/>
                  </a:lnTo>
                  <a:lnTo>
                    <a:pt x="2928721" y="1409801"/>
                  </a:lnTo>
                  <a:cubicBezTo>
                    <a:pt x="2928721" y="1407624"/>
                    <a:pt x="2929083" y="1405992"/>
                    <a:pt x="2929809" y="1404903"/>
                  </a:cubicBezTo>
                  <a:lnTo>
                    <a:pt x="2931441" y="1404903"/>
                  </a:lnTo>
                  <a:lnTo>
                    <a:pt x="2933074" y="1404359"/>
                  </a:lnTo>
                  <a:cubicBezTo>
                    <a:pt x="2934162" y="1404359"/>
                    <a:pt x="2935432" y="1404541"/>
                    <a:pt x="2936883" y="1404903"/>
                  </a:cubicBezTo>
                  <a:cubicBezTo>
                    <a:pt x="2936883" y="1404178"/>
                    <a:pt x="2935250" y="1403452"/>
                    <a:pt x="2931986" y="1402727"/>
                  </a:cubicBezTo>
                  <a:cubicBezTo>
                    <a:pt x="2932348" y="1402001"/>
                    <a:pt x="2933074" y="1401639"/>
                    <a:pt x="2934162" y="1401639"/>
                  </a:cubicBezTo>
                  <a:lnTo>
                    <a:pt x="2935250" y="1401639"/>
                  </a:lnTo>
                  <a:lnTo>
                    <a:pt x="2937427" y="1402183"/>
                  </a:lnTo>
                  <a:lnTo>
                    <a:pt x="2939060" y="1402183"/>
                  </a:lnTo>
                  <a:lnTo>
                    <a:pt x="2938515" y="1401639"/>
                  </a:lnTo>
                  <a:lnTo>
                    <a:pt x="2937971" y="1400550"/>
                  </a:lnTo>
                  <a:cubicBezTo>
                    <a:pt x="2937246" y="1399825"/>
                    <a:pt x="2936883" y="1398918"/>
                    <a:pt x="2936883" y="1397830"/>
                  </a:cubicBezTo>
                  <a:cubicBezTo>
                    <a:pt x="2938334" y="1398555"/>
                    <a:pt x="2939785" y="1398918"/>
                    <a:pt x="2941236" y="1398918"/>
                  </a:cubicBezTo>
                  <a:lnTo>
                    <a:pt x="2942324" y="1398918"/>
                  </a:lnTo>
                  <a:cubicBezTo>
                    <a:pt x="2941599" y="1397830"/>
                    <a:pt x="2941236" y="1397104"/>
                    <a:pt x="2941236" y="1396741"/>
                  </a:cubicBezTo>
                  <a:cubicBezTo>
                    <a:pt x="2941236" y="1396016"/>
                    <a:pt x="2941599" y="1395472"/>
                    <a:pt x="2942324" y="1395109"/>
                  </a:cubicBezTo>
                  <a:lnTo>
                    <a:pt x="2941780" y="1394020"/>
                  </a:lnTo>
                  <a:lnTo>
                    <a:pt x="2940148" y="1393476"/>
                  </a:lnTo>
                  <a:cubicBezTo>
                    <a:pt x="2938697" y="1392751"/>
                    <a:pt x="2937971" y="1392025"/>
                    <a:pt x="2937971" y="1391300"/>
                  </a:cubicBezTo>
                  <a:lnTo>
                    <a:pt x="2945045" y="1392932"/>
                  </a:lnTo>
                  <a:cubicBezTo>
                    <a:pt x="2943594" y="1391118"/>
                    <a:pt x="2942869" y="1389305"/>
                    <a:pt x="2942869" y="1387491"/>
                  </a:cubicBezTo>
                  <a:cubicBezTo>
                    <a:pt x="2942869" y="1386402"/>
                    <a:pt x="2943231" y="1385314"/>
                    <a:pt x="2943957" y="1384226"/>
                  </a:cubicBezTo>
                  <a:lnTo>
                    <a:pt x="2946134" y="1381505"/>
                  </a:lnTo>
                  <a:cubicBezTo>
                    <a:pt x="2947222" y="1380054"/>
                    <a:pt x="2947766" y="1378784"/>
                    <a:pt x="2947766" y="1377696"/>
                  </a:cubicBezTo>
                  <a:cubicBezTo>
                    <a:pt x="2947403" y="1377333"/>
                    <a:pt x="2947040" y="1377152"/>
                    <a:pt x="2946678" y="1377152"/>
                  </a:cubicBezTo>
                  <a:lnTo>
                    <a:pt x="2946134" y="1377152"/>
                  </a:lnTo>
                  <a:lnTo>
                    <a:pt x="2945045" y="1377696"/>
                  </a:lnTo>
                  <a:cubicBezTo>
                    <a:pt x="2944320" y="1377696"/>
                    <a:pt x="2943594" y="1377515"/>
                    <a:pt x="2942869" y="1377152"/>
                  </a:cubicBezTo>
                  <a:lnTo>
                    <a:pt x="2942869" y="1378240"/>
                  </a:lnTo>
                  <a:lnTo>
                    <a:pt x="2942324" y="1379873"/>
                  </a:lnTo>
                  <a:cubicBezTo>
                    <a:pt x="2942324" y="1380961"/>
                    <a:pt x="2941962" y="1381686"/>
                    <a:pt x="2941236" y="1382049"/>
                  </a:cubicBezTo>
                  <a:cubicBezTo>
                    <a:pt x="2940511" y="1380961"/>
                    <a:pt x="2940148" y="1379873"/>
                    <a:pt x="2940148" y="1378784"/>
                  </a:cubicBezTo>
                  <a:cubicBezTo>
                    <a:pt x="2940148" y="1377696"/>
                    <a:pt x="2941055" y="1376789"/>
                    <a:pt x="2942869" y="1376063"/>
                  </a:cubicBezTo>
                  <a:cubicBezTo>
                    <a:pt x="2944320" y="1375338"/>
                    <a:pt x="2945771" y="1374975"/>
                    <a:pt x="2947222" y="1374975"/>
                  </a:cubicBezTo>
                  <a:cubicBezTo>
                    <a:pt x="2949036" y="1374975"/>
                    <a:pt x="2950668" y="1375338"/>
                    <a:pt x="2952119" y="1376063"/>
                  </a:cubicBezTo>
                  <a:cubicBezTo>
                    <a:pt x="2952482" y="1376063"/>
                    <a:pt x="2952663" y="1375882"/>
                    <a:pt x="2952663" y="1375519"/>
                  </a:cubicBezTo>
                  <a:lnTo>
                    <a:pt x="2952119" y="1374975"/>
                  </a:lnTo>
                  <a:lnTo>
                    <a:pt x="2951031" y="1373343"/>
                  </a:lnTo>
                  <a:lnTo>
                    <a:pt x="2951031" y="1372254"/>
                  </a:lnTo>
                  <a:cubicBezTo>
                    <a:pt x="2951031" y="1371892"/>
                    <a:pt x="2951394" y="1371710"/>
                    <a:pt x="2952119" y="1371710"/>
                  </a:cubicBezTo>
                  <a:lnTo>
                    <a:pt x="2953208" y="1371710"/>
                  </a:lnTo>
                  <a:cubicBezTo>
                    <a:pt x="2953570" y="1371347"/>
                    <a:pt x="2953933" y="1371166"/>
                    <a:pt x="2954296" y="1371166"/>
                  </a:cubicBezTo>
                  <a:cubicBezTo>
                    <a:pt x="2954659" y="1371166"/>
                    <a:pt x="2954840" y="1371347"/>
                    <a:pt x="2954840" y="1371710"/>
                  </a:cubicBezTo>
                  <a:lnTo>
                    <a:pt x="2955384" y="1372799"/>
                  </a:lnTo>
                  <a:cubicBezTo>
                    <a:pt x="2955747" y="1373524"/>
                    <a:pt x="2956110" y="1373887"/>
                    <a:pt x="2956472" y="1373887"/>
                  </a:cubicBezTo>
                  <a:cubicBezTo>
                    <a:pt x="2956472" y="1373161"/>
                    <a:pt x="2956291" y="1372617"/>
                    <a:pt x="2955928" y="1372254"/>
                  </a:cubicBezTo>
                  <a:lnTo>
                    <a:pt x="2954296" y="1370078"/>
                  </a:lnTo>
                  <a:cubicBezTo>
                    <a:pt x="2953570" y="1368989"/>
                    <a:pt x="2953208" y="1368083"/>
                    <a:pt x="2953208" y="1367357"/>
                  </a:cubicBezTo>
                  <a:cubicBezTo>
                    <a:pt x="2953208" y="1366631"/>
                    <a:pt x="2953389" y="1366087"/>
                    <a:pt x="2953752" y="1365725"/>
                  </a:cubicBezTo>
                  <a:lnTo>
                    <a:pt x="2952663" y="1365725"/>
                  </a:lnTo>
                  <a:cubicBezTo>
                    <a:pt x="2950850" y="1365725"/>
                    <a:pt x="2949580" y="1366631"/>
                    <a:pt x="2948854" y="1368445"/>
                  </a:cubicBezTo>
                  <a:lnTo>
                    <a:pt x="2948310" y="1369534"/>
                  </a:lnTo>
                  <a:lnTo>
                    <a:pt x="2947766" y="1370622"/>
                  </a:lnTo>
                  <a:cubicBezTo>
                    <a:pt x="2947403" y="1371347"/>
                    <a:pt x="2946496" y="1371710"/>
                    <a:pt x="2945045" y="1371710"/>
                  </a:cubicBezTo>
                  <a:cubicBezTo>
                    <a:pt x="2944682" y="1371347"/>
                    <a:pt x="2944501" y="1370803"/>
                    <a:pt x="2944501" y="1370078"/>
                  </a:cubicBezTo>
                  <a:cubicBezTo>
                    <a:pt x="2944501" y="1369352"/>
                    <a:pt x="2945045" y="1368808"/>
                    <a:pt x="2946134" y="1368445"/>
                  </a:cubicBezTo>
                  <a:lnTo>
                    <a:pt x="2947222" y="1366813"/>
                  </a:lnTo>
                  <a:lnTo>
                    <a:pt x="2947222" y="1366269"/>
                  </a:lnTo>
                  <a:cubicBezTo>
                    <a:pt x="2947222" y="1365906"/>
                    <a:pt x="2947040" y="1365362"/>
                    <a:pt x="2946678" y="1364636"/>
                  </a:cubicBezTo>
                  <a:cubicBezTo>
                    <a:pt x="2943050" y="1367176"/>
                    <a:pt x="2939422" y="1372617"/>
                    <a:pt x="2935795" y="1380961"/>
                  </a:cubicBezTo>
                  <a:lnTo>
                    <a:pt x="2933618" y="1385858"/>
                  </a:lnTo>
                  <a:lnTo>
                    <a:pt x="2930897" y="1390211"/>
                  </a:lnTo>
                  <a:cubicBezTo>
                    <a:pt x="2929083" y="1393476"/>
                    <a:pt x="2926725" y="1396197"/>
                    <a:pt x="2923823" y="1398374"/>
                  </a:cubicBezTo>
                  <a:lnTo>
                    <a:pt x="2924367" y="1400006"/>
                  </a:lnTo>
                  <a:lnTo>
                    <a:pt x="2924367" y="1400550"/>
                  </a:lnTo>
                  <a:cubicBezTo>
                    <a:pt x="2924730" y="1400913"/>
                    <a:pt x="2925093" y="1401457"/>
                    <a:pt x="2925456" y="1402183"/>
                  </a:cubicBezTo>
                  <a:lnTo>
                    <a:pt x="2924367" y="1402183"/>
                  </a:lnTo>
                  <a:cubicBezTo>
                    <a:pt x="2923279" y="1402183"/>
                    <a:pt x="2922372" y="1402545"/>
                    <a:pt x="2921647" y="1403271"/>
                  </a:cubicBezTo>
                  <a:lnTo>
                    <a:pt x="2920014" y="1404359"/>
                  </a:lnTo>
                  <a:lnTo>
                    <a:pt x="2917293" y="1404359"/>
                  </a:lnTo>
                  <a:cubicBezTo>
                    <a:pt x="2916931" y="1410164"/>
                    <a:pt x="2913666" y="1416512"/>
                    <a:pt x="2907499" y="1423405"/>
                  </a:cubicBezTo>
                  <a:lnTo>
                    <a:pt x="2899880" y="1432111"/>
                  </a:lnTo>
                  <a:cubicBezTo>
                    <a:pt x="2897341" y="1435376"/>
                    <a:pt x="2895164" y="1438278"/>
                    <a:pt x="2893351" y="1440818"/>
                  </a:cubicBezTo>
                  <a:cubicBezTo>
                    <a:pt x="2891900" y="1440818"/>
                    <a:pt x="2890448" y="1440999"/>
                    <a:pt x="2888998" y="1441362"/>
                  </a:cubicBezTo>
                  <a:lnTo>
                    <a:pt x="2890086" y="1445171"/>
                  </a:lnTo>
                  <a:cubicBezTo>
                    <a:pt x="2888997" y="1444445"/>
                    <a:pt x="2888090" y="1444082"/>
                    <a:pt x="2887365" y="1444082"/>
                  </a:cubicBezTo>
                  <a:cubicBezTo>
                    <a:pt x="2886640" y="1444082"/>
                    <a:pt x="2886095" y="1444445"/>
                    <a:pt x="2885732" y="1445171"/>
                  </a:cubicBezTo>
                  <a:lnTo>
                    <a:pt x="2884644" y="1447347"/>
                  </a:lnTo>
                  <a:cubicBezTo>
                    <a:pt x="2884282" y="1448073"/>
                    <a:pt x="2883919" y="1448617"/>
                    <a:pt x="2883556" y="1448980"/>
                  </a:cubicBezTo>
                  <a:cubicBezTo>
                    <a:pt x="2882830" y="1449705"/>
                    <a:pt x="2881742" y="1450250"/>
                    <a:pt x="2880291" y="1450612"/>
                  </a:cubicBezTo>
                  <a:lnTo>
                    <a:pt x="2877026" y="1452245"/>
                  </a:lnTo>
                  <a:cubicBezTo>
                    <a:pt x="2875212" y="1452970"/>
                    <a:pt x="2874305" y="1454059"/>
                    <a:pt x="2874305" y="1455510"/>
                  </a:cubicBezTo>
                  <a:cubicBezTo>
                    <a:pt x="2874305" y="1456235"/>
                    <a:pt x="2874487" y="1456961"/>
                    <a:pt x="2874850" y="1457686"/>
                  </a:cubicBezTo>
                  <a:lnTo>
                    <a:pt x="2873217" y="1457686"/>
                  </a:lnTo>
                  <a:cubicBezTo>
                    <a:pt x="2870315" y="1457686"/>
                    <a:pt x="2867413" y="1458593"/>
                    <a:pt x="2864511" y="1460407"/>
                  </a:cubicBezTo>
                  <a:lnTo>
                    <a:pt x="2861246" y="1463128"/>
                  </a:lnTo>
                  <a:lnTo>
                    <a:pt x="2857981" y="1465305"/>
                  </a:lnTo>
                  <a:cubicBezTo>
                    <a:pt x="2853628" y="1447892"/>
                    <a:pt x="2851451" y="1424312"/>
                    <a:pt x="2851451" y="1394565"/>
                  </a:cubicBezTo>
                  <a:cubicBezTo>
                    <a:pt x="2851451" y="1385858"/>
                    <a:pt x="2851814" y="1373161"/>
                    <a:pt x="2852539" y="1356474"/>
                  </a:cubicBezTo>
                  <a:lnTo>
                    <a:pt x="2853083" y="1337973"/>
                  </a:lnTo>
                  <a:lnTo>
                    <a:pt x="2853083" y="1320016"/>
                  </a:lnTo>
                  <a:cubicBezTo>
                    <a:pt x="2857799" y="1284827"/>
                    <a:pt x="2864692" y="1245648"/>
                    <a:pt x="2873761" y="1202479"/>
                  </a:cubicBezTo>
                  <a:lnTo>
                    <a:pt x="2885732" y="1146431"/>
                  </a:lnTo>
                  <a:lnTo>
                    <a:pt x="2892262" y="1118135"/>
                  </a:lnTo>
                  <a:lnTo>
                    <a:pt x="2898792" y="1089295"/>
                  </a:lnTo>
                  <a:cubicBezTo>
                    <a:pt x="2903508" y="1078775"/>
                    <a:pt x="2908224" y="1064627"/>
                    <a:pt x="2912940" y="1046851"/>
                  </a:cubicBezTo>
                  <a:lnTo>
                    <a:pt x="2915117" y="1037056"/>
                  </a:lnTo>
                  <a:lnTo>
                    <a:pt x="2917838" y="1027261"/>
                  </a:lnTo>
                  <a:cubicBezTo>
                    <a:pt x="2919651" y="1020369"/>
                    <a:pt x="2921647" y="1014565"/>
                    <a:pt x="2923823" y="1009849"/>
                  </a:cubicBezTo>
                  <a:cubicBezTo>
                    <a:pt x="2922735" y="1009849"/>
                    <a:pt x="2921647" y="1009304"/>
                    <a:pt x="2920558" y="1008216"/>
                  </a:cubicBezTo>
                  <a:cubicBezTo>
                    <a:pt x="2919833" y="1007128"/>
                    <a:pt x="2919289" y="1005858"/>
                    <a:pt x="2918926" y="1004407"/>
                  </a:cubicBezTo>
                  <a:cubicBezTo>
                    <a:pt x="2926907" y="1002956"/>
                    <a:pt x="2930897" y="998966"/>
                    <a:pt x="2930897" y="992436"/>
                  </a:cubicBezTo>
                  <a:cubicBezTo>
                    <a:pt x="2930897" y="990259"/>
                    <a:pt x="2930353" y="987720"/>
                    <a:pt x="2929265" y="984818"/>
                  </a:cubicBezTo>
                  <a:cubicBezTo>
                    <a:pt x="2933255" y="983366"/>
                    <a:pt x="2935976" y="978832"/>
                    <a:pt x="2937427" y="971214"/>
                  </a:cubicBezTo>
                  <a:lnTo>
                    <a:pt x="2938515" y="966860"/>
                  </a:lnTo>
                  <a:lnTo>
                    <a:pt x="2939604" y="962507"/>
                  </a:lnTo>
                  <a:cubicBezTo>
                    <a:pt x="2940692" y="959605"/>
                    <a:pt x="2942324" y="957610"/>
                    <a:pt x="2944501" y="956522"/>
                  </a:cubicBezTo>
                  <a:lnTo>
                    <a:pt x="2944501" y="955978"/>
                  </a:lnTo>
                  <a:cubicBezTo>
                    <a:pt x="2944501" y="955252"/>
                    <a:pt x="2943957" y="954708"/>
                    <a:pt x="2942869" y="954345"/>
                  </a:cubicBezTo>
                  <a:lnTo>
                    <a:pt x="2941780" y="953257"/>
                  </a:lnTo>
                  <a:lnTo>
                    <a:pt x="2941780" y="951080"/>
                  </a:lnTo>
                  <a:cubicBezTo>
                    <a:pt x="2945771" y="949629"/>
                    <a:pt x="2948673" y="946364"/>
                    <a:pt x="2950487" y="941285"/>
                  </a:cubicBezTo>
                  <a:cubicBezTo>
                    <a:pt x="2951212" y="939109"/>
                    <a:pt x="2951756" y="936569"/>
                    <a:pt x="2952119" y="933667"/>
                  </a:cubicBezTo>
                  <a:lnTo>
                    <a:pt x="2953752" y="925505"/>
                  </a:lnTo>
                  <a:lnTo>
                    <a:pt x="2954296" y="926049"/>
                  </a:lnTo>
                  <a:cubicBezTo>
                    <a:pt x="2955384" y="920970"/>
                    <a:pt x="2956654" y="916254"/>
                    <a:pt x="2958105" y="911901"/>
                  </a:cubicBezTo>
                  <a:lnTo>
                    <a:pt x="2958105" y="909725"/>
                  </a:lnTo>
                  <a:lnTo>
                    <a:pt x="2959193" y="908092"/>
                  </a:lnTo>
                  <a:lnTo>
                    <a:pt x="2960282" y="905371"/>
                  </a:lnTo>
                  <a:cubicBezTo>
                    <a:pt x="2960281" y="904283"/>
                    <a:pt x="2960100" y="903013"/>
                    <a:pt x="2959737" y="901562"/>
                  </a:cubicBezTo>
                  <a:lnTo>
                    <a:pt x="2961370" y="901562"/>
                  </a:lnTo>
                  <a:cubicBezTo>
                    <a:pt x="2963546" y="897209"/>
                    <a:pt x="2965723" y="893037"/>
                    <a:pt x="2967900" y="889047"/>
                  </a:cubicBezTo>
                  <a:cubicBezTo>
                    <a:pt x="2968988" y="883605"/>
                    <a:pt x="2971164" y="877075"/>
                    <a:pt x="2974430" y="869457"/>
                  </a:cubicBezTo>
                  <a:lnTo>
                    <a:pt x="2995652" y="867825"/>
                  </a:lnTo>
                  <a:lnTo>
                    <a:pt x="3017418" y="866737"/>
                  </a:lnTo>
                  <a:cubicBezTo>
                    <a:pt x="3025398" y="866374"/>
                    <a:pt x="3033016" y="866192"/>
                    <a:pt x="3040272" y="866192"/>
                  </a:cubicBezTo>
                  <a:cubicBezTo>
                    <a:pt x="3047527" y="866192"/>
                    <a:pt x="3054238" y="866374"/>
                    <a:pt x="3060406" y="866737"/>
                  </a:cubicBezTo>
                  <a:cubicBezTo>
                    <a:pt x="3065847" y="864197"/>
                    <a:pt x="3074191" y="862565"/>
                    <a:pt x="3085437" y="861839"/>
                  </a:cubicBezTo>
                  <a:lnTo>
                    <a:pt x="3098496" y="860751"/>
                  </a:lnTo>
                  <a:cubicBezTo>
                    <a:pt x="3103575" y="860025"/>
                    <a:pt x="3107928" y="858937"/>
                    <a:pt x="3111556" y="857486"/>
                  </a:cubicBezTo>
                  <a:lnTo>
                    <a:pt x="3112644" y="859662"/>
                  </a:lnTo>
                  <a:cubicBezTo>
                    <a:pt x="3114095" y="858937"/>
                    <a:pt x="3115365" y="858574"/>
                    <a:pt x="3116453" y="858574"/>
                  </a:cubicBezTo>
                  <a:cubicBezTo>
                    <a:pt x="3117542" y="858574"/>
                    <a:pt x="3118630" y="858756"/>
                    <a:pt x="3119718" y="859118"/>
                  </a:cubicBezTo>
                  <a:lnTo>
                    <a:pt x="3120262" y="859118"/>
                  </a:lnTo>
                  <a:lnTo>
                    <a:pt x="3125160" y="856942"/>
                  </a:lnTo>
                  <a:cubicBezTo>
                    <a:pt x="3126248" y="856579"/>
                    <a:pt x="3127336" y="856398"/>
                    <a:pt x="3128425" y="856398"/>
                  </a:cubicBezTo>
                  <a:cubicBezTo>
                    <a:pt x="3129150" y="856398"/>
                    <a:pt x="3129876" y="856579"/>
                    <a:pt x="3130601" y="856942"/>
                  </a:cubicBezTo>
                  <a:cubicBezTo>
                    <a:pt x="3133141" y="856216"/>
                    <a:pt x="3134410" y="853858"/>
                    <a:pt x="3134410" y="849868"/>
                  </a:cubicBezTo>
                  <a:cubicBezTo>
                    <a:pt x="3134410" y="848417"/>
                    <a:pt x="3134229" y="846966"/>
                    <a:pt x="3133866" y="845514"/>
                  </a:cubicBezTo>
                  <a:cubicBezTo>
                    <a:pt x="3132778" y="837896"/>
                    <a:pt x="3132234" y="831004"/>
                    <a:pt x="3132234" y="824837"/>
                  </a:cubicBezTo>
                  <a:lnTo>
                    <a:pt x="3131146" y="821572"/>
                  </a:lnTo>
                  <a:cubicBezTo>
                    <a:pt x="3131508" y="820121"/>
                    <a:pt x="3131690" y="818670"/>
                    <a:pt x="3131690" y="817218"/>
                  </a:cubicBezTo>
                  <a:cubicBezTo>
                    <a:pt x="3131690" y="814679"/>
                    <a:pt x="3131327" y="811958"/>
                    <a:pt x="3130601" y="809056"/>
                  </a:cubicBezTo>
                  <a:cubicBezTo>
                    <a:pt x="3129876" y="808331"/>
                    <a:pt x="3128969" y="807968"/>
                    <a:pt x="3127880" y="807968"/>
                  </a:cubicBezTo>
                  <a:cubicBezTo>
                    <a:pt x="3127155" y="807968"/>
                    <a:pt x="3126067" y="808331"/>
                    <a:pt x="3124616" y="809056"/>
                  </a:cubicBezTo>
                  <a:lnTo>
                    <a:pt x="3124072" y="807968"/>
                  </a:lnTo>
                  <a:cubicBezTo>
                    <a:pt x="3122258" y="808693"/>
                    <a:pt x="3120262" y="809056"/>
                    <a:pt x="3118086" y="809056"/>
                  </a:cubicBezTo>
                  <a:cubicBezTo>
                    <a:pt x="3115909" y="809056"/>
                    <a:pt x="3113732" y="808512"/>
                    <a:pt x="3111556" y="807424"/>
                  </a:cubicBezTo>
                  <a:lnTo>
                    <a:pt x="3109924" y="808512"/>
                  </a:lnTo>
                  <a:cubicBezTo>
                    <a:pt x="3107021" y="809238"/>
                    <a:pt x="3102850" y="810144"/>
                    <a:pt x="3097408" y="811233"/>
                  </a:cubicBezTo>
                  <a:lnTo>
                    <a:pt x="3096864" y="811777"/>
                  </a:lnTo>
                  <a:lnTo>
                    <a:pt x="3097952" y="811777"/>
                  </a:lnTo>
                  <a:lnTo>
                    <a:pt x="3099040" y="812321"/>
                  </a:lnTo>
                  <a:cubicBezTo>
                    <a:pt x="3098678" y="814135"/>
                    <a:pt x="3098134" y="815042"/>
                    <a:pt x="3097408" y="815042"/>
                  </a:cubicBezTo>
                  <a:lnTo>
                    <a:pt x="3095776" y="813954"/>
                  </a:lnTo>
                  <a:lnTo>
                    <a:pt x="3095232" y="813954"/>
                  </a:lnTo>
                  <a:lnTo>
                    <a:pt x="3095232" y="812321"/>
                  </a:lnTo>
                  <a:cubicBezTo>
                    <a:pt x="3093780" y="813047"/>
                    <a:pt x="3092510" y="813409"/>
                    <a:pt x="3091422" y="813409"/>
                  </a:cubicBezTo>
                  <a:lnTo>
                    <a:pt x="3092510" y="814498"/>
                  </a:lnTo>
                  <a:cubicBezTo>
                    <a:pt x="3088883" y="815949"/>
                    <a:pt x="3084892" y="816856"/>
                    <a:pt x="3080539" y="817218"/>
                  </a:cubicBezTo>
                  <a:lnTo>
                    <a:pt x="3075098" y="817763"/>
                  </a:lnTo>
                  <a:cubicBezTo>
                    <a:pt x="3072921" y="817763"/>
                    <a:pt x="3070926" y="818125"/>
                    <a:pt x="3069112" y="818851"/>
                  </a:cubicBezTo>
                  <a:lnTo>
                    <a:pt x="3068568" y="819395"/>
                  </a:lnTo>
                  <a:lnTo>
                    <a:pt x="3069112" y="819939"/>
                  </a:lnTo>
                  <a:lnTo>
                    <a:pt x="3069112" y="821028"/>
                  </a:lnTo>
                  <a:cubicBezTo>
                    <a:pt x="3066936" y="819577"/>
                    <a:pt x="3064215" y="818851"/>
                    <a:pt x="3060950" y="818851"/>
                  </a:cubicBezTo>
                  <a:cubicBezTo>
                    <a:pt x="3059499" y="818851"/>
                    <a:pt x="3057866" y="819032"/>
                    <a:pt x="3056052" y="819395"/>
                  </a:cubicBezTo>
                  <a:lnTo>
                    <a:pt x="3048978" y="819395"/>
                  </a:lnTo>
                  <a:cubicBezTo>
                    <a:pt x="3046802" y="819395"/>
                    <a:pt x="3044806" y="818851"/>
                    <a:pt x="3042993" y="817763"/>
                  </a:cubicBezTo>
                  <a:cubicBezTo>
                    <a:pt x="3040453" y="818851"/>
                    <a:pt x="3037551" y="819577"/>
                    <a:pt x="3034286" y="819939"/>
                  </a:cubicBezTo>
                  <a:lnTo>
                    <a:pt x="3026124" y="819939"/>
                  </a:lnTo>
                  <a:cubicBezTo>
                    <a:pt x="3018506" y="819939"/>
                    <a:pt x="3012702" y="820846"/>
                    <a:pt x="3008711" y="822660"/>
                  </a:cubicBezTo>
                  <a:cubicBezTo>
                    <a:pt x="3008711" y="821934"/>
                    <a:pt x="3008348" y="821390"/>
                    <a:pt x="3007623" y="821028"/>
                  </a:cubicBezTo>
                  <a:lnTo>
                    <a:pt x="3006534" y="820483"/>
                  </a:lnTo>
                  <a:lnTo>
                    <a:pt x="3005446" y="818851"/>
                  </a:lnTo>
                  <a:cubicBezTo>
                    <a:pt x="3003995" y="819939"/>
                    <a:pt x="3002363" y="820665"/>
                    <a:pt x="3000549" y="821028"/>
                  </a:cubicBezTo>
                  <a:lnTo>
                    <a:pt x="2995652" y="821572"/>
                  </a:lnTo>
                  <a:cubicBezTo>
                    <a:pt x="2996014" y="820483"/>
                    <a:pt x="2996196" y="819395"/>
                    <a:pt x="2996196" y="818307"/>
                  </a:cubicBezTo>
                  <a:cubicBezTo>
                    <a:pt x="2996196" y="816493"/>
                    <a:pt x="2995833" y="814679"/>
                    <a:pt x="2995107" y="812865"/>
                  </a:cubicBezTo>
                  <a:lnTo>
                    <a:pt x="2996196" y="812865"/>
                  </a:lnTo>
                  <a:cubicBezTo>
                    <a:pt x="2997647" y="812865"/>
                    <a:pt x="2998735" y="812140"/>
                    <a:pt x="2999460" y="810689"/>
                  </a:cubicBezTo>
                  <a:lnTo>
                    <a:pt x="3000005" y="809600"/>
                  </a:lnTo>
                  <a:lnTo>
                    <a:pt x="3000549" y="808512"/>
                  </a:lnTo>
                  <a:cubicBezTo>
                    <a:pt x="3001274" y="807787"/>
                    <a:pt x="3002181" y="807424"/>
                    <a:pt x="3003270" y="807424"/>
                  </a:cubicBezTo>
                  <a:cubicBezTo>
                    <a:pt x="3007986" y="792550"/>
                    <a:pt x="3015422" y="774230"/>
                    <a:pt x="3025580" y="752464"/>
                  </a:cubicBezTo>
                  <a:lnTo>
                    <a:pt x="3032110" y="738861"/>
                  </a:lnTo>
                  <a:lnTo>
                    <a:pt x="3039184" y="724713"/>
                  </a:lnTo>
                  <a:cubicBezTo>
                    <a:pt x="3044262" y="713104"/>
                    <a:pt x="3048797" y="702584"/>
                    <a:pt x="3052788" y="693152"/>
                  </a:cubicBezTo>
                  <a:cubicBezTo>
                    <a:pt x="3053513" y="692063"/>
                    <a:pt x="3053876" y="691156"/>
                    <a:pt x="3053876" y="690431"/>
                  </a:cubicBezTo>
                  <a:cubicBezTo>
                    <a:pt x="3053876" y="690068"/>
                    <a:pt x="3053694" y="689705"/>
                    <a:pt x="3053332" y="689343"/>
                  </a:cubicBezTo>
                  <a:lnTo>
                    <a:pt x="3052243" y="688254"/>
                  </a:lnTo>
                  <a:lnTo>
                    <a:pt x="3052243" y="686622"/>
                  </a:lnTo>
                  <a:cubicBezTo>
                    <a:pt x="3054057" y="686622"/>
                    <a:pt x="3055871" y="684989"/>
                    <a:pt x="3057685" y="681724"/>
                  </a:cubicBezTo>
                  <a:lnTo>
                    <a:pt x="3059862" y="677915"/>
                  </a:lnTo>
                  <a:cubicBezTo>
                    <a:pt x="3060587" y="676827"/>
                    <a:pt x="3061675" y="676102"/>
                    <a:pt x="3063126" y="675739"/>
                  </a:cubicBezTo>
                  <a:cubicBezTo>
                    <a:pt x="3066754" y="666670"/>
                    <a:pt x="3071652" y="655242"/>
                    <a:pt x="3077818" y="641457"/>
                  </a:cubicBezTo>
                  <a:lnTo>
                    <a:pt x="3085981" y="624044"/>
                  </a:lnTo>
                  <a:lnTo>
                    <a:pt x="3093599" y="606631"/>
                  </a:lnTo>
                  <a:cubicBezTo>
                    <a:pt x="3106296" y="577610"/>
                    <a:pt x="3115184" y="552216"/>
                    <a:pt x="3120262" y="530450"/>
                  </a:cubicBezTo>
                  <a:cubicBezTo>
                    <a:pt x="3118448" y="525008"/>
                    <a:pt x="3115184" y="519204"/>
                    <a:pt x="3110468" y="513037"/>
                  </a:cubicBezTo>
                  <a:cubicBezTo>
                    <a:pt x="3107202" y="508321"/>
                    <a:pt x="3103394" y="503968"/>
                    <a:pt x="3099040" y="499977"/>
                  </a:cubicBezTo>
                  <a:cubicBezTo>
                    <a:pt x="3096864" y="498164"/>
                    <a:pt x="3094687" y="497257"/>
                    <a:pt x="3092510" y="497257"/>
                  </a:cubicBezTo>
                  <a:cubicBezTo>
                    <a:pt x="3089246" y="497257"/>
                    <a:pt x="3086162" y="499071"/>
                    <a:pt x="3083260" y="502698"/>
                  </a:cubicBezTo>
                  <a:cubicBezTo>
                    <a:pt x="3081446" y="504875"/>
                    <a:pt x="3079814" y="507596"/>
                    <a:pt x="3078363" y="510860"/>
                  </a:cubicBezTo>
                  <a:lnTo>
                    <a:pt x="3077274" y="514125"/>
                  </a:lnTo>
                  <a:cubicBezTo>
                    <a:pt x="3076912" y="515214"/>
                    <a:pt x="3076549" y="516121"/>
                    <a:pt x="3076186" y="516846"/>
                  </a:cubicBezTo>
                  <a:cubicBezTo>
                    <a:pt x="3076912" y="516483"/>
                    <a:pt x="3077274" y="515758"/>
                    <a:pt x="3077274" y="514670"/>
                  </a:cubicBezTo>
                  <a:cubicBezTo>
                    <a:pt x="3078000" y="514670"/>
                    <a:pt x="3078363" y="515032"/>
                    <a:pt x="3078363" y="515758"/>
                  </a:cubicBezTo>
                  <a:lnTo>
                    <a:pt x="3078363" y="517934"/>
                  </a:lnTo>
                  <a:cubicBezTo>
                    <a:pt x="3078000" y="518660"/>
                    <a:pt x="3077637" y="519204"/>
                    <a:pt x="3077274" y="519567"/>
                  </a:cubicBezTo>
                  <a:lnTo>
                    <a:pt x="3075642" y="519567"/>
                  </a:lnTo>
                  <a:cubicBezTo>
                    <a:pt x="3074191" y="526097"/>
                    <a:pt x="3072196" y="531176"/>
                    <a:pt x="3069656" y="534803"/>
                  </a:cubicBezTo>
                  <a:cubicBezTo>
                    <a:pt x="3067480" y="537705"/>
                    <a:pt x="3065122" y="541696"/>
                    <a:pt x="3062582" y="546775"/>
                  </a:cubicBezTo>
                  <a:lnTo>
                    <a:pt x="3056596" y="558202"/>
                  </a:lnTo>
                  <a:cubicBezTo>
                    <a:pt x="3051880" y="573075"/>
                    <a:pt x="3042448" y="594479"/>
                    <a:pt x="3028300" y="622412"/>
                  </a:cubicBezTo>
                  <a:cubicBezTo>
                    <a:pt x="3021408" y="636197"/>
                    <a:pt x="3016148" y="646899"/>
                    <a:pt x="3012520" y="654517"/>
                  </a:cubicBezTo>
                  <a:cubicBezTo>
                    <a:pt x="3007078" y="666851"/>
                    <a:pt x="3002725" y="678460"/>
                    <a:pt x="2999460" y="689343"/>
                  </a:cubicBezTo>
                  <a:lnTo>
                    <a:pt x="2997828" y="690431"/>
                  </a:lnTo>
                  <a:lnTo>
                    <a:pt x="2996196" y="691519"/>
                  </a:lnTo>
                  <a:cubicBezTo>
                    <a:pt x="2995107" y="692970"/>
                    <a:pt x="2993838" y="693696"/>
                    <a:pt x="2992386" y="693696"/>
                  </a:cubicBezTo>
                  <a:cubicBezTo>
                    <a:pt x="2985131" y="711834"/>
                    <a:pt x="2976062" y="733782"/>
                    <a:pt x="2965179" y="759538"/>
                  </a:cubicBezTo>
                  <a:lnTo>
                    <a:pt x="2950487" y="792732"/>
                  </a:lnTo>
                  <a:lnTo>
                    <a:pt x="2936339" y="825381"/>
                  </a:lnTo>
                  <a:lnTo>
                    <a:pt x="2930353" y="825925"/>
                  </a:lnTo>
                  <a:lnTo>
                    <a:pt x="2923823" y="827557"/>
                  </a:lnTo>
                  <a:cubicBezTo>
                    <a:pt x="2922372" y="827920"/>
                    <a:pt x="2920921" y="828102"/>
                    <a:pt x="2919470" y="828102"/>
                  </a:cubicBezTo>
                  <a:cubicBezTo>
                    <a:pt x="2915842" y="828102"/>
                    <a:pt x="2912940" y="827376"/>
                    <a:pt x="2910764" y="825925"/>
                  </a:cubicBezTo>
                  <a:cubicBezTo>
                    <a:pt x="2909312" y="828827"/>
                    <a:pt x="2906592" y="830278"/>
                    <a:pt x="2902601" y="830278"/>
                  </a:cubicBezTo>
                  <a:cubicBezTo>
                    <a:pt x="2901150" y="830278"/>
                    <a:pt x="2899518" y="830097"/>
                    <a:pt x="2897704" y="829734"/>
                  </a:cubicBezTo>
                  <a:cubicBezTo>
                    <a:pt x="2896253" y="829734"/>
                    <a:pt x="2894983" y="829553"/>
                    <a:pt x="2893895" y="829190"/>
                  </a:cubicBezTo>
                  <a:cubicBezTo>
                    <a:pt x="2891355" y="830278"/>
                    <a:pt x="2888090" y="831185"/>
                    <a:pt x="2884100" y="831911"/>
                  </a:cubicBezTo>
                  <a:lnTo>
                    <a:pt x="2878658" y="832455"/>
                  </a:lnTo>
                  <a:lnTo>
                    <a:pt x="2873217" y="832999"/>
                  </a:lnTo>
                  <a:cubicBezTo>
                    <a:pt x="2868138" y="833362"/>
                    <a:pt x="2864148" y="833725"/>
                    <a:pt x="2861246" y="834087"/>
                  </a:cubicBezTo>
                  <a:cubicBezTo>
                    <a:pt x="2857255" y="835176"/>
                    <a:pt x="2853628" y="836627"/>
                    <a:pt x="2850363" y="838440"/>
                  </a:cubicBezTo>
                  <a:lnTo>
                    <a:pt x="2840568" y="838440"/>
                  </a:lnTo>
                  <a:cubicBezTo>
                    <a:pt x="2836215" y="838803"/>
                    <a:pt x="2832950" y="840436"/>
                    <a:pt x="2830773" y="843338"/>
                  </a:cubicBezTo>
                  <a:cubicBezTo>
                    <a:pt x="2830048" y="841524"/>
                    <a:pt x="2828596" y="839891"/>
                    <a:pt x="2826420" y="838440"/>
                  </a:cubicBezTo>
                  <a:cubicBezTo>
                    <a:pt x="2826783" y="839529"/>
                    <a:pt x="2826964" y="840436"/>
                    <a:pt x="2826964" y="841161"/>
                  </a:cubicBezTo>
                  <a:cubicBezTo>
                    <a:pt x="2826964" y="841887"/>
                    <a:pt x="2826783" y="842431"/>
                    <a:pt x="2826420" y="842794"/>
                  </a:cubicBezTo>
                  <a:cubicBezTo>
                    <a:pt x="2824969" y="842794"/>
                    <a:pt x="2823155" y="842975"/>
                    <a:pt x="2820978" y="843338"/>
                  </a:cubicBezTo>
                  <a:lnTo>
                    <a:pt x="2816081" y="844970"/>
                  </a:lnTo>
                  <a:cubicBezTo>
                    <a:pt x="2813904" y="845333"/>
                    <a:pt x="2811909" y="845514"/>
                    <a:pt x="2810095" y="845514"/>
                  </a:cubicBezTo>
                  <a:cubicBezTo>
                    <a:pt x="2808282" y="845514"/>
                    <a:pt x="2806649" y="845333"/>
                    <a:pt x="2805198" y="844970"/>
                  </a:cubicBezTo>
                  <a:cubicBezTo>
                    <a:pt x="2803021" y="847510"/>
                    <a:pt x="2800300" y="849142"/>
                    <a:pt x="2797036" y="849868"/>
                  </a:cubicBezTo>
                  <a:lnTo>
                    <a:pt x="2792682" y="850956"/>
                  </a:lnTo>
                  <a:lnTo>
                    <a:pt x="2787785" y="850956"/>
                  </a:lnTo>
                  <a:cubicBezTo>
                    <a:pt x="2779804" y="852044"/>
                    <a:pt x="2774000" y="855128"/>
                    <a:pt x="2770372" y="860207"/>
                  </a:cubicBezTo>
                  <a:cubicBezTo>
                    <a:pt x="2768558" y="858756"/>
                    <a:pt x="2766382" y="858030"/>
                    <a:pt x="2763842" y="858030"/>
                  </a:cubicBezTo>
                  <a:cubicBezTo>
                    <a:pt x="2762391" y="858030"/>
                    <a:pt x="2760940" y="858393"/>
                    <a:pt x="2759489" y="859118"/>
                  </a:cubicBezTo>
                  <a:cubicBezTo>
                    <a:pt x="2756587" y="860207"/>
                    <a:pt x="2753866" y="862020"/>
                    <a:pt x="2751327" y="864560"/>
                  </a:cubicBezTo>
                  <a:cubicBezTo>
                    <a:pt x="2744797" y="864560"/>
                    <a:pt x="2737542" y="866374"/>
                    <a:pt x="2729561" y="870001"/>
                  </a:cubicBezTo>
                  <a:lnTo>
                    <a:pt x="2719766" y="874355"/>
                  </a:lnTo>
                  <a:cubicBezTo>
                    <a:pt x="2715776" y="875806"/>
                    <a:pt x="2711966" y="876894"/>
                    <a:pt x="2708339" y="877619"/>
                  </a:cubicBezTo>
                  <a:lnTo>
                    <a:pt x="2708339" y="878164"/>
                  </a:lnTo>
                  <a:cubicBezTo>
                    <a:pt x="2708339" y="878889"/>
                    <a:pt x="2707976" y="879433"/>
                    <a:pt x="2707250" y="879796"/>
                  </a:cubicBezTo>
                  <a:lnTo>
                    <a:pt x="2706162" y="880884"/>
                  </a:lnTo>
                  <a:cubicBezTo>
                    <a:pt x="2705799" y="881247"/>
                    <a:pt x="2705618" y="881791"/>
                    <a:pt x="2705618" y="882517"/>
                  </a:cubicBezTo>
                  <a:cubicBezTo>
                    <a:pt x="2697274" y="883605"/>
                    <a:pt x="2690926" y="888865"/>
                    <a:pt x="2686573" y="898297"/>
                  </a:cubicBezTo>
                  <a:cubicBezTo>
                    <a:pt x="2686935" y="900474"/>
                    <a:pt x="2687661" y="903013"/>
                    <a:pt x="2688749" y="905915"/>
                  </a:cubicBezTo>
                  <a:lnTo>
                    <a:pt x="2691470" y="914078"/>
                  </a:lnTo>
                  <a:cubicBezTo>
                    <a:pt x="2694372" y="920970"/>
                    <a:pt x="2696004" y="926049"/>
                    <a:pt x="2696367" y="929314"/>
                  </a:cubicBezTo>
                  <a:cubicBezTo>
                    <a:pt x="2697818" y="931128"/>
                    <a:pt x="2699088" y="933123"/>
                    <a:pt x="2700176" y="935300"/>
                  </a:cubicBezTo>
                  <a:cubicBezTo>
                    <a:pt x="2701628" y="938565"/>
                    <a:pt x="2703623" y="940923"/>
                    <a:pt x="2706162" y="942374"/>
                  </a:cubicBezTo>
                  <a:cubicBezTo>
                    <a:pt x="2707250" y="943462"/>
                    <a:pt x="2708157" y="944006"/>
                    <a:pt x="2708883" y="944006"/>
                  </a:cubicBezTo>
                  <a:cubicBezTo>
                    <a:pt x="2709608" y="944006"/>
                    <a:pt x="2710152" y="943643"/>
                    <a:pt x="2710515" y="942918"/>
                  </a:cubicBezTo>
                  <a:lnTo>
                    <a:pt x="2715413" y="937476"/>
                  </a:lnTo>
                  <a:lnTo>
                    <a:pt x="2720854" y="932579"/>
                  </a:lnTo>
                  <a:cubicBezTo>
                    <a:pt x="2724844" y="929314"/>
                    <a:pt x="2728835" y="927681"/>
                    <a:pt x="2732826" y="927681"/>
                  </a:cubicBezTo>
                  <a:lnTo>
                    <a:pt x="2735002" y="922784"/>
                  </a:lnTo>
                  <a:cubicBezTo>
                    <a:pt x="2742983" y="919156"/>
                    <a:pt x="2755680" y="914259"/>
                    <a:pt x="2773093" y="908092"/>
                  </a:cubicBezTo>
                  <a:lnTo>
                    <a:pt x="2792682" y="900474"/>
                  </a:lnTo>
                  <a:cubicBezTo>
                    <a:pt x="2799938" y="897934"/>
                    <a:pt x="2806286" y="895395"/>
                    <a:pt x="2811728" y="892856"/>
                  </a:cubicBezTo>
                  <a:cubicBezTo>
                    <a:pt x="2812816" y="893219"/>
                    <a:pt x="2814086" y="893400"/>
                    <a:pt x="2815537" y="893400"/>
                  </a:cubicBezTo>
                  <a:cubicBezTo>
                    <a:pt x="2819164" y="893400"/>
                    <a:pt x="2823155" y="892312"/>
                    <a:pt x="2827508" y="890135"/>
                  </a:cubicBezTo>
                  <a:cubicBezTo>
                    <a:pt x="2832587" y="887958"/>
                    <a:pt x="2837122" y="886870"/>
                    <a:pt x="2841112" y="886870"/>
                  </a:cubicBezTo>
                  <a:lnTo>
                    <a:pt x="2843833" y="886870"/>
                  </a:lnTo>
                  <a:cubicBezTo>
                    <a:pt x="2848549" y="885056"/>
                    <a:pt x="2854172" y="883605"/>
                    <a:pt x="2860702" y="882517"/>
                  </a:cubicBezTo>
                  <a:lnTo>
                    <a:pt x="2878114" y="879796"/>
                  </a:lnTo>
                  <a:cubicBezTo>
                    <a:pt x="2893351" y="877619"/>
                    <a:pt x="2904596" y="875080"/>
                    <a:pt x="2911852" y="872178"/>
                  </a:cubicBezTo>
                  <a:lnTo>
                    <a:pt x="2917838" y="872178"/>
                  </a:lnTo>
                  <a:cubicBezTo>
                    <a:pt x="2914935" y="877257"/>
                    <a:pt x="2912940" y="882880"/>
                    <a:pt x="2911852" y="889047"/>
                  </a:cubicBezTo>
                  <a:lnTo>
                    <a:pt x="2910764" y="889047"/>
                  </a:lnTo>
                  <a:cubicBezTo>
                    <a:pt x="2910764" y="892312"/>
                    <a:pt x="2910219" y="895758"/>
                    <a:pt x="2909131" y="899386"/>
                  </a:cubicBezTo>
                  <a:lnTo>
                    <a:pt x="2909675" y="899386"/>
                  </a:lnTo>
                  <a:cubicBezTo>
                    <a:pt x="2908950" y="901925"/>
                    <a:pt x="2907861" y="904283"/>
                    <a:pt x="2906410" y="906460"/>
                  </a:cubicBezTo>
                  <a:lnTo>
                    <a:pt x="2903145" y="912989"/>
                  </a:lnTo>
                  <a:lnTo>
                    <a:pt x="2903145" y="913534"/>
                  </a:lnTo>
                  <a:lnTo>
                    <a:pt x="2902601" y="914078"/>
                  </a:lnTo>
                  <a:lnTo>
                    <a:pt x="2902601" y="916254"/>
                  </a:lnTo>
                  <a:cubicBezTo>
                    <a:pt x="2901876" y="919156"/>
                    <a:pt x="2900969" y="921514"/>
                    <a:pt x="2899880" y="923328"/>
                  </a:cubicBezTo>
                  <a:lnTo>
                    <a:pt x="2899880" y="923872"/>
                  </a:lnTo>
                  <a:cubicBezTo>
                    <a:pt x="2871766" y="1004044"/>
                    <a:pt x="2850000" y="1078639"/>
                    <a:pt x="2834582" y="1147655"/>
                  </a:cubicBezTo>
                  <a:lnTo>
                    <a:pt x="2831759" y="1161458"/>
                  </a:lnTo>
                  <a:lnTo>
                    <a:pt x="2829125" y="1164830"/>
                  </a:lnTo>
                  <a:cubicBezTo>
                    <a:pt x="2827719" y="1166893"/>
                    <a:pt x="2826971" y="1168378"/>
                    <a:pt x="2826880" y="1169285"/>
                  </a:cubicBezTo>
                  <a:cubicBezTo>
                    <a:pt x="2826517" y="1169648"/>
                    <a:pt x="2826155" y="1170011"/>
                    <a:pt x="2825792" y="1170374"/>
                  </a:cubicBezTo>
                  <a:cubicBezTo>
                    <a:pt x="2823978" y="1171099"/>
                    <a:pt x="2822527" y="1172188"/>
                    <a:pt x="2821439" y="1173639"/>
                  </a:cubicBezTo>
                  <a:cubicBezTo>
                    <a:pt x="2820713" y="1175090"/>
                    <a:pt x="2820350" y="1176541"/>
                    <a:pt x="2820350" y="1177992"/>
                  </a:cubicBezTo>
                  <a:lnTo>
                    <a:pt x="2820350" y="1180168"/>
                  </a:lnTo>
                  <a:cubicBezTo>
                    <a:pt x="2820350" y="1180894"/>
                    <a:pt x="2819988" y="1181438"/>
                    <a:pt x="2819262" y="1181801"/>
                  </a:cubicBezTo>
                  <a:cubicBezTo>
                    <a:pt x="2815634" y="1182526"/>
                    <a:pt x="2812914" y="1185247"/>
                    <a:pt x="2811100" y="1189963"/>
                  </a:cubicBezTo>
                  <a:lnTo>
                    <a:pt x="2810012" y="1192684"/>
                  </a:lnTo>
                  <a:lnTo>
                    <a:pt x="2808923" y="1194861"/>
                  </a:lnTo>
                  <a:cubicBezTo>
                    <a:pt x="2807835" y="1196674"/>
                    <a:pt x="2806384" y="1197763"/>
                    <a:pt x="2804570" y="1198126"/>
                  </a:cubicBezTo>
                  <a:cubicBezTo>
                    <a:pt x="2803844" y="1198488"/>
                    <a:pt x="2803482" y="1199032"/>
                    <a:pt x="2803482" y="1199758"/>
                  </a:cubicBezTo>
                  <a:cubicBezTo>
                    <a:pt x="2803482" y="1201572"/>
                    <a:pt x="2802575" y="1203567"/>
                    <a:pt x="2800761" y="1205744"/>
                  </a:cubicBezTo>
                  <a:lnTo>
                    <a:pt x="2798584" y="1208464"/>
                  </a:lnTo>
                  <a:lnTo>
                    <a:pt x="2796952" y="1211185"/>
                  </a:lnTo>
                  <a:cubicBezTo>
                    <a:pt x="2796226" y="1211185"/>
                    <a:pt x="2795138" y="1210641"/>
                    <a:pt x="2793687" y="1209553"/>
                  </a:cubicBezTo>
                  <a:lnTo>
                    <a:pt x="2794231" y="1210641"/>
                  </a:lnTo>
                  <a:lnTo>
                    <a:pt x="2794231" y="1211729"/>
                  </a:lnTo>
                  <a:cubicBezTo>
                    <a:pt x="2794594" y="1212455"/>
                    <a:pt x="2794775" y="1212999"/>
                    <a:pt x="2794775" y="1213362"/>
                  </a:cubicBezTo>
                  <a:cubicBezTo>
                    <a:pt x="2794775" y="1213725"/>
                    <a:pt x="2794412" y="1214087"/>
                    <a:pt x="2793687" y="1214450"/>
                  </a:cubicBezTo>
                  <a:cubicBezTo>
                    <a:pt x="2792236" y="1215176"/>
                    <a:pt x="2790966" y="1216627"/>
                    <a:pt x="2789878" y="1218803"/>
                  </a:cubicBezTo>
                  <a:lnTo>
                    <a:pt x="2788790" y="1221524"/>
                  </a:lnTo>
                  <a:lnTo>
                    <a:pt x="2787701" y="1223701"/>
                  </a:lnTo>
                  <a:lnTo>
                    <a:pt x="2787157" y="1224245"/>
                  </a:lnTo>
                  <a:cubicBezTo>
                    <a:pt x="2783892" y="1226059"/>
                    <a:pt x="2780446" y="1229686"/>
                    <a:pt x="2776818" y="1235128"/>
                  </a:cubicBezTo>
                  <a:lnTo>
                    <a:pt x="2773009" y="1241114"/>
                  </a:lnTo>
                  <a:cubicBezTo>
                    <a:pt x="2771558" y="1242927"/>
                    <a:pt x="2769926" y="1244378"/>
                    <a:pt x="2768112" y="1245467"/>
                  </a:cubicBezTo>
                  <a:cubicBezTo>
                    <a:pt x="2767749" y="1245467"/>
                    <a:pt x="2767568" y="1245648"/>
                    <a:pt x="2767568" y="1246011"/>
                  </a:cubicBezTo>
                  <a:lnTo>
                    <a:pt x="2767024" y="1248732"/>
                  </a:lnTo>
                  <a:lnTo>
                    <a:pt x="2765935" y="1250908"/>
                  </a:lnTo>
                  <a:cubicBezTo>
                    <a:pt x="2764847" y="1253085"/>
                    <a:pt x="2763214" y="1254173"/>
                    <a:pt x="2761038" y="1254173"/>
                  </a:cubicBezTo>
                  <a:cubicBezTo>
                    <a:pt x="2759950" y="1254173"/>
                    <a:pt x="2759405" y="1254536"/>
                    <a:pt x="2759405" y="1255262"/>
                  </a:cubicBezTo>
                  <a:cubicBezTo>
                    <a:pt x="2759043" y="1256713"/>
                    <a:pt x="2758317" y="1258345"/>
                    <a:pt x="2757229" y="1260159"/>
                  </a:cubicBezTo>
                  <a:lnTo>
                    <a:pt x="2753420" y="1263968"/>
                  </a:lnTo>
                  <a:cubicBezTo>
                    <a:pt x="2750155" y="1267233"/>
                    <a:pt x="2748341" y="1270135"/>
                    <a:pt x="2747978" y="1272674"/>
                  </a:cubicBezTo>
                  <a:lnTo>
                    <a:pt x="2746346" y="1272130"/>
                  </a:lnTo>
                  <a:lnTo>
                    <a:pt x="2745802" y="1271586"/>
                  </a:lnTo>
                  <a:lnTo>
                    <a:pt x="2744713" y="1272130"/>
                  </a:lnTo>
                  <a:cubicBezTo>
                    <a:pt x="2743625" y="1275032"/>
                    <a:pt x="2741267" y="1278479"/>
                    <a:pt x="2737639" y="1282469"/>
                  </a:cubicBezTo>
                  <a:lnTo>
                    <a:pt x="2733286" y="1287367"/>
                  </a:lnTo>
                  <a:cubicBezTo>
                    <a:pt x="2731835" y="1289543"/>
                    <a:pt x="2730747" y="1291357"/>
                    <a:pt x="2730021" y="1292808"/>
                  </a:cubicBezTo>
                  <a:cubicBezTo>
                    <a:pt x="2730021" y="1293534"/>
                    <a:pt x="2729658" y="1293896"/>
                    <a:pt x="2728933" y="1293896"/>
                  </a:cubicBezTo>
                  <a:cubicBezTo>
                    <a:pt x="2727482" y="1293896"/>
                    <a:pt x="2726393" y="1294259"/>
                    <a:pt x="2725668" y="1294985"/>
                  </a:cubicBezTo>
                  <a:lnTo>
                    <a:pt x="2723491" y="1297705"/>
                  </a:lnTo>
                  <a:cubicBezTo>
                    <a:pt x="2721315" y="1299882"/>
                    <a:pt x="2719138" y="1300970"/>
                    <a:pt x="2716962" y="1300970"/>
                  </a:cubicBezTo>
                  <a:lnTo>
                    <a:pt x="2717506" y="1302603"/>
                  </a:lnTo>
                  <a:lnTo>
                    <a:pt x="2717506" y="1303147"/>
                  </a:lnTo>
                  <a:cubicBezTo>
                    <a:pt x="2717506" y="1303873"/>
                    <a:pt x="2717687" y="1304417"/>
                    <a:pt x="2718050" y="1304779"/>
                  </a:cubicBezTo>
                  <a:cubicBezTo>
                    <a:pt x="2715148" y="1305505"/>
                    <a:pt x="2712245" y="1307863"/>
                    <a:pt x="2709343" y="1311853"/>
                  </a:cubicBezTo>
                  <a:lnTo>
                    <a:pt x="2705534" y="1315662"/>
                  </a:lnTo>
                  <a:cubicBezTo>
                    <a:pt x="2704083" y="1317114"/>
                    <a:pt x="2702451" y="1318020"/>
                    <a:pt x="2700637" y="1318383"/>
                  </a:cubicBezTo>
                  <a:cubicBezTo>
                    <a:pt x="2700274" y="1318746"/>
                    <a:pt x="2700093" y="1319109"/>
                    <a:pt x="2700093" y="1319472"/>
                  </a:cubicBezTo>
                  <a:cubicBezTo>
                    <a:pt x="2699730" y="1320923"/>
                    <a:pt x="2699004" y="1322192"/>
                    <a:pt x="2697916" y="1323281"/>
                  </a:cubicBezTo>
                  <a:lnTo>
                    <a:pt x="2694107" y="1326001"/>
                  </a:lnTo>
                  <a:cubicBezTo>
                    <a:pt x="2691205" y="1328541"/>
                    <a:pt x="2689754" y="1330899"/>
                    <a:pt x="2689754" y="1333075"/>
                  </a:cubicBezTo>
                  <a:lnTo>
                    <a:pt x="2689210" y="1333075"/>
                  </a:lnTo>
                  <a:lnTo>
                    <a:pt x="2688666" y="1332531"/>
                  </a:lnTo>
                  <a:lnTo>
                    <a:pt x="2688666" y="1331987"/>
                  </a:lnTo>
                  <a:lnTo>
                    <a:pt x="2688122" y="1331987"/>
                  </a:lnTo>
                  <a:cubicBezTo>
                    <a:pt x="2686670" y="1332713"/>
                    <a:pt x="2685582" y="1333257"/>
                    <a:pt x="2684857" y="1333620"/>
                  </a:cubicBezTo>
                  <a:lnTo>
                    <a:pt x="2682136" y="1335252"/>
                  </a:lnTo>
                  <a:cubicBezTo>
                    <a:pt x="2680322" y="1336340"/>
                    <a:pt x="2678327" y="1336884"/>
                    <a:pt x="2676150" y="1336884"/>
                  </a:cubicBezTo>
                  <a:lnTo>
                    <a:pt x="2676150" y="1335796"/>
                  </a:lnTo>
                  <a:lnTo>
                    <a:pt x="2673974" y="1335796"/>
                  </a:lnTo>
                  <a:lnTo>
                    <a:pt x="2675062" y="1336884"/>
                  </a:lnTo>
                  <a:lnTo>
                    <a:pt x="2674518" y="1337429"/>
                  </a:lnTo>
                  <a:lnTo>
                    <a:pt x="2674518" y="1337973"/>
                  </a:lnTo>
                  <a:cubicBezTo>
                    <a:pt x="2674518" y="1338336"/>
                    <a:pt x="2674336" y="1338517"/>
                    <a:pt x="2673974" y="1338517"/>
                  </a:cubicBezTo>
                  <a:cubicBezTo>
                    <a:pt x="2673611" y="1338517"/>
                    <a:pt x="2673248" y="1338154"/>
                    <a:pt x="2672885" y="1337429"/>
                  </a:cubicBezTo>
                  <a:lnTo>
                    <a:pt x="2674518" y="1334164"/>
                  </a:lnTo>
                  <a:lnTo>
                    <a:pt x="2676150" y="1331443"/>
                  </a:lnTo>
                  <a:lnTo>
                    <a:pt x="2677238" y="1329810"/>
                  </a:lnTo>
                  <a:lnTo>
                    <a:pt x="2678871" y="1328178"/>
                  </a:lnTo>
                  <a:lnTo>
                    <a:pt x="2678327" y="1328178"/>
                  </a:lnTo>
                  <a:lnTo>
                    <a:pt x="2678327" y="1327634"/>
                  </a:lnTo>
                  <a:lnTo>
                    <a:pt x="2680503" y="1327634"/>
                  </a:lnTo>
                  <a:lnTo>
                    <a:pt x="2680503" y="1326001"/>
                  </a:lnTo>
                  <a:cubicBezTo>
                    <a:pt x="2680503" y="1324913"/>
                    <a:pt x="2680140" y="1323099"/>
                    <a:pt x="2679415" y="1320560"/>
                  </a:cubicBezTo>
                  <a:lnTo>
                    <a:pt x="2679415" y="1320016"/>
                  </a:lnTo>
                  <a:cubicBezTo>
                    <a:pt x="2679415" y="1319290"/>
                    <a:pt x="2679596" y="1318746"/>
                    <a:pt x="2679959" y="1318383"/>
                  </a:cubicBezTo>
                  <a:lnTo>
                    <a:pt x="2680503" y="1316751"/>
                  </a:lnTo>
                  <a:lnTo>
                    <a:pt x="2680503" y="1315118"/>
                  </a:lnTo>
                  <a:cubicBezTo>
                    <a:pt x="2680503" y="1314030"/>
                    <a:pt x="2681048" y="1313486"/>
                    <a:pt x="2682136" y="1313486"/>
                  </a:cubicBezTo>
                  <a:cubicBezTo>
                    <a:pt x="2681773" y="1310946"/>
                    <a:pt x="2681592" y="1308044"/>
                    <a:pt x="2681592" y="1304779"/>
                  </a:cubicBezTo>
                  <a:cubicBezTo>
                    <a:pt x="2681592" y="1299338"/>
                    <a:pt x="2682136" y="1293171"/>
                    <a:pt x="2683224" y="1286278"/>
                  </a:cubicBezTo>
                  <a:lnTo>
                    <a:pt x="2684312" y="1279748"/>
                  </a:lnTo>
                  <a:lnTo>
                    <a:pt x="2684857" y="1272674"/>
                  </a:lnTo>
                  <a:cubicBezTo>
                    <a:pt x="2685219" y="1269047"/>
                    <a:pt x="2685401" y="1265600"/>
                    <a:pt x="2685401" y="1262336"/>
                  </a:cubicBezTo>
                  <a:lnTo>
                    <a:pt x="2685401" y="1257982"/>
                  </a:lnTo>
                  <a:cubicBezTo>
                    <a:pt x="2685401" y="1256894"/>
                    <a:pt x="2685582" y="1255987"/>
                    <a:pt x="2685945" y="1255262"/>
                  </a:cubicBezTo>
                  <a:cubicBezTo>
                    <a:pt x="2687759" y="1251634"/>
                    <a:pt x="2689028" y="1248188"/>
                    <a:pt x="2689754" y="1244923"/>
                  </a:cubicBezTo>
                  <a:cubicBezTo>
                    <a:pt x="2690117" y="1243109"/>
                    <a:pt x="2690298" y="1241295"/>
                    <a:pt x="2690298" y="1239481"/>
                  </a:cubicBezTo>
                  <a:cubicBezTo>
                    <a:pt x="2690298" y="1237305"/>
                    <a:pt x="2689935" y="1235128"/>
                    <a:pt x="2689210" y="1232951"/>
                  </a:cubicBezTo>
                  <a:lnTo>
                    <a:pt x="2689210" y="1231319"/>
                  </a:lnTo>
                  <a:cubicBezTo>
                    <a:pt x="2689210" y="1230231"/>
                    <a:pt x="2689391" y="1229142"/>
                    <a:pt x="2689754" y="1228054"/>
                  </a:cubicBezTo>
                  <a:cubicBezTo>
                    <a:pt x="2694107" y="1222612"/>
                    <a:pt x="2696646" y="1214813"/>
                    <a:pt x="2697372" y="1204655"/>
                  </a:cubicBezTo>
                  <a:lnTo>
                    <a:pt x="2697916" y="1198670"/>
                  </a:lnTo>
                  <a:lnTo>
                    <a:pt x="2698460" y="1193228"/>
                  </a:lnTo>
                  <a:cubicBezTo>
                    <a:pt x="2699186" y="1188875"/>
                    <a:pt x="2700637" y="1185066"/>
                    <a:pt x="2702814" y="1181801"/>
                  </a:cubicBezTo>
                  <a:cubicBezTo>
                    <a:pt x="2703176" y="1181075"/>
                    <a:pt x="2703358" y="1180350"/>
                    <a:pt x="2703358" y="1179624"/>
                  </a:cubicBezTo>
                  <a:lnTo>
                    <a:pt x="2703358" y="1177992"/>
                  </a:lnTo>
                  <a:cubicBezTo>
                    <a:pt x="2702995" y="1176904"/>
                    <a:pt x="2702814" y="1175634"/>
                    <a:pt x="2702814" y="1174183"/>
                  </a:cubicBezTo>
                  <a:cubicBezTo>
                    <a:pt x="2702814" y="1171643"/>
                    <a:pt x="2703358" y="1168378"/>
                    <a:pt x="2704446" y="1164388"/>
                  </a:cubicBezTo>
                  <a:lnTo>
                    <a:pt x="2706078" y="1156770"/>
                  </a:lnTo>
                  <a:lnTo>
                    <a:pt x="2706623" y="1149696"/>
                  </a:lnTo>
                  <a:cubicBezTo>
                    <a:pt x="2706985" y="1148970"/>
                    <a:pt x="2707711" y="1148608"/>
                    <a:pt x="2708799" y="1148608"/>
                  </a:cubicBezTo>
                  <a:cubicBezTo>
                    <a:pt x="2709162" y="1148608"/>
                    <a:pt x="2709888" y="1148789"/>
                    <a:pt x="2710976" y="1149152"/>
                  </a:cubicBezTo>
                  <a:lnTo>
                    <a:pt x="2710432" y="1147519"/>
                  </a:lnTo>
                  <a:lnTo>
                    <a:pt x="2709343" y="1145887"/>
                  </a:lnTo>
                  <a:cubicBezTo>
                    <a:pt x="2708255" y="1144436"/>
                    <a:pt x="2707711" y="1142985"/>
                    <a:pt x="2707711" y="1141534"/>
                  </a:cubicBezTo>
                  <a:cubicBezTo>
                    <a:pt x="2707711" y="1140808"/>
                    <a:pt x="2707892" y="1140082"/>
                    <a:pt x="2708255" y="1139357"/>
                  </a:cubicBezTo>
                  <a:cubicBezTo>
                    <a:pt x="2708980" y="1137906"/>
                    <a:pt x="2709525" y="1136818"/>
                    <a:pt x="2709888" y="1136092"/>
                  </a:cubicBezTo>
                  <a:cubicBezTo>
                    <a:pt x="2710250" y="1134641"/>
                    <a:pt x="2710432" y="1133008"/>
                    <a:pt x="2710432" y="1131195"/>
                  </a:cubicBezTo>
                  <a:lnTo>
                    <a:pt x="2710432" y="1120856"/>
                  </a:lnTo>
                  <a:lnTo>
                    <a:pt x="2709888" y="1115958"/>
                  </a:lnTo>
                  <a:lnTo>
                    <a:pt x="2708799" y="1111605"/>
                  </a:lnTo>
                  <a:cubicBezTo>
                    <a:pt x="2708436" y="1109429"/>
                    <a:pt x="2707711" y="1106889"/>
                    <a:pt x="2706623" y="1103987"/>
                  </a:cubicBezTo>
                  <a:lnTo>
                    <a:pt x="2706078" y="1101810"/>
                  </a:lnTo>
                  <a:cubicBezTo>
                    <a:pt x="2704990" y="1094918"/>
                    <a:pt x="2702451" y="1088932"/>
                    <a:pt x="2698460" y="1083853"/>
                  </a:cubicBezTo>
                  <a:cubicBezTo>
                    <a:pt x="2694107" y="1078775"/>
                    <a:pt x="2688666" y="1075147"/>
                    <a:pt x="2682136" y="1072970"/>
                  </a:cubicBezTo>
                  <a:cubicBezTo>
                    <a:pt x="2678508" y="1071882"/>
                    <a:pt x="2674880" y="1071338"/>
                    <a:pt x="2671253" y="1071338"/>
                  </a:cubicBezTo>
                  <a:cubicBezTo>
                    <a:pt x="2663272" y="1071338"/>
                    <a:pt x="2654928" y="1073514"/>
                    <a:pt x="2646222" y="1077868"/>
                  </a:cubicBezTo>
                  <a:lnTo>
                    <a:pt x="2635883" y="1083309"/>
                  </a:lnTo>
                  <a:cubicBezTo>
                    <a:pt x="2634794" y="1083672"/>
                    <a:pt x="2633888" y="1084398"/>
                    <a:pt x="2633162" y="1085486"/>
                  </a:cubicBezTo>
                  <a:cubicBezTo>
                    <a:pt x="2632074" y="1086937"/>
                    <a:pt x="2630622" y="1089113"/>
                    <a:pt x="2628809" y="1092016"/>
                  </a:cubicBezTo>
                  <a:lnTo>
                    <a:pt x="2623912" y="1099090"/>
                  </a:lnTo>
                  <a:cubicBezTo>
                    <a:pt x="2622098" y="1101266"/>
                    <a:pt x="2620646" y="1102899"/>
                    <a:pt x="2619558" y="1103987"/>
                  </a:cubicBezTo>
                  <a:cubicBezTo>
                    <a:pt x="2618107" y="1105075"/>
                    <a:pt x="2616656" y="1105982"/>
                    <a:pt x="2615205" y="1106708"/>
                  </a:cubicBezTo>
                  <a:cubicBezTo>
                    <a:pt x="2613391" y="1107433"/>
                    <a:pt x="2612303" y="1108522"/>
                    <a:pt x="2611940" y="1109973"/>
                  </a:cubicBezTo>
                  <a:cubicBezTo>
                    <a:pt x="2610852" y="1112875"/>
                    <a:pt x="2609038" y="1116140"/>
                    <a:pt x="2606499" y="1119767"/>
                  </a:cubicBezTo>
                  <a:lnTo>
                    <a:pt x="2599425" y="1129018"/>
                  </a:lnTo>
                  <a:cubicBezTo>
                    <a:pt x="2592895" y="1136999"/>
                    <a:pt x="2589086" y="1143166"/>
                    <a:pt x="2587997" y="1147519"/>
                  </a:cubicBezTo>
                  <a:cubicBezTo>
                    <a:pt x="2587634" y="1147882"/>
                    <a:pt x="2587272" y="1148063"/>
                    <a:pt x="2586909" y="1148063"/>
                  </a:cubicBezTo>
                  <a:lnTo>
                    <a:pt x="2584732" y="1148063"/>
                  </a:lnTo>
                  <a:cubicBezTo>
                    <a:pt x="2584007" y="1148063"/>
                    <a:pt x="2583463" y="1148426"/>
                    <a:pt x="2583100" y="1149152"/>
                  </a:cubicBezTo>
                  <a:cubicBezTo>
                    <a:pt x="2581649" y="1152779"/>
                    <a:pt x="2579654" y="1156770"/>
                    <a:pt x="2577114" y="1161123"/>
                  </a:cubicBezTo>
                  <a:lnTo>
                    <a:pt x="2570040" y="1173094"/>
                  </a:lnTo>
                  <a:cubicBezTo>
                    <a:pt x="2563510" y="1183252"/>
                    <a:pt x="2559338" y="1191414"/>
                    <a:pt x="2557525" y="1197581"/>
                  </a:cubicBezTo>
                  <a:cubicBezTo>
                    <a:pt x="2557162" y="1198307"/>
                    <a:pt x="2556436" y="1199032"/>
                    <a:pt x="2555348" y="1199758"/>
                  </a:cubicBezTo>
                  <a:cubicBezTo>
                    <a:pt x="2552446" y="1201572"/>
                    <a:pt x="2549544" y="1205381"/>
                    <a:pt x="2546642" y="1211185"/>
                  </a:cubicBezTo>
                  <a:lnTo>
                    <a:pt x="2543377" y="1217715"/>
                  </a:lnTo>
                  <a:cubicBezTo>
                    <a:pt x="2541926" y="1219892"/>
                    <a:pt x="2540112" y="1221705"/>
                    <a:pt x="2537935" y="1223157"/>
                  </a:cubicBezTo>
                  <a:lnTo>
                    <a:pt x="2538480" y="1224789"/>
                  </a:lnTo>
                  <a:lnTo>
                    <a:pt x="2538480" y="1226421"/>
                  </a:lnTo>
                  <a:cubicBezTo>
                    <a:pt x="2538480" y="1227510"/>
                    <a:pt x="2538842" y="1228235"/>
                    <a:pt x="2539568" y="1228598"/>
                  </a:cubicBezTo>
                  <a:lnTo>
                    <a:pt x="2536303" y="1231863"/>
                  </a:lnTo>
                  <a:lnTo>
                    <a:pt x="2536303" y="1230231"/>
                  </a:lnTo>
                  <a:cubicBezTo>
                    <a:pt x="2536303" y="1228779"/>
                    <a:pt x="2536121" y="1227328"/>
                    <a:pt x="2535759" y="1225877"/>
                  </a:cubicBezTo>
                  <a:lnTo>
                    <a:pt x="2535759" y="1225333"/>
                  </a:lnTo>
                  <a:lnTo>
                    <a:pt x="2536847" y="1223157"/>
                  </a:lnTo>
                  <a:lnTo>
                    <a:pt x="2538480" y="1220436"/>
                  </a:lnTo>
                  <a:cubicBezTo>
                    <a:pt x="2539205" y="1219347"/>
                    <a:pt x="2539568" y="1218259"/>
                    <a:pt x="2539568" y="1217171"/>
                  </a:cubicBezTo>
                  <a:cubicBezTo>
                    <a:pt x="2539568" y="1216083"/>
                    <a:pt x="2539205" y="1215176"/>
                    <a:pt x="2538480" y="1214450"/>
                  </a:cubicBezTo>
                  <a:lnTo>
                    <a:pt x="2538480" y="1213906"/>
                  </a:lnTo>
                  <a:cubicBezTo>
                    <a:pt x="2538480" y="1213180"/>
                    <a:pt x="2539205" y="1212636"/>
                    <a:pt x="2540656" y="1212273"/>
                  </a:cubicBezTo>
                  <a:lnTo>
                    <a:pt x="2541744" y="1211729"/>
                  </a:lnTo>
                  <a:lnTo>
                    <a:pt x="2542833" y="1211185"/>
                  </a:lnTo>
                  <a:cubicBezTo>
                    <a:pt x="2540656" y="1211185"/>
                    <a:pt x="2539205" y="1210822"/>
                    <a:pt x="2538480" y="1210097"/>
                  </a:cubicBezTo>
                  <a:lnTo>
                    <a:pt x="2539568" y="1206832"/>
                  </a:lnTo>
                  <a:lnTo>
                    <a:pt x="2540112" y="1203567"/>
                  </a:lnTo>
                  <a:cubicBezTo>
                    <a:pt x="2540112" y="1201028"/>
                    <a:pt x="2541019" y="1199032"/>
                    <a:pt x="2542833" y="1197581"/>
                  </a:cubicBezTo>
                  <a:lnTo>
                    <a:pt x="2543377" y="1197037"/>
                  </a:lnTo>
                  <a:cubicBezTo>
                    <a:pt x="2543377" y="1196674"/>
                    <a:pt x="2543195" y="1196312"/>
                    <a:pt x="2542833" y="1195949"/>
                  </a:cubicBezTo>
                  <a:cubicBezTo>
                    <a:pt x="2542107" y="1194498"/>
                    <a:pt x="2541744" y="1193047"/>
                    <a:pt x="2541744" y="1191596"/>
                  </a:cubicBezTo>
                  <a:lnTo>
                    <a:pt x="2541744" y="1190507"/>
                  </a:lnTo>
                  <a:lnTo>
                    <a:pt x="2542288" y="1187787"/>
                  </a:lnTo>
                  <a:lnTo>
                    <a:pt x="2543377" y="1185066"/>
                  </a:lnTo>
                  <a:cubicBezTo>
                    <a:pt x="2544102" y="1183252"/>
                    <a:pt x="2544465" y="1181438"/>
                    <a:pt x="2544465" y="1179624"/>
                  </a:cubicBezTo>
                  <a:cubicBezTo>
                    <a:pt x="2544465" y="1177085"/>
                    <a:pt x="2543740" y="1174908"/>
                    <a:pt x="2542288" y="1173094"/>
                  </a:cubicBezTo>
                  <a:cubicBezTo>
                    <a:pt x="2541926" y="1172732"/>
                    <a:pt x="2541744" y="1172369"/>
                    <a:pt x="2541744" y="1172006"/>
                  </a:cubicBezTo>
                  <a:cubicBezTo>
                    <a:pt x="2541744" y="1171643"/>
                    <a:pt x="2542107" y="1171281"/>
                    <a:pt x="2542833" y="1170918"/>
                  </a:cubicBezTo>
                  <a:cubicBezTo>
                    <a:pt x="2545009" y="1169467"/>
                    <a:pt x="2546098" y="1167653"/>
                    <a:pt x="2546098" y="1165476"/>
                  </a:cubicBezTo>
                  <a:cubicBezTo>
                    <a:pt x="2546098" y="1163662"/>
                    <a:pt x="2545554" y="1161849"/>
                    <a:pt x="2544465" y="1160035"/>
                  </a:cubicBezTo>
                  <a:lnTo>
                    <a:pt x="2544465" y="1158947"/>
                  </a:lnTo>
                  <a:cubicBezTo>
                    <a:pt x="2545916" y="1155682"/>
                    <a:pt x="2546642" y="1151691"/>
                    <a:pt x="2546642" y="1146975"/>
                  </a:cubicBezTo>
                  <a:lnTo>
                    <a:pt x="2546642" y="1137180"/>
                  </a:lnTo>
                  <a:cubicBezTo>
                    <a:pt x="2546642" y="1134278"/>
                    <a:pt x="2547186" y="1131739"/>
                    <a:pt x="2548274" y="1129562"/>
                  </a:cubicBezTo>
                  <a:cubicBezTo>
                    <a:pt x="2547186" y="1129562"/>
                    <a:pt x="2546642" y="1129199"/>
                    <a:pt x="2546642" y="1128474"/>
                  </a:cubicBezTo>
                  <a:lnTo>
                    <a:pt x="2546642" y="1127930"/>
                  </a:lnTo>
                  <a:lnTo>
                    <a:pt x="2546098" y="1126841"/>
                  </a:lnTo>
                  <a:cubicBezTo>
                    <a:pt x="2545372" y="1126479"/>
                    <a:pt x="2545009" y="1126116"/>
                    <a:pt x="2545009" y="1125753"/>
                  </a:cubicBezTo>
                  <a:cubicBezTo>
                    <a:pt x="2545372" y="1124665"/>
                    <a:pt x="2545554" y="1123577"/>
                    <a:pt x="2545554" y="1122488"/>
                  </a:cubicBezTo>
                  <a:cubicBezTo>
                    <a:pt x="2545554" y="1118861"/>
                    <a:pt x="2543377" y="1115414"/>
                    <a:pt x="2539024" y="1112149"/>
                  </a:cubicBezTo>
                  <a:cubicBezTo>
                    <a:pt x="2538298" y="1111424"/>
                    <a:pt x="2536666" y="1111061"/>
                    <a:pt x="2534126" y="1111061"/>
                  </a:cubicBezTo>
                  <a:lnTo>
                    <a:pt x="2528140" y="1111605"/>
                  </a:lnTo>
                  <a:lnTo>
                    <a:pt x="2521067" y="1111605"/>
                  </a:lnTo>
                  <a:cubicBezTo>
                    <a:pt x="2515625" y="1112331"/>
                    <a:pt x="2511453" y="1112693"/>
                    <a:pt x="2508551" y="1112693"/>
                  </a:cubicBezTo>
                  <a:cubicBezTo>
                    <a:pt x="2506737" y="1112693"/>
                    <a:pt x="2504560" y="1112875"/>
                    <a:pt x="2502021" y="1113238"/>
                  </a:cubicBezTo>
                  <a:lnTo>
                    <a:pt x="2498756" y="1113782"/>
                  </a:lnTo>
                  <a:cubicBezTo>
                    <a:pt x="2495128" y="1114507"/>
                    <a:pt x="2492226" y="1115414"/>
                    <a:pt x="2490050" y="1116503"/>
                  </a:cubicBezTo>
                  <a:cubicBezTo>
                    <a:pt x="2488236" y="1117228"/>
                    <a:pt x="2487329" y="1117954"/>
                    <a:pt x="2487329" y="1118679"/>
                  </a:cubicBezTo>
                  <a:lnTo>
                    <a:pt x="2487329" y="1119223"/>
                  </a:lnTo>
                  <a:cubicBezTo>
                    <a:pt x="2490231" y="1122125"/>
                    <a:pt x="2492045" y="1124483"/>
                    <a:pt x="2492771" y="1126297"/>
                  </a:cubicBezTo>
                  <a:cubicBezTo>
                    <a:pt x="2493496" y="1128111"/>
                    <a:pt x="2493859" y="1129744"/>
                    <a:pt x="2493859" y="1131195"/>
                  </a:cubicBezTo>
                  <a:cubicBezTo>
                    <a:pt x="2493859" y="1131920"/>
                    <a:pt x="2493677" y="1132827"/>
                    <a:pt x="2493315" y="1133915"/>
                  </a:cubicBezTo>
                  <a:lnTo>
                    <a:pt x="2493315" y="1134460"/>
                  </a:lnTo>
                  <a:cubicBezTo>
                    <a:pt x="2493315" y="1134822"/>
                    <a:pt x="2493496" y="1135185"/>
                    <a:pt x="2493859" y="1135548"/>
                  </a:cubicBezTo>
                  <a:lnTo>
                    <a:pt x="2495491" y="1136636"/>
                  </a:lnTo>
                  <a:lnTo>
                    <a:pt x="2495684" y="1136829"/>
                  </a:lnTo>
                  <a:lnTo>
                    <a:pt x="2493830" y="1140105"/>
                  </a:lnTo>
                  <a:cubicBezTo>
                    <a:pt x="2489273" y="1147315"/>
                    <a:pt x="2481552" y="1157586"/>
                    <a:pt x="2470670" y="1170918"/>
                  </a:cubicBezTo>
                  <a:cubicBezTo>
                    <a:pt x="2459786" y="1186154"/>
                    <a:pt x="2451624" y="1197037"/>
                    <a:pt x="2446183" y="1203567"/>
                  </a:cubicBezTo>
                  <a:cubicBezTo>
                    <a:pt x="2446182" y="1203930"/>
                    <a:pt x="2446364" y="1204111"/>
                    <a:pt x="2446727" y="1204111"/>
                  </a:cubicBezTo>
                  <a:lnTo>
                    <a:pt x="2447271" y="1204655"/>
                  </a:lnTo>
                  <a:lnTo>
                    <a:pt x="2447815" y="1204655"/>
                  </a:lnTo>
                  <a:lnTo>
                    <a:pt x="2447815" y="1205199"/>
                  </a:lnTo>
                  <a:cubicBezTo>
                    <a:pt x="2443825" y="1207013"/>
                    <a:pt x="2438020" y="1211548"/>
                    <a:pt x="2430402" y="1218803"/>
                  </a:cubicBezTo>
                  <a:lnTo>
                    <a:pt x="2421696" y="1226421"/>
                  </a:lnTo>
                  <a:cubicBezTo>
                    <a:pt x="2418068" y="1229324"/>
                    <a:pt x="2414803" y="1231319"/>
                    <a:pt x="2411901" y="1232407"/>
                  </a:cubicBezTo>
                  <a:cubicBezTo>
                    <a:pt x="2410812" y="1233133"/>
                    <a:pt x="2409906" y="1233858"/>
                    <a:pt x="2409180" y="1234584"/>
                  </a:cubicBezTo>
                  <a:cubicBezTo>
                    <a:pt x="2404464" y="1240025"/>
                    <a:pt x="2396846" y="1246011"/>
                    <a:pt x="2386326" y="1252541"/>
                  </a:cubicBezTo>
                  <a:lnTo>
                    <a:pt x="2374354" y="1260703"/>
                  </a:lnTo>
                  <a:cubicBezTo>
                    <a:pt x="2369638" y="1263968"/>
                    <a:pt x="2365648" y="1267233"/>
                    <a:pt x="2362383" y="1270498"/>
                  </a:cubicBezTo>
                  <a:cubicBezTo>
                    <a:pt x="2362020" y="1270135"/>
                    <a:pt x="2361476" y="1269954"/>
                    <a:pt x="2360751" y="1269954"/>
                  </a:cubicBezTo>
                  <a:lnTo>
                    <a:pt x="2359662" y="1269954"/>
                  </a:lnTo>
                  <a:lnTo>
                    <a:pt x="2358030" y="1270498"/>
                  </a:lnTo>
                  <a:lnTo>
                    <a:pt x="2355853" y="1269954"/>
                  </a:lnTo>
                  <a:cubicBezTo>
                    <a:pt x="2352951" y="1273581"/>
                    <a:pt x="2348054" y="1276846"/>
                    <a:pt x="2341161" y="1279748"/>
                  </a:cubicBezTo>
                  <a:lnTo>
                    <a:pt x="2333543" y="1283558"/>
                  </a:lnTo>
                  <a:cubicBezTo>
                    <a:pt x="2331004" y="1285009"/>
                    <a:pt x="2328827" y="1286641"/>
                    <a:pt x="2327013" y="1288455"/>
                  </a:cubicBezTo>
                  <a:cubicBezTo>
                    <a:pt x="2325925" y="1289543"/>
                    <a:pt x="2324836" y="1290087"/>
                    <a:pt x="2323748" y="1290087"/>
                  </a:cubicBezTo>
                  <a:lnTo>
                    <a:pt x="2308512" y="1293352"/>
                  </a:lnTo>
                  <a:cubicBezTo>
                    <a:pt x="2302708" y="1294803"/>
                    <a:pt x="2297629" y="1295710"/>
                    <a:pt x="2293276" y="1296073"/>
                  </a:cubicBezTo>
                  <a:cubicBezTo>
                    <a:pt x="2290736" y="1296436"/>
                    <a:pt x="2288378" y="1296617"/>
                    <a:pt x="2286202" y="1296617"/>
                  </a:cubicBezTo>
                  <a:cubicBezTo>
                    <a:pt x="2277495" y="1296617"/>
                    <a:pt x="2271147" y="1294803"/>
                    <a:pt x="2267156" y="1291176"/>
                  </a:cubicBezTo>
                  <a:cubicBezTo>
                    <a:pt x="2266794" y="1291176"/>
                    <a:pt x="2266431" y="1291357"/>
                    <a:pt x="2266068" y="1291720"/>
                  </a:cubicBezTo>
                  <a:lnTo>
                    <a:pt x="2264980" y="1292264"/>
                  </a:lnTo>
                  <a:cubicBezTo>
                    <a:pt x="2264254" y="1292989"/>
                    <a:pt x="2263529" y="1293352"/>
                    <a:pt x="2262803" y="1293352"/>
                  </a:cubicBezTo>
                  <a:lnTo>
                    <a:pt x="2260082" y="1290087"/>
                  </a:lnTo>
                  <a:lnTo>
                    <a:pt x="2257362" y="1286822"/>
                  </a:lnTo>
                  <a:cubicBezTo>
                    <a:pt x="2255185" y="1284283"/>
                    <a:pt x="2253371" y="1281925"/>
                    <a:pt x="2251920" y="1279748"/>
                  </a:cubicBezTo>
                  <a:lnTo>
                    <a:pt x="2249744" y="1275395"/>
                  </a:lnTo>
                  <a:lnTo>
                    <a:pt x="2250288" y="1275395"/>
                  </a:lnTo>
                  <a:lnTo>
                    <a:pt x="2262803" y="1267777"/>
                  </a:lnTo>
                  <a:lnTo>
                    <a:pt x="2275319" y="1259615"/>
                  </a:lnTo>
                  <a:cubicBezTo>
                    <a:pt x="2282937" y="1254536"/>
                    <a:pt x="2290918" y="1250183"/>
                    <a:pt x="2299261" y="1246555"/>
                  </a:cubicBezTo>
                  <a:cubicBezTo>
                    <a:pt x="2301075" y="1245830"/>
                    <a:pt x="2302526" y="1244741"/>
                    <a:pt x="2303615" y="1243290"/>
                  </a:cubicBezTo>
                  <a:lnTo>
                    <a:pt x="2305247" y="1241114"/>
                  </a:lnTo>
                  <a:cubicBezTo>
                    <a:pt x="2305610" y="1240388"/>
                    <a:pt x="2306154" y="1239663"/>
                    <a:pt x="2306880" y="1238937"/>
                  </a:cubicBezTo>
                  <a:cubicBezTo>
                    <a:pt x="2307605" y="1237849"/>
                    <a:pt x="2308331" y="1236942"/>
                    <a:pt x="2309056" y="1236216"/>
                  </a:cubicBezTo>
                  <a:cubicBezTo>
                    <a:pt x="2334813" y="1218078"/>
                    <a:pt x="2354765" y="1196130"/>
                    <a:pt x="2368913" y="1170374"/>
                  </a:cubicBezTo>
                  <a:lnTo>
                    <a:pt x="2371634" y="1165476"/>
                  </a:lnTo>
                  <a:lnTo>
                    <a:pt x="2374354" y="1160035"/>
                  </a:lnTo>
                  <a:lnTo>
                    <a:pt x="2375443" y="1157314"/>
                  </a:lnTo>
                  <a:lnTo>
                    <a:pt x="2377075" y="1152961"/>
                  </a:lnTo>
                  <a:lnTo>
                    <a:pt x="2380340" y="1144254"/>
                  </a:lnTo>
                  <a:cubicBezTo>
                    <a:pt x="2384693" y="1130832"/>
                    <a:pt x="2386870" y="1120130"/>
                    <a:pt x="2386870" y="1112149"/>
                  </a:cubicBezTo>
                  <a:lnTo>
                    <a:pt x="2386870" y="1110517"/>
                  </a:lnTo>
                  <a:cubicBezTo>
                    <a:pt x="2386144" y="1099634"/>
                    <a:pt x="2382698" y="1090565"/>
                    <a:pt x="2376531" y="1083309"/>
                  </a:cubicBezTo>
                  <a:cubicBezTo>
                    <a:pt x="2372903" y="1079319"/>
                    <a:pt x="2368913" y="1076417"/>
                    <a:pt x="2364560" y="1074603"/>
                  </a:cubicBezTo>
                  <a:cubicBezTo>
                    <a:pt x="2360569" y="1072789"/>
                    <a:pt x="2356035" y="1071701"/>
                    <a:pt x="2350956" y="1071338"/>
                  </a:cubicBezTo>
                  <a:lnTo>
                    <a:pt x="2347691" y="1070794"/>
                  </a:lnTo>
                  <a:cubicBezTo>
                    <a:pt x="2344063" y="1069705"/>
                    <a:pt x="2340436" y="1069161"/>
                    <a:pt x="2336808" y="1069161"/>
                  </a:cubicBezTo>
                  <a:cubicBezTo>
                    <a:pt x="2324836" y="1069161"/>
                    <a:pt x="2311777" y="1073877"/>
                    <a:pt x="2297629" y="1083309"/>
                  </a:cubicBezTo>
                  <a:cubicBezTo>
                    <a:pt x="2295452" y="1084760"/>
                    <a:pt x="2293638" y="1086030"/>
                    <a:pt x="2292187" y="1087118"/>
                  </a:cubicBezTo>
                  <a:lnTo>
                    <a:pt x="2288378" y="1090383"/>
                  </a:lnTo>
                  <a:lnTo>
                    <a:pt x="2281304" y="1095825"/>
                  </a:lnTo>
                  <a:lnTo>
                    <a:pt x="2274230" y="1101810"/>
                  </a:lnTo>
                  <a:lnTo>
                    <a:pt x="2266612" y="1107252"/>
                  </a:lnTo>
                  <a:lnTo>
                    <a:pt x="2264980" y="1108340"/>
                  </a:lnTo>
                  <a:cubicBezTo>
                    <a:pt x="2245753" y="1129744"/>
                    <a:pt x="2231242" y="1150966"/>
                    <a:pt x="2221448" y="1172006"/>
                  </a:cubicBezTo>
                  <a:lnTo>
                    <a:pt x="2209850" y="1203415"/>
                  </a:lnTo>
                  <a:lnTo>
                    <a:pt x="2209425" y="1204111"/>
                  </a:lnTo>
                  <a:cubicBezTo>
                    <a:pt x="2206523" y="1210641"/>
                    <a:pt x="2204165" y="1218441"/>
                    <a:pt x="2202351" y="1227510"/>
                  </a:cubicBezTo>
                  <a:cubicBezTo>
                    <a:pt x="2184575" y="1257982"/>
                    <a:pt x="2172423" y="1283920"/>
                    <a:pt x="2165893" y="1305324"/>
                  </a:cubicBezTo>
                  <a:lnTo>
                    <a:pt x="2165349" y="1305324"/>
                  </a:lnTo>
                  <a:cubicBezTo>
                    <a:pt x="2164260" y="1305324"/>
                    <a:pt x="2163535" y="1305868"/>
                    <a:pt x="2163172" y="1306956"/>
                  </a:cubicBezTo>
                  <a:lnTo>
                    <a:pt x="2162628" y="1308589"/>
                  </a:lnTo>
                  <a:cubicBezTo>
                    <a:pt x="2162628" y="1308951"/>
                    <a:pt x="2162265" y="1309314"/>
                    <a:pt x="2161540" y="1309677"/>
                  </a:cubicBezTo>
                  <a:lnTo>
                    <a:pt x="2161540" y="1310221"/>
                  </a:lnTo>
                  <a:lnTo>
                    <a:pt x="2162084" y="1310765"/>
                  </a:lnTo>
                  <a:lnTo>
                    <a:pt x="2162628" y="1311309"/>
                  </a:lnTo>
                  <a:cubicBezTo>
                    <a:pt x="2163716" y="1311672"/>
                    <a:pt x="2164260" y="1312216"/>
                    <a:pt x="2164260" y="1312942"/>
                  </a:cubicBezTo>
                  <a:lnTo>
                    <a:pt x="2160451" y="1312398"/>
                  </a:lnTo>
                  <a:lnTo>
                    <a:pt x="2157730" y="1319472"/>
                  </a:lnTo>
                  <a:lnTo>
                    <a:pt x="2157186" y="1320560"/>
                  </a:lnTo>
                  <a:lnTo>
                    <a:pt x="2157730" y="1320560"/>
                  </a:lnTo>
                  <a:lnTo>
                    <a:pt x="2157186" y="1321104"/>
                  </a:lnTo>
                  <a:lnTo>
                    <a:pt x="2156642" y="1324913"/>
                  </a:lnTo>
                  <a:cubicBezTo>
                    <a:pt x="2156279" y="1326001"/>
                    <a:pt x="2155735" y="1326908"/>
                    <a:pt x="2155010" y="1327634"/>
                  </a:cubicBezTo>
                  <a:lnTo>
                    <a:pt x="2154466" y="1328722"/>
                  </a:lnTo>
                  <a:lnTo>
                    <a:pt x="2154466" y="1329810"/>
                  </a:lnTo>
                  <a:cubicBezTo>
                    <a:pt x="2152289" y="1332713"/>
                    <a:pt x="2149568" y="1337610"/>
                    <a:pt x="2146303" y="1344503"/>
                  </a:cubicBezTo>
                  <a:lnTo>
                    <a:pt x="2141950" y="1353209"/>
                  </a:lnTo>
                  <a:lnTo>
                    <a:pt x="2137597" y="1360827"/>
                  </a:lnTo>
                  <a:lnTo>
                    <a:pt x="2138141" y="1360827"/>
                  </a:lnTo>
                  <a:cubicBezTo>
                    <a:pt x="2139955" y="1360827"/>
                    <a:pt x="2141406" y="1359920"/>
                    <a:pt x="2142494" y="1358106"/>
                  </a:cubicBezTo>
                  <a:lnTo>
                    <a:pt x="2144127" y="1355386"/>
                  </a:lnTo>
                  <a:cubicBezTo>
                    <a:pt x="2144852" y="1354297"/>
                    <a:pt x="2145578" y="1353572"/>
                    <a:pt x="2146303" y="1353209"/>
                  </a:cubicBezTo>
                  <a:cubicBezTo>
                    <a:pt x="2146666" y="1353572"/>
                    <a:pt x="2146847" y="1354116"/>
                    <a:pt x="2146847" y="1354841"/>
                  </a:cubicBezTo>
                  <a:cubicBezTo>
                    <a:pt x="2146847" y="1355930"/>
                    <a:pt x="2146303" y="1357199"/>
                    <a:pt x="2145215" y="1358651"/>
                  </a:cubicBezTo>
                  <a:lnTo>
                    <a:pt x="2143038" y="1361371"/>
                  </a:lnTo>
                  <a:lnTo>
                    <a:pt x="2143038" y="1365180"/>
                  </a:lnTo>
                  <a:cubicBezTo>
                    <a:pt x="2148843" y="1359376"/>
                    <a:pt x="2151745" y="1353753"/>
                    <a:pt x="2151745" y="1348312"/>
                  </a:cubicBezTo>
                  <a:lnTo>
                    <a:pt x="2156098" y="1349400"/>
                  </a:lnTo>
                  <a:lnTo>
                    <a:pt x="2155554" y="1347768"/>
                  </a:lnTo>
                  <a:lnTo>
                    <a:pt x="2154466" y="1347223"/>
                  </a:lnTo>
                  <a:cubicBezTo>
                    <a:pt x="2153740" y="1346498"/>
                    <a:pt x="2153377" y="1345772"/>
                    <a:pt x="2153377" y="1345047"/>
                  </a:cubicBezTo>
                  <a:cubicBezTo>
                    <a:pt x="2154828" y="1344684"/>
                    <a:pt x="2156098" y="1343777"/>
                    <a:pt x="2157186" y="1342326"/>
                  </a:cubicBezTo>
                  <a:lnTo>
                    <a:pt x="2157730" y="1340149"/>
                  </a:lnTo>
                  <a:lnTo>
                    <a:pt x="2158819" y="1337973"/>
                  </a:lnTo>
                  <a:cubicBezTo>
                    <a:pt x="2160633" y="1334708"/>
                    <a:pt x="2163172" y="1333075"/>
                    <a:pt x="2166437" y="1333075"/>
                  </a:cubicBezTo>
                  <a:lnTo>
                    <a:pt x="2166981" y="1333075"/>
                  </a:lnTo>
                  <a:lnTo>
                    <a:pt x="2166437" y="1333620"/>
                  </a:lnTo>
                  <a:lnTo>
                    <a:pt x="2166981" y="1333620"/>
                  </a:lnTo>
                  <a:cubicBezTo>
                    <a:pt x="2167707" y="1333620"/>
                    <a:pt x="2168251" y="1333438"/>
                    <a:pt x="2168614" y="1333075"/>
                  </a:cubicBezTo>
                  <a:cubicBezTo>
                    <a:pt x="2168976" y="1333075"/>
                    <a:pt x="2169339" y="1332894"/>
                    <a:pt x="2169702" y="1332531"/>
                  </a:cubicBezTo>
                  <a:lnTo>
                    <a:pt x="2169702" y="1331443"/>
                  </a:lnTo>
                  <a:cubicBezTo>
                    <a:pt x="2170065" y="1331080"/>
                    <a:pt x="2170427" y="1330899"/>
                    <a:pt x="2170790" y="1330899"/>
                  </a:cubicBezTo>
                  <a:cubicBezTo>
                    <a:pt x="2171516" y="1330899"/>
                    <a:pt x="2172241" y="1331080"/>
                    <a:pt x="2172967" y="1331443"/>
                  </a:cubicBezTo>
                  <a:lnTo>
                    <a:pt x="2172423" y="1333620"/>
                  </a:lnTo>
                  <a:lnTo>
                    <a:pt x="2171334" y="1336340"/>
                  </a:lnTo>
                  <a:cubicBezTo>
                    <a:pt x="2170609" y="1338517"/>
                    <a:pt x="2169158" y="1339787"/>
                    <a:pt x="2166981" y="1340149"/>
                  </a:cubicBezTo>
                  <a:lnTo>
                    <a:pt x="2165893" y="1337429"/>
                  </a:lnTo>
                  <a:cubicBezTo>
                    <a:pt x="2165167" y="1337791"/>
                    <a:pt x="2164804" y="1338336"/>
                    <a:pt x="2164804" y="1339061"/>
                  </a:cubicBezTo>
                  <a:cubicBezTo>
                    <a:pt x="2164804" y="1339424"/>
                    <a:pt x="2164986" y="1339787"/>
                    <a:pt x="2165349" y="1340149"/>
                  </a:cubicBezTo>
                  <a:lnTo>
                    <a:pt x="2166981" y="1341782"/>
                  </a:lnTo>
                  <a:lnTo>
                    <a:pt x="2168614" y="1343958"/>
                  </a:lnTo>
                  <a:lnTo>
                    <a:pt x="2167525" y="1343958"/>
                  </a:lnTo>
                  <a:cubicBezTo>
                    <a:pt x="2166800" y="1343958"/>
                    <a:pt x="2166074" y="1344321"/>
                    <a:pt x="2165349" y="1345047"/>
                  </a:cubicBezTo>
                  <a:lnTo>
                    <a:pt x="2164260" y="1345591"/>
                  </a:lnTo>
                  <a:cubicBezTo>
                    <a:pt x="2164260" y="1345954"/>
                    <a:pt x="2163898" y="1346135"/>
                    <a:pt x="2163172" y="1346135"/>
                  </a:cubicBezTo>
                  <a:cubicBezTo>
                    <a:pt x="2162446" y="1352302"/>
                    <a:pt x="2159544" y="1359013"/>
                    <a:pt x="2154466" y="1366269"/>
                  </a:cubicBezTo>
                  <a:lnTo>
                    <a:pt x="2151745" y="1370622"/>
                  </a:lnTo>
                  <a:lnTo>
                    <a:pt x="2149024" y="1374975"/>
                  </a:lnTo>
                  <a:cubicBezTo>
                    <a:pt x="2147573" y="1378240"/>
                    <a:pt x="2146485" y="1381686"/>
                    <a:pt x="2145759" y="1385314"/>
                  </a:cubicBezTo>
                  <a:cubicBezTo>
                    <a:pt x="2143945" y="1385314"/>
                    <a:pt x="2142676" y="1385858"/>
                    <a:pt x="2141950" y="1386947"/>
                  </a:cubicBezTo>
                  <a:cubicBezTo>
                    <a:pt x="2141587" y="1387309"/>
                    <a:pt x="2141406" y="1387853"/>
                    <a:pt x="2141406" y="1388579"/>
                  </a:cubicBezTo>
                  <a:cubicBezTo>
                    <a:pt x="2141406" y="1389305"/>
                    <a:pt x="2141587" y="1390030"/>
                    <a:pt x="2141950" y="1390756"/>
                  </a:cubicBezTo>
                  <a:lnTo>
                    <a:pt x="2134876" y="1401639"/>
                  </a:lnTo>
                  <a:lnTo>
                    <a:pt x="2127258" y="1412522"/>
                  </a:lnTo>
                  <a:cubicBezTo>
                    <a:pt x="2120728" y="1421954"/>
                    <a:pt x="2115831" y="1429390"/>
                    <a:pt x="2112566" y="1434832"/>
                  </a:cubicBezTo>
                  <a:lnTo>
                    <a:pt x="2109845" y="1433744"/>
                  </a:lnTo>
                  <a:cubicBezTo>
                    <a:pt x="2109845" y="1437371"/>
                    <a:pt x="2108394" y="1440455"/>
                    <a:pt x="2105492" y="1442994"/>
                  </a:cubicBezTo>
                  <a:lnTo>
                    <a:pt x="2101683" y="1445715"/>
                  </a:lnTo>
                  <a:lnTo>
                    <a:pt x="2097330" y="1448980"/>
                  </a:lnTo>
                  <a:cubicBezTo>
                    <a:pt x="2096241" y="1448617"/>
                    <a:pt x="2095334" y="1448254"/>
                    <a:pt x="2094609" y="1447892"/>
                  </a:cubicBezTo>
                  <a:cubicBezTo>
                    <a:pt x="2094972" y="1448980"/>
                    <a:pt x="2095697" y="1449705"/>
                    <a:pt x="2096785" y="1450068"/>
                  </a:cubicBezTo>
                  <a:cubicBezTo>
                    <a:pt x="2091344" y="1457686"/>
                    <a:pt x="2085540" y="1463853"/>
                    <a:pt x="2079372" y="1468569"/>
                  </a:cubicBezTo>
                  <a:cubicBezTo>
                    <a:pt x="2071392" y="1475099"/>
                    <a:pt x="2064136" y="1479090"/>
                    <a:pt x="2057606" y="1480541"/>
                  </a:cubicBezTo>
                  <a:lnTo>
                    <a:pt x="2056518" y="1479997"/>
                  </a:lnTo>
                  <a:cubicBezTo>
                    <a:pt x="2056881" y="1479271"/>
                    <a:pt x="2057244" y="1478727"/>
                    <a:pt x="2057606" y="1478364"/>
                  </a:cubicBezTo>
                  <a:lnTo>
                    <a:pt x="2059239" y="1477820"/>
                  </a:lnTo>
                  <a:cubicBezTo>
                    <a:pt x="2059602" y="1477457"/>
                    <a:pt x="2059783" y="1477094"/>
                    <a:pt x="2059783" y="1476732"/>
                  </a:cubicBezTo>
                  <a:cubicBezTo>
                    <a:pt x="2059783" y="1476006"/>
                    <a:pt x="2059602" y="1475281"/>
                    <a:pt x="2059239" y="1474555"/>
                  </a:cubicBezTo>
                  <a:cubicBezTo>
                    <a:pt x="2060690" y="1475281"/>
                    <a:pt x="2061960" y="1475643"/>
                    <a:pt x="2063048" y="1475643"/>
                  </a:cubicBezTo>
                  <a:cubicBezTo>
                    <a:pt x="2063773" y="1475643"/>
                    <a:pt x="2064318" y="1475462"/>
                    <a:pt x="2064680" y="1475099"/>
                  </a:cubicBezTo>
                  <a:cubicBezTo>
                    <a:pt x="2065406" y="1474374"/>
                    <a:pt x="2065769" y="1473648"/>
                    <a:pt x="2065769" y="1472923"/>
                  </a:cubicBezTo>
                  <a:cubicBezTo>
                    <a:pt x="2065769" y="1472197"/>
                    <a:pt x="2065406" y="1471290"/>
                    <a:pt x="2064680" y="1470202"/>
                  </a:cubicBezTo>
                  <a:cubicBezTo>
                    <a:pt x="2066132" y="1470565"/>
                    <a:pt x="2067401" y="1470746"/>
                    <a:pt x="2068490" y="1470746"/>
                  </a:cubicBezTo>
                  <a:cubicBezTo>
                    <a:pt x="2070303" y="1470746"/>
                    <a:pt x="2071936" y="1470202"/>
                    <a:pt x="2073387" y="1469114"/>
                  </a:cubicBezTo>
                  <a:cubicBezTo>
                    <a:pt x="2075564" y="1467663"/>
                    <a:pt x="2076652" y="1465849"/>
                    <a:pt x="2076652" y="1463672"/>
                  </a:cubicBezTo>
                  <a:lnTo>
                    <a:pt x="2078284" y="1463672"/>
                  </a:lnTo>
                  <a:cubicBezTo>
                    <a:pt x="2080824" y="1463672"/>
                    <a:pt x="2082093" y="1462402"/>
                    <a:pt x="2082093" y="1459863"/>
                  </a:cubicBezTo>
                  <a:lnTo>
                    <a:pt x="2082093" y="1456598"/>
                  </a:lnTo>
                  <a:cubicBezTo>
                    <a:pt x="2082456" y="1455510"/>
                    <a:pt x="2083363" y="1454966"/>
                    <a:pt x="2084814" y="1454966"/>
                  </a:cubicBezTo>
                  <a:cubicBezTo>
                    <a:pt x="2084814" y="1456054"/>
                    <a:pt x="2084632" y="1456779"/>
                    <a:pt x="2084270" y="1457142"/>
                  </a:cubicBezTo>
                  <a:cubicBezTo>
                    <a:pt x="2086809" y="1457142"/>
                    <a:pt x="2088623" y="1456054"/>
                    <a:pt x="2089711" y="1453877"/>
                  </a:cubicBezTo>
                  <a:lnTo>
                    <a:pt x="2091344" y="1451701"/>
                  </a:lnTo>
                  <a:cubicBezTo>
                    <a:pt x="2092069" y="1450612"/>
                    <a:pt x="2092795" y="1450068"/>
                    <a:pt x="2093520" y="1450068"/>
                  </a:cubicBezTo>
                  <a:lnTo>
                    <a:pt x="2093520" y="1449524"/>
                  </a:lnTo>
                  <a:cubicBezTo>
                    <a:pt x="2093520" y="1448798"/>
                    <a:pt x="2093339" y="1448254"/>
                    <a:pt x="2092976" y="1447892"/>
                  </a:cubicBezTo>
                  <a:cubicBezTo>
                    <a:pt x="2092251" y="1447529"/>
                    <a:pt x="2091344" y="1447166"/>
                    <a:pt x="2090256" y="1446803"/>
                  </a:cubicBezTo>
                  <a:lnTo>
                    <a:pt x="2096785" y="1446803"/>
                  </a:lnTo>
                  <a:cubicBezTo>
                    <a:pt x="2098599" y="1446078"/>
                    <a:pt x="2099506" y="1444989"/>
                    <a:pt x="2099506" y="1443538"/>
                  </a:cubicBezTo>
                  <a:lnTo>
                    <a:pt x="2099506" y="1442450"/>
                  </a:lnTo>
                  <a:cubicBezTo>
                    <a:pt x="2099506" y="1442087"/>
                    <a:pt x="2098781" y="1441543"/>
                    <a:pt x="2097330" y="1440818"/>
                  </a:cubicBezTo>
                  <a:lnTo>
                    <a:pt x="2095153" y="1439729"/>
                  </a:lnTo>
                  <a:cubicBezTo>
                    <a:pt x="2094790" y="1439366"/>
                    <a:pt x="2094609" y="1439004"/>
                    <a:pt x="2094609" y="1438641"/>
                  </a:cubicBezTo>
                  <a:cubicBezTo>
                    <a:pt x="2097148" y="1438641"/>
                    <a:pt x="2099143" y="1439548"/>
                    <a:pt x="2100594" y="1441362"/>
                  </a:cubicBezTo>
                  <a:lnTo>
                    <a:pt x="2101683" y="1438097"/>
                  </a:lnTo>
                  <a:lnTo>
                    <a:pt x="2103315" y="1435920"/>
                  </a:lnTo>
                  <a:cubicBezTo>
                    <a:pt x="2103678" y="1435195"/>
                    <a:pt x="2103859" y="1434651"/>
                    <a:pt x="2103859" y="1434288"/>
                  </a:cubicBezTo>
                  <a:cubicBezTo>
                    <a:pt x="2103859" y="1432837"/>
                    <a:pt x="2103315" y="1431567"/>
                    <a:pt x="2102227" y="1430479"/>
                  </a:cubicBezTo>
                  <a:cubicBezTo>
                    <a:pt x="2103315" y="1430842"/>
                    <a:pt x="2104222" y="1431023"/>
                    <a:pt x="2104948" y="1431023"/>
                  </a:cubicBezTo>
                  <a:lnTo>
                    <a:pt x="2106580" y="1431023"/>
                  </a:lnTo>
                  <a:lnTo>
                    <a:pt x="2107668" y="1430479"/>
                  </a:lnTo>
                  <a:lnTo>
                    <a:pt x="2108757" y="1430479"/>
                  </a:lnTo>
                  <a:cubicBezTo>
                    <a:pt x="2108757" y="1429753"/>
                    <a:pt x="2108213" y="1429209"/>
                    <a:pt x="2107124" y="1428846"/>
                  </a:cubicBezTo>
                  <a:lnTo>
                    <a:pt x="2104948" y="1427758"/>
                  </a:lnTo>
                  <a:lnTo>
                    <a:pt x="2105492" y="1426670"/>
                  </a:lnTo>
                  <a:lnTo>
                    <a:pt x="2106580" y="1425581"/>
                  </a:lnTo>
                  <a:lnTo>
                    <a:pt x="2107124" y="1425581"/>
                  </a:lnTo>
                  <a:cubicBezTo>
                    <a:pt x="2107850" y="1425581"/>
                    <a:pt x="2108757" y="1425944"/>
                    <a:pt x="2109845" y="1426670"/>
                  </a:cubicBezTo>
                  <a:cubicBezTo>
                    <a:pt x="2112022" y="1426670"/>
                    <a:pt x="2113110" y="1425763"/>
                    <a:pt x="2113110" y="1423949"/>
                  </a:cubicBezTo>
                  <a:cubicBezTo>
                    <a:pt x="2113110" y="1423223"/>
                    <a:pt x="2112928" y="1422498"/>
                    <a:pt x="2112566" y="1421772"/>
                  </a:cubicBezTo>
                  <a:cubicBezTo>
                    <a:pt x="2117282" y="1421409"/>
                    <a:pt x="2119640" y="1419233"/>
                    <a:pt x="2119640" y="1415242"/>
                  </a:cubicBezTo>
                  <a:lnTo>
                    <a:pt x="2119640" y="1412522"/>
                  </a:lnTo>
                  <a:lnTo>
                    <a:pt x="2119096" y="1409801"/>
                  </a:lnTo>
                  <a:cubicBezTo>
                    <a:pt x="2119096" y="1407624"/>
                    <a:pt x="2119458" y="1405992"/>
                    <a:pt x="2120184" y="1404903"/>
                  </a:cubicBezTo>
                  <a:lnTo>
                    <a:pt x="2121816" y="1404903"/>
                  </a:lnTo>
                  <a:lnTo>
                    <a:pt x="2123449" y="1404359"/>
                  </a:lnTo>
                  <a:cubicBezTo>
                    <a:pt x="2124537" y="1404359"/>
                    <a:pt x="2125807" y="1404541"/>
                    <a:pt x="2127258" y="1404903"/>
                  </a:cubicBezTo>
                  <a:cubicBezTo>
                    <a:pt x="2127258" y="1404178"/>
                    <a:pt x="2125626" y="1403452"/>
                    <a:pt x="2122360" y="1402727"/>
                  </a:cubicBezTo>
                  <a:cubicBezTo>
                    <a:pt x="2122723" y="1402001"/>
                    <a:pt x="2123449" y="1401639"/>
                    <a:pt x="2124537" y="1401639"/>
                  </a:cubicBezTo>
                  <a:lnTo>
                    <a:pt x="2125626" y="1401639"/>
                  </a:lnTo>
                  <a:lnTo>
                    <a:pt x="2127802" y="1402183"/>
                  </a:lnTo>
                  <a:lnTo>
                    <a:pt x="2129434" y="1402183"/>
                  </a:lnTo>
                  <a:lnTo>
                    <a:pt x="2128890" y="1401639"/>
                  </a:lnTo>
                  <a:lnTo>
                    <a:pt x="2128346" y="1400550"/>
                  </a:lnTo>
                  <a:cubicBezTo>
                    <a:pt x="2127621" y="1399825"/>
                    <a:pt x="2127258" y="1398918"/>
                    <a:pt x="2127258" y="1397830"/>
                  </a:cubicBezTo>
                  <a:cubicBezTo>
                    <a:pt x="2128709" y="1398555"/>
                    <a:pt x="2130160" y="1398918"/>
                    <a:pt x="2131611" y="1398918"/>
                  </a:cubicBezTo>
                  <a:lnTo>
                    <a:pt x="2132699" y="1398918"/>
                  </a:lnTo>
                  <a:cubicBezTo>
                    <a:pt x="2131974" y="1397830"/>
                    <a:pt x="2131611" y="1397104"/>
                    <a:pt x="2131611" y="1396741"/>
                  </a:cubicBezTo>
                  <a:cubicBezTo>
                    <a:pt x="2131611" y="1396016"/>
                    <a:pt x="2131974" y="1395472"/>
                    <a:pt x="2132699" y="1395109"/>
                  </a:cubicBezTo>
                  <a:lnTo>
                    <a:pt x="2132155" y="1394020"/>
                  </a:lnTo>
                  <a:lnTo>
                    <a:pt x="2130523" y="1393476"/>
                  </a:lnTo>
                  <a:cubicBezTo>
                    <a:pt x="2129072" y="1392751"/>
                    <a:pt x="2128346" y="1392025"/>
                    <a:pt x="2128346" y="1391300"/>
                  </a:cubicBezTo>
                  <a:lnTo>
                    <a:pt x="2135420" y="1392932"/>
                  </a:lnTo>
                  <a:cubicBezTo>
                    <a:pt x="2133969" y="1391118"/>
                    <a:pt x="2133244" y="1389305"/>
                    <a:pt x="2133244" y="1387491"/>
                  </a:cubicBezTo>
                  <a:cubicBezTo>
                    <a:pt x="2133244" y="1386402"/>
                    <a:pt x="2133606" y="1385314"/>
                    <a:pt x="2134332" y="1384226"/>
                  </a:cubicBezTo>
                  <a:lnTo>
                    <a:pt x="2136509" y="1381505"/>
                  </a:lnTo>
                  <a:cubicBezTo>
                    <a:pt x="2137597" y="1380054"/>
                    <a:pt x="2138141" y="1378784"/>
                    <a:pt x="2138141" y="1377696"/>
                  </a:cubicBezTo>
                  <a:cubicBezTo>
                    <a:pt x="2137778" y="1377333"/>
                    <a:pt x="2137415" y="1377152"/>
                    <a:pt x="2137053" y="1377152"/>
                  </a:cubicBezTo>
                  <a:lnTo>
                    <a:pt x="2136509" y="1377152"/>
                  </a:lnTo>
                  <a:lnTo>
                    <a:pt x="2135420" y="1377696"/>
                  </a:lnTo>
                  <a:cubicBezTo>
                    <a:pt x="2134695" y="1377696"/>
                    <a:pt x="2133969" y="1377515"/>
                    <a:pt x="2133244" y="1377152"/>
                  </a:cubicBezTo>
                  <a:lnTo>
                    <a:pt x="2133244" y="1378240"/>
                  </a:lnTo>
                  <a:lnTo>
                    <a:pt x="2132699" y="1379873"/>
                  </a:lnTo>
                  <a:cubicBezTo>
                    <a:pt x="2132699" y="1380961"/>
                    <a:pt x="2132337" y="1381686"/>
                    <a:pt x="2131611" y="1382049"/>
                  </a:cubicBezTo>
                  <a:cubicBezTo>
                    <a:pt x="2130886" y="1380961"/>
                    <a:pt x="2130523" y="1379873"/>
                    <a:pt x="2130523" y="1378784"/>
                  </a:cubicBezTo>
                  <a:cubicBezTo>
                    <a:pt x="2130523" y="1377696"/>
                    <a:pt x="2131430" y="1376789"/>
                    <a:pt x="2133244" y="1376063"/>
                  </a:cubicBezTo>
                  <a:cubicBezTo>
                    <a:pt x="2134695" y="1375338"/>
                    <a:pt x="2136146" y="1374975"/>
                    <a:pt x="2137597" y="1374975"/>
                  </a:cubicBezTo>
                  <a:cubicBezTo>
                    <a:pt x="2139411" y="1374975"/>
                    <a:pt x="2141043" y="1375338"/>
                    <a:pt x="2142494" y="1376063"/>
                  </a:cubicBezTo>
                  <a:cubicBezTo>
                    <a:pt x="2142857" y="1376063"/>
                    <a:pt x="2143038" y="1375882"/>
                    <a:pt x="2143038" y="1375519"/>
                  </a:cubicBezTo>
                  <a:lnTo>
                    <a:pt x="2142494" y="1374975"/>
                  </a:lnTo>
                  <a:lnTo>
                    <a:pt x="2141406" y="1373343"/>
                  </a:lnTo>
                  <a:lnTo>
                    <a:pt x="2141406" y="1372254"/>
                  </a:lnTo>
                  <a:cubicBezTo>
                    <a:pt x="2141406" y="1371892"/>
                    <a:pt x="2141769" y="1371710"/>
                    <a:pt x="2142494" y="1371710"/>
                  </a:cubicBezTo>
                  <a:lnTo>
                    <a:pt x="2143582" y="1371710"/>
                  </a:lnTo>
                  <a:cubicBezTo>
                    <a:pt x="2143945" y="1371347"/>
                    <a:pt x="2144308" y="1371166"/>
                    <a:pt x="2144671" y="1371166"/>
                  </a:cubicBezTo>
                  <a:cubicBezTo>
                    <a:pt x="2145034" y="1371166"/>
                    <a:pt x="2145215" y="1371347"/>
                    <a:pt x="2145215" y="1371710"/>
                  </a:cubicBezTo>
                  <a:lnTo>
                    <a:pt x="2145759" y="1372799"/>
                  </a:lnTo>
                  <a:cubicBezTo>
                    <a:pt x="2146122" y="1373524"/>
                    <a:pt x="2146485" y="1373887"/>
                    <a:pt x="2146847" y="1373887"/>
                  </a:cubicBezTo>
                  <a:cubicBezTo>
                    <a:pt x="2146847" y="1373161"/>
                    <a:pt x="2146666" y="1372617"/>
                    <a:pt x="2146303" y="1372254"/>
                  </a:cubicBezTo>
                  <a:lnTo>
                    <a:pt x="2144671" y="1370078"/>
                  </a:lnTo>
                  <a:cubicBezTo>
                    <a:pt x="2143945" y="1368989"/>
                    <a:pt x="2143582" y="1368083"/>
                    <a:pt x="2143582" y="1367357"/>
                  </a:cubicBezTo>
                  <a:cubicBezTo>
                    <a:pt x="2143582" y="1366631"/>
                    <a:pt x="2143764" y="1366087"/>
                    <a:pt x="2144127" y="1365725"/>
                  </a:cubicBezTo>
                  <a:lnTo>
                    <a:pt x="2143038" y="1365725"/>
                  </a:lnTo>
                  <a:cubicBezTo>
                    <a:pt x="2141224" y="1365725"/>
                    <a:pt x="2139955" y="1366631"/>
                    <a:pt x="2139229" y="1368445"/>
                  </a:cubicBezTo>
                  <a:lnTo>
                    <a:pt x="2138685" y="1369534"/>
                  </a:lnTo>
                  <a:lnTo>
                    <a:pt x="2138141" y="1370622"/>
                  </a:lnTo>
                  <a:cubicBezTo>
                    <a:pt x="2137778" y="1371347"/>
                    <a:pt x="2136871" y="1371710"/>
                    <a:pt x="2135420" y="1371710"/>
                  </a:cubicBezTo>
                  <a:cubicBezTo>
                    <a:pt x="2135057" y="1371347"/>
                    <a:pt x="2134876" y="1370803"/>
                    <a:pt x="2134876" y="1370078"/>
                  </a:cubicBezTo>
                  <a:cubicBezTo>
                    <a:pt x="2134876" y="1369352"/>
                    <a:pt x="2135420" y="1368808"/>
                    <a:pt x="2136509" y="1368445"/>
                  </a:cubicBezTo>
                  <a:lnTo>
                    <a:pt x="2137597" y="1366813"/>
                  </a:lnTo>
                  <a:lnTo>
                    <a:pt x="2137597" y="1366269"/>
                  </a:lnTo>
                  <a:cubicBezTo>
                    <a:pt x="2137597" y="1365906"/>
                    <a:pt x="2137415" y="1365362"/>
                    <a:pt x="2137053" y="1364636"/>
                  </a:cubicBezTo>
                  <a:cubicBezTo>
                    <a:pt x="2133425" y="1367176"/>
                    <a:pt x="2129797" y="1372617"/>
                    <a:pt x="2126170" y="1380961"/>
                  </a:cubicBezTo>
                  <a:lnTo>
                    <a:pt x="2123993" y="1385858"/>
                  </a:lnTo>
                  <a:lnTo>
                    <a:pt x="2121272" y="1390211"/>
                  </a:lnTo>
                  <a:cubicBezTo>
                    <a:pt x="2119458" y="1393476"/>
                    <a:pt x="2117100" y="1396197"/>
                    <a:pt x="2114198" y="1398374"/>
                  </a:cubicBezTo>
                  <a:lnTo>
                    <a:pt x="2114742" y="1400006"/>
                  </a:lnTo>
                  <a:lnTo>
                    <a:pt x="2114742" y="1400550"/>
                  </a:lnTo>
                  <a:cubicBezTo>
                    <a:pt x="2115105" y="1400913"/>
                    <a:pt x="2115468" y="1401457"/>
                    <a:pt x="2115831" y="1402183"/>
                  </a:cubicBezTo>
                  <a:lnTo>
                    <a:pt x="2114742" y="1402183"/>
                  </a:lnTo>
                  <a:cubicBezTo>
                    <a:pt x="2113654" y="1402183"/>
                    <a:pt x="2112747" y="1402545"/>
                    <a:pt x="2112022" y="1403271"/>
                  </a:cubicBezTo>
                  <a:lnTo>
                    <a:pt x="2110389" y="1404359"/>
                  </a:lnTo>
                  <a:lnTo>
                    <a:pt x="2107668" y="1404359"/>
                  </a:lnTo>
                  <a:cubicBezTo>
                    <a:pt x="2107306" y="1410164"/>
                    <a:pt x="2104041" y="1416512"/>
                    <a:pt x="2097874" y="1423405"/>
                  </a:cubicBezTo>
                  <a:lnTo>
                    <a:pt x="2090256" y="1432111"/>
                  </a:lnTo>
                  <a:cubicBezTo>
                    <a:pt x="2087716" y="1435376"/>
                    <a:pt x="2085540" y="1438278"/>
                    <a:pt x="2083726" y="1440818"/>
                  </a:cubicBezTo>
                  <a:cubicBezTo>
                    <a:pt x="2082274" y="1440818"/>
                    <a:pt x="2080824" y="1440999"/>
                    <a:pt x="2079372" y="1441362"/>
                  </a:cubicBezTo>
                  <a:lnTo>
                    <a:pt x="2080461" y="1445171"/>
                  </a:lnTo>
                  <a:cubicBezTo>
                    <a:pt x="2079372" y="1444445"/>
                    <a:pt x="2078466" y="1444082"/>
                    <a:pt x="2077740" y="1444082"/>
                  </a:cubicBezTo>
                  <a:cubicBezTo>
                    <a:pt x="2077014" y="1444082"/>
                    <a:pt x="2076470" y="1444445"/>
                    <a:pt x="2076108" y="1445171"/>
                  </a:cubicBezTo>
                  <a:lnTo>
                    <a:pt x="2075019" y="1447347"/>
                  </a:lnTo>
                  <a:cubicBezTo>
                    <a:pt x="2074656" y="1448073"/>
                    <a:pt x="2074294" y="1448617"/>
                    <a:pt x="2073931" y="1448980"/>
                  </a:cubicBezTo>
                  <a:cubicBezTo>
                    <a:pt x="2073205" y="1449705"/>
                    <a:pt x="2072117" y="1450250"/>
                    <a:pt x="2070666" y="1450612"/>
                  </a:cubicBezTo>
                  <a:lnTo>
                    <a:pt x="2067401" y="1452245"/>
                  </a:lnTo>
                  <a:cubicBezTo>
                    <a:pt x="2065587" y="1452970"/>
                    <a:pt x="2064680" y="1454059"/>
                    <a:pt x="2064680" y="1455510"/>
                  </a:cubicBezTo>
                  <a:cubicBezTo>
                    <a:pt x="2064680" y="1456235"/>
                    <a:pt x="2064862" y="1456961"/>
                    <a:pt x="2065224" y="1457686"/>
                  </a:cubicBezTo>
                  <a:lnTo>
                    <a:pt x="2063592" y="1457686"/>
                  </a:lnTo>
                  <a:cubicBezTo>
                    <a:pt x="2060690" y="1457686"/>
                    <a:pt x="2057788" y="1458593"/>
                    <a:pt x="2054886" y="1460407"/>
                  </a:cubicBezTo>
                  <a:lnTo>
                    <a:pt x="2051621" y="1463128"/>
                  </a:lnTo>
                  <a:lnTo>
                    <a:pt x="2048356" y="1465305"/>
                  </a:lnTo>
                  <a:cubicBezTo>
                    <a:pt x="2044002" y="1447892"/>
                    <a:pt x="2041826" y="1424312"/>
                    <a:pt x="2041826" y="1394565"/>
                  </a:cubicBezTo>
                  <a:cubicBezTo>
                    <a:pt x="2041826" y="1385858"/>
                    <a:pt x="2042189" y="1373161"/>
                    <a:pt x="2042914" y="1356474"/>
                  </a:cubicBezTo>
                  <a:lnTo>
                    <a:pt x="2043458" y="1337973"/>
                  </a:lnTo>
                  <a:lnTo>
                    <a:pt x="2043458" y="1320016"/>
                  </a:lnTo>
                  <a:cubicBezTo>
                    <a:pt x="2048174" y="1284827"/>
                    <a:pt x="2055067" y="1245648"/>
                    <a:pt x="2064136" y="1202479"/>
                  </a:cubicBezTo>
                  <a:lnTo>
                    <a:pt x="2076108" y="1146431"/>
                  </a:lnTo>
                  <a:lnTo>
                    <a:pt x="2082637" y="1118135"/>
                  </a:lnTo>
                  <a:lnTo>
                    <a:pt x="2089167" y="1089295"/>
                  </a:lnTo>
                  <a:cubicBezTo>
                    <a:pt x="2093883" y="1078775"/>
                    <a:pt x="2098599" y="1064627"/>
                    <a:pt x="2103315" y="1046851"/>
                  </a:cubicBezTo>
                  <a:lnTo>
                    <a:pt x="2105492" y="1037056"/>
                  </a:lnTo>
                  <a:lnTo>
                    <a:pt x="2108213" y="1027261"/>
                  </a:lnTo>
                  <a:cubicBezTo>
                    <a:pt x="2110026" y="1020369"/>
                    <a:pt x="2112022" y="1014565"/>
                    <a:pt x="2114198" y="1009849"/>
                  </a:cubicBezTo>
                  <a:cubicBezTo>
                    <a:pt x="2113110" y="1009849"/>
                    <a:pt x="2112022" y="1009304"/>
                    <a:pt x="2110934" y="1008216"/>
                  </a:cubicBezTo>
                  <a:cubicBezTo>
                    <a:pt x="2110208" y="1007128"/>
                    <a:pt x="2109664" y="1005858"/>
                    <a:pt x="2109301" y="1004407"/>
                  </a:cubicBezTo>
                  <a:cubicBezTo>
                    <a:pt x="2117282" y="1002956"/>
                    <a:pt x="2121272" y="998966"/>
                    <a:pt x="2121272" y="992436"/>
                  </a:cubicBezTo>
                  <a:cubicBezTo>
                    <a:pt x="2121272" y="990259"/>
                    <a:pt x="2120728" y="987720"/>
                    <a:pt x="2119640" y="984818"/>
                  </a:cubicBezTo>
                  <a:cubicBezTo>
                    <a:pt x="2123630" y="983366"/>
                    <a:pt x="2126351" y="978832"/>
                    <a:pt x="2127802" y="971214"/>
                  </a:cubicBezTo>
                  <a:lnTo>
                    <a:pt x="2128890" y="966860"/>
                  </a:lnTo>
                  <a:lnTo>
                    <a:pt x="2129979" y="962507"/>
                  </a:lnTo>
                  <a:cubicBezTo>
                    <a:pt x="2131067" y="959605"/>
                    <a:pt x="2132699" y="957610"/>
                    <a:pt x="2134876" y="956522"/>
                  </a:cubicBezTo>
                  <a:lnTo>
                    <a:pt x="2134876" y="955978"/>
                  </a:lnTo>
                  <a:cubicBezTo>
                    <a:pt x="2134876" y="955252"/>
                    <a:pt x="2134332" y="954708"/>
                    <a:pt x="2133244" y="954345"/>
                  </a:cubicBezTo>
                  <a:lnTo>
                    <a:pt x="2132155" y="953257"/>
                  </a:lnTo>
                  <a:lnTo>
                    <a:pt x="2132155" y="951080"/>
                  </a:lnTo>
                  <a:cubicBezTo>
                    <a:pt x="2136146" y="949629"/>
                    <a:pt x="2139048" y="946364"/>
                    <a:pt x="2140862" y="941285"/>
                  </a:cubicBezTo>
                  <a:cubicBezTo>
                    <a:pt x="2141587" y="939109"/>
                    <a:pt x="2142131" y="936569"/>
                    <a:pt x="2142494" y="933667"/>
                  </a:cubicBezTo>
                  <a:lnTo>
                    <a:pt x="2144127" y="925505"/>
                  </a:lnTo>
                  <a:lnTo>
                    <a:pt x="2144671" y="926049"/>
                  </a:lnTo>
                  <a:cubicBezTo>
                    <a:pt x="2145759" y="920970"/>
                    <a:pt x="2147029" y="916254"/>
                    <a:pt x="2148480" y="911901"/>
                  </a:cubicBezTo>
                  <a:lnTo>
                    <a:pt x="2148480" y="909725"/>
                  </a:lnTo>
                  <a:lnTo>
                    <a:pt x="2149568" y="908092"/>
                  </a:lnTo>
                  <a:lnTo>
                    <a:pt x="2150656" y="905371"/>
                  </a:lnTo>
                  <a:cubicBezTo>
                    <a:pt x="2150656" y="904283"/>
                    <a:pt x="2150475" y="903013"/>
                    <a:pt x="2150112" y="901562"/>
                  </a:cubicBezTo>
                  <a:lnTo>
                    <a:pt x="2151745" y="901562"/>
                  </a:lnTo>
                  <a:cubicBezTo>
                    <a:pt x="2153921" y="897209"/>
                    <a:pt x="2156098" y="893037"/>
                    <a:pt x="2158275" y="889047"/>
                  </a:cubicBezTo>
                  <a:cubicBezTo>
                    <a:pt x="2159363" y="883605"/>
                    <a:pt x="2161540" y="877075"/>
                    <a:pt x="2164804" y="869457"/>
                  </a:cubicBezTo>
                  <a:lnTo>
                    <a:pt x="2186026" y="867825"/>
                  </a:lnTo>
                  <a:lnTo>
                    <a:pt x="2207792" y="866737"/>
                  </a:lnTo>
                  <a:cubicBezTo>
                    <a:pt x="2215773" y="866374"/>
                    <a:pt x="2223392" y="866192"/>
                    <a:pt x="2230647" y="866192"/>
                  </a:cubicBezTo>
                  <a:cubicBezTo>
                    <a:pt x="2237902" y="866192"/>
                    <a:pt x="2244614" y="866374"/>
                    <a:pt x="2250781" y="866737"/>
                  </a:cubicBezTo>
                  <a:cubicBezTo>
                    <a:pt x="2256222" y="864197"/>
                    <a:pt x="2264566" y="862565"/>
                    <a:pt x="2275812" y="861839"/>
                  </a:cubicBezTo>
                  <a:lnTo>
                    <a:pt x="2288871" y="860751"/>
                  </a:lnTo>
                  <a:cubicBezTo>
                    <a:pt x="2293950" y="860025"/>
                    <a:pt x="2298303" y="858937"/>
                    <a:pt x="2301931" y="857486"/>
                  </a:cubicBezTo>
                  <a:lnTo>
                    <a:pt x="2303019" y="859662"/>
                  </a:lnTo>
                  <a:cubicBezTo>
                    <a:pt x="2304470" y="858937"/>
                    <a:pt x="2305740" y="858574"/>
                    <a:pt x="2306828" y="858574"/>
                  </a:cubicBezTo>
                  <a:cubicBezTo>
                    <a:pt x="2307917" y="858574"/>
                    <a:pt x="2309005" y="858756"/>
                    <a:pt x="2310093" y="859118"/>
                  </a:cubicBezTo>
                  <a:lnTo>
                    <a:pt x="2310637" y="859118"/>
                  </a:lnTo>
                  <a:lnTo>
                    <a:pt x="2315535" y="856942"/>
                  </a:lnTo>
                  <a:cubicBezTo>
                    <a:pt x="2316623" y="856579"/>
                    <a:pt x="2317711" y="856398"/>
                    <a:pt x="2318800" y="856398"/>
                  </a:cubicBezTo>
                  <a:cubicBezTo>
                    <a:pt x="2319525" y="856398"/>
                    <a:pt x="2320251" y="856579"/>
                    <a:pt x="2320976" y="856942"/>
                  </a:cubicBezTo>
                  <a:cubicBezTo>
                    <a:pt x="2323516" y="856216"/>
                    <a:pt x="2324785" y="853858"/>
                    <a:pt x="2324785" y="849868"/>
                  </a:cubicBezTo>
                  <a:cubicBezTo>
                    <a:pt x="2324785" y="848417"/>
                    <a:pt x="2324604" y="846966"/>
                    <a:pt x="2324241" y="845514"/>
                  </a:cubicBezTo>
                  <a:cubicBezTo>
                    <a:pt x="2323153" y="837896"/>
                    <a:pt x="2322609" y="831004"/>
                    <a:pt x="2322609" y="824837"/>
                  </a:cubicBezTo>
                  <a:lnTo>
                    <a:pt x="2321520" y="821572"/>
                  </a:lnTo>
                  <a:cubicBezTo>
                    <a:pt x="2321883" y="820121"/>
                    <a:pt x="2322065" y="818670"/>
                    <a:pt x="2322065" y="817218"/>
                  </a:cubicBezTo>
                  <a:cubicBezTo>
                    <a:pt x="2322065" y="814679"/>
                    <a:pt x="2321702" y="811958"/>
                    <a:pt x="2320976" y="809056"/>
                  </a:cubicBezTo>
                  <a:cubicBezTo>
                    <a:pt x="2320251" y="808331"/>
                    <a:pt x="2319344" y="807968"/>
                    <a:pt x="2318256" y="807968"/>
                  </a:cubicBezTo>
                  <a:cubicBezTo>
                    <a:pt x="2317530" y="807968"/>
                    <a:pt x="2316442" y="808331"/>
                    <a:pt x="2314991" y="809056"/>
                  </a:cubicBezTo>
                  <a:lnTo>
                    <a:pt x="2314446" y="807968"/>
                  </a:lnTo>
                  <a:cubicBezTo>
                    <a:pt x="2312633" y="808693"/>
                    <a:pt x="2310637" y="809056"/>
                    <a:pt x="2308461" y="809056"/>
                  </a:cubicBezTo>
                  <a:cubicBezTo>
                    <a:pt x="2306284" y="809056"/>
                    <a:pt x="2304108" y="808512"/>
                    <a:pt x="2301931" y="807424"/>
                  </a:cubicBezTo>
                  <a:lnTo>
                    <a:pt x="2300298" y="808512"/>
                  </a:lnTo>
                  <a:cubicBezTo>
                    <a:pt x="2297396" y="809238"/>
                    <a:pt x="2293224" y="810144"/>
                    <a:pt x="2287783" y="811233"/>
                  </a:cubicBezTo>
                  <a:lnTo>
                    <a:pt x="2287239" y="811777"/>
                  </a:lnTo>
                  <a:lnTo>
                    <a:pt x="2288327" y="811777"/>
                  </a:lnTo>
                  <a:lnTo>
                    <a:pt x="2289416" y="812321"/>
                  </a:lnTo>
                  <a:cubicBezTo>
                    <a:pt x="2289053" y="814135"/>
                    <a:pt x="2288508" y="815042"/>
                    <a:pt x="2287783" y="815042"/>
                  </a:cubicBezTo>
                  <a:lnTo>
                    <a:pt x="2286150" y="813954"/>
                  </a:lnTo>
                  <a:lnTo>
                    <a:pt x="2285606" y="813954"/>
                  </a:lnTo>
                  <a:lnTo>
                    <a:pt x="2285606" y="812321"/>
                  </a:lnTo>
                  <a:cubicBezTo>
                    <a:pt x="2284155" y="813047"/>
                    <a:pt x="2282886" y="813409"/>
                    <a:pt x="2281797" y="813409"/>
                  </a:cubicBezTo>
                  <a:lnTo>
                    <a:pt x="2282886" y="814498"/>
                  </a:lnTo>
                  <a:cubicBezTo>
                    <a:pt x="2279258" y="815949"/>
                    <a:pt x="2275268" y="816856"/>
                    <a:pt x="2270914" y="817218"/>
                  </a:cubicBezTo>
                  <a:lnTo>
                    <a:pt x="2265473" y="817763"/>
                  </a:lnTo>
                  <a:cubicBezTo>
                    <a:pt x="2263296" y="817763"/>
                    <a:pt x="2261301" y="818125"/>
                    <a:pt x="2259487" y="818851"/>
                  </a:cubicBezTo>
                  <a:lnTo>
                    <a:pt x="2258943" y="819395"/>
                  </a:lnTo>
                  <a:lnTo>
                    <a:pt x="2259487" y="819939"/>
                  </a:lnTo>
                  <a:lnTo>
                    <a:pt x="2259487" y="821028"/>
                  </a:lnTo>
                  <a:cubicBezTo>
                    <a:pt x="2257310" y="819577"/>
                    <a:pt x="2254590" y="818851"/>
                    <a:pt x="2251325" y="818851"/>
                  </a:cubicBezTo>
                  <a:cubicBezTo>
                    <a:pt x="2249874" y="818851"/>
                    <a:pt x="2248241" y="819032"/>
                    <a:pt x="2246427" y="819395"/>
                  </a:cubicBezTo>
                  <a:lnTo>
                    <a:pt x="2239353" y="819395"/>
                  </a:lnTo>
                  <a:cubicBezTo>
                    <a:pt x="2237177" y="819395"/>
                    <a:pt x="2235182" y="818851"/>
                    <a:pt x="2233368" y="817763"/>
                  </a:cubicBezTo>
                  <a:cubicBezTo>
                    <a:pt x="2230828" y="818851"/>
                    <a:pt x="2227926" y="819577"/>
                    <a:pt x="2224661" y="819939"/>
                  </a:cubicBezTo>
                  <a:lnTo>
                    <a:pt x="2216499" y="819939"/>
                  </a:lnTo>
                  <a:cubicBezTo>
                    <a:pt x="2208881" y="819939"/>
                    <a:pt x="2203076" y="820846"/>
                    <a:pt x="2199086" y="822660"/>
                  </a:cubicBezTo>
                  <a:cubicBezTo>
                    <a:pt x="2199086" y="821934"/>
                    <a:pt x="2198723" y="821390"/>
                    <a:pt x="2197998" y="821028"/>
                  </a:cubicBezTo>
                  <a:lnTo>
                    <a:pt x="2196910" y="820483"/>
                  </a:lnTo>
                  <a:lnTo>
                    <a:pt x="2195821" y="818851"/>
                  </a:lnTo>
                  <a:cubicBezTo>
                    <a:pt x="2194370" y="819939"/>
                    <a:pt x="2192738" y="820665"/>
                    <a:pt x="2190924" y="821028"/>
                  </a:cubicBezTo>
                  <a:lnTo>
                    <a:pt x="2186026" y="821572"/>
                  </a:lnTo>
                  <a:cubicBezTo>
                    <a:pt x="2186389" y="820483"/>
                    <a:pt x="2186571" y="819395"/>
                    <a:pt x="2186571" y="818307"/>
                  </a:cubicBezTo>
                  <a:cubicBezTo>
                    <a:pt x="2186571" y="816493"/>
                    <a:pt x="2186208" y="814679"/>
                    <a:pt x="2185482" y="812865"/>
                  </a:cubicBezTo>
                  <a:lnTo>
                    <a:pt x="2186571" y="812865"/>
                  </a:lnTo>
                  <a:cubicBezTo>
                    <a:pt x="2188022" y="812865"/>
                    <a:pt x="2189110" y="812140"/>
                    <a:pt x="2189836" y="810689"/>
                  </a:cubicBezTo>
                  <a:lnTo>
                    <a:pt x="2190380" y="809600"/>
                  </a:lnTo>
                  <a:lnTo>
                    <a:pt x="2190924" y="808512"/>
                  </a:lnTo>
                  <a:cubicBezTo>
                    <a:pt x="2191649" y="807787"/>
                    <a:pt x="2192556" y="807424"/>
                    <a:pt x="2193644" y="807424"/>
                  </a:cubicBezTo>
                  <a:cubicBezTo>
                    <a:pt x="2198360" y="792550"/>
                    <a:pt x="2205797" y="774230"/>
                    <a:pt x="2215955" y="752464"/>
                  </a:cubicBezTo>
                  <a:lnTo>
                    <a:pt x="2222485" y="738861"/>
                  </a:lnTo>
                  <a:lnTo>
                    <a:pt x="2229559" y="724713"/>
                  </a:lnTo>
                  <a:cubicBezTo>
                    <a:pt x="2234637" y="713104"/>
                    <a:pt x="2239172" y="702584"/>
                    <a:pt x="2243162" y="693152"/>
                  </a:cubicBezTo>
                  <a:cubicBezTo>
                    <a:pt x="2243888" y="692063"/>
                    <a:pt x="2244251" y="691156"/>
                    <a:pt x="2244251" y="690431"/>
                  </a:cubicBezTo>
                  <a:cubicBezTo>
                    <a:pt x="2244251" y="690068"/>
                    <a:pt x="2244069" y="689705"/>
                    <a:pt x="2243707" y="689343"/>
                  </a:cubicBezTo>
                  <a:lnTo>
                    <a:pt x="2242618" y="688254"/>
                  </a:lnTo>
                  <a:lnTo>
                    <a:pt x="2242618" y="686622"/>
                  </a:lnTo>
                  <a:cubicBezTo>
                    <a:pt x="2244432" y="686622"/>
                    <a:pt x="2246246" y="684989"/>
                    <a:pt x="2248060" y="681724"/>
                  </a:cubicBezTo>
                  <a:lnTo>
                    <a:pt x="2250236" y="677915"/>
                  </a:lnTo>
                  <a:cubicBezTo>
                    <a:pt x="2250962" y="676827"/>
                    <a:pt x="2252050" y="676102"/>
                    <a:pt x="2253501" y="675739"/>
                  </a:cubicBezTo>
                  <a:cubicBezTo>
                    <a:pt x="2257129" y="666670"/>
                    <a:pt x="2262026" y="655242"/>
                    <a:pt x="2268194" y="641457"/>
                  </a:cubicBezTo>
                  <a:lnTo>
                    <a:pt x="2276356" y="624044"/>
                  </a:lnTo>
                  <a:lnTo>
                    <a:pt x="2283974" y="606631"/>
                  </a:lnTo>
                  <a:cubicBezTo>
                    <a:pt x="2296671" y="577610"/>
                    <a:pt x="2305559" y="552216"/>
                    <a:pt x="2310637" y="530450"/>
                  </a:cubicBezTo>
                  <a:cubicBezTo>
                    <a:pt x="2308824" y="525008"/>
                    <a:pt x="2305559" y="519204"/>
                    <a:pt x="2300843" y="513037"/>
                  </a:cubicBezTo>
                  <a:cubicBezTo>
                    <a:pt x="2297578" y="508321"/>
                    <a:pt x="2293769" y="503968"/>
                    <a:pt x="2289416" y="499977"/>
                  </a:cubicBezTo>
                  <a:cubicBezTo>
                    <a:pt x="2287239" y="498164"/>
                    <a:pt x="2285062" y="497257"/>
                    <a:pt x="2282886" y="497257"/>
                  </a:cubicBezTo>
                  <a:close/>
                  <a:moveTo>
                    <a:pt x="0" y="0"/>
                  </a:moveTo>
                  <a:lnTo>
                    <a:pt x="4379260" y="0"/>
                  </a:lnTo>
                  <a:lnTo>
                    <a:pt x="437926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E5AAB47-5C75-B436-1144-86BBA320A4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7812740" y="0"/>
              <a:ext cx="255496" cy="6858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alpha val="67219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ADC65BA7-982B-A7BA-C40E-A19B2AFCE9E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4EB88-0F00-81E9-6A6C-379F6CDB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504" y="2687780"/>
            <a:ext cx="5734829" cy="217949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FE1A0-0C92-47CF-6A6D-80B31F92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0503" y="4935827"/>
            <a:ext cx="5744567" cy="924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sz="2000" dirty="0">
                <a:solidFill>
                  <a:schemeClr val="tx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0C498-D95D-2A66-BEDD-83CF45CADA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47953" y="1121363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355DC0A-B6E6-F6AB-4402-88E39EDA04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97CC6F-9C94-ABA5-5294-7DACF29F4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D928D6-A748-CAB6-2B06-64A9B5E83D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F71E606-F674-DDF6-8F12-B0B09CCEAF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CBC09F-C5F8-30E1-6331-352C0DD8C5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5EECA50-79A2-3881-24E9-80FF30FF89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B636B94-ACE2-A6FC-6A1A-1648A93D72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559509F-2097-1ABA-739F-1B31E28564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3A695A9-00B3-7766-E427-D9B686CA3E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7035417-9EF6-3427-4226-1AB3C1C720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07A283E-198D-12DF-DDB5-26D064D2A7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E5666D5-A926-F710-4CA5-C8F7C7E0F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3048" y="1971146"/>
            <a:ext cx="3442809" cy="4416208"/>
          </a:xfrm>
          <a:prstGeom prst="rect">
            <a:avLst/>
          </a:prstGeom>
          <a:noFill/>
        </p:spPr>
        <p:txBody>
          <a:bodyPr lIns="182880" tIns="182880" rIns="182880" bIns="182880" anchor="t">
            <a:normAutofit/>
          </a:bodyPr>
          <a:lstStyle>
            <a:lvl1pPr marL="234950" indent="-228600"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73C7CDCE-C3DA-FC88-75D2-A11DAA3659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C89AAF02-8BF3-A38E-1339-D2E2640E3D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alpha val="50000"/>
                  </a:schemeClr>
                </a:solidFill>
              </a:defRPr>
            </a:lvl1pPr>
          </a:lstStyle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2860E1FE-6834-0364-F673-F328F9791E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alpha val="50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51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animat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DC65BA7-982B-A7BA-C40E-A19B2AFCE9E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5A0080F4-67BF-0735-2D1A-85E4290AD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16582" y="-799489"/>
            <a:ext cx="8623194" cy="8471466"/>
          </a:xfrm>
          <a:custGeom>
            <a:avLst/>
            <a:gdLst>
              <a:gd name="connsiteX0" fmla="*/ 83591 w 93711"/>
              <a:gd name="connsiteY0" fmla="*/ 20183 h 92062"/>
              <a:gd name="connsiteX1" fmla="*/ 53913 w 93711"/>
              <a:gd name="connsiteY1" fmla="*/ 37636 h 92062"/>
              <a:gd name="connsiteX2" fmla="*/ 61525 w 93711"/>
              <a:gd name="connsiteY2" fmla="*/ 3847 h 92062"/>
              <a:gd name="connsiteX3" fmla="*/ 60513 w 93711"/>
              <a:gd name="connsiteY3" fmla="*/ 2000 h 92062"/>
              <a:gd name="connsiteX4" fmla="*/ 33725 w 93711"/>
              <a:gd name="connsiteY4" fmla="*/ 1903 h 92062"/>
              <a:gd name="connsiteX5" fmla="*/ 32665 w 93711"/>
              <a:gd name="connsiteY5" fmla="*/ 3750 h 92062"/>
              <a:gd name="connsiteX6" fmla="*/ 39941 w 93711"/>
              <a:gd name="connsiteY6" fmla="*/ 37636 h 92062"/>
              <a:gd name="connsiteX7" fmla="*/ 10455 w 93711"/>
              <a:gd name="connsiteY7" fmla="*/ 19891 h 92062"/>
              <a:gd name="connsiteX8" fmla="*/ 8383 w 93711"/>
              <a:gd name="connsiteY8" fmla="*/ 20328 h 92062"/>
              <a:gd name="connsiteX9" fmla="*/ 0 w 93711"/>
              <a:gd name="connsiteY9" fmla="*/ 45950 h 92062"/>
              <a:gd name="connsiteX10" fmla="*/ 1397 w 93711"/>
              <a:gd name="connsiteY10" fmla="*/ 47554 h 92062"/>
              <a:gd name="connsiteX11" fmla="*/ 35556 w 93711"/>
              <a:gd name="connsiteY11" fmla="*/ 51006 h 92062"/>
              <a:gd name="connsiteX12" fmla="*/ 9732 w 93711"/>
              <a:gd name="connsiteY12" fmla="*/ 73856 h 92062"/>
              <a:gd name="connsiteX13" fmla="*/ 9491 w 93711"/>
              <a:gd name="connsiteY13" fmla="*/ 75947 h 92062"/>
              <a:gd name="connsiteX14" fmla="*/ 31027 w 93711"/>
              <a:gd name="connsiteY14" fmla="*/ 91893 h 92062"/>
              <a:gd name="connsiteX15" fmla="*/ 32955 w 93711"/>
              <a:gd name="connsiteY15" fmla="*/ 91018 h 92062"/>
              <a:gd name="connsiteX16" fmla="*/ 46782 w 93711"/>
              <a:gd name="connsiteY16" fmla="*/ 59271 h 92062"/>
              <a:gd name="connsiteX17" fmla="*/ 60320 w 93711"/>
              <a:gd name="connsiteY17" fmla="*/ 91115 h 92062"/>
              <a:gd name="connsiteX18" fmla="*/ 62248 w 93711"/>
              <a:gd name="connsiteY18" fmla="*/ 91990 h 92062"/>
              <a:gd name="connsiteX19" fmla="*/ 83928 w 93711"/>
              <a:gd name="connsiteY19" fmla="*/ 76238 h 92062"/>
              <a:gd name="connsiteX20" fmla="*/ 83735 w 93711"/>
              <a:gd name="connsiteY20" fmla="*/ 74099 h 92062"/>
              <a:gd name="connsiteX21" fmla="*/ 58104 w 93711"/>
              <a:gd name="connsiteY21" fmla="*/ 51055 h 92062"/>
              <a:gd name="connsiteX22" fmla="*/ 92311 w 93711"/>
              <a:gd name="connsiteY22" fmla="*/ 47894 h 92062"/>
              <a:gd name="connsiteX23" fmla="*/ 93709 w 93711"/>
              <a:gd name="connsiteY23" fmla="*/ 46339 h 92062"/>
              <a:gd name="connsiteX24" fmla="*/ 85566 w 93711"/>
              <a:gd name="connsiteY24" fmla="*/ 20620 h 92062"/>
              <a:gd name="connsiteX25" fmla="*/ 83495 w 93711"/>
              <a:gd name="connsiteY25" fmla="*/ 20183 h 9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3711" h="92062">
                <a:moveTo>
                  <a:pt x="83591" y="20183"/>
                </a:moveTo>
                <a:lnTo>
                  <a:pt x="53913" y="37636"/>
                </a:lnTo>
                <a:lnTo>
                  <a:pt x="61525" y="3847"/>
                </a:lnTo>
                <a:cubicBezTo>
                  <a:pt x="61718" y="3069"/>
                  <a:pt x="61236" y="2243"/>
                  <a:pt x="60513" y="2000"/>
                </a:cubicBezTo>
                <a:cubicBezTo>
                  <a:pt x="52082" y="-626"/>
                  <a:pt x="42205" y="-674"/>
                  <a:pt x="33725" y="1903"/>
                </a:cubicBezTo>
                <a:cubicBezTo>
                  <a:pt x="32955" y="2146"/>
                  <a:pt x="32521" y="2923"/>
                  <a:pt x="32665" y="3750"/>
                </a:cubicBezTo>
                <a:lnTo>
                  <a:pt x="39941" y="37636"/>
                </a:lnTo>
                <a:lnTo>
                  <a:pt x="10455" y="19891"/>
                </a:lnTo>
                <a:cubicBezTo>
                  <a:pt x="9780" y="19453"/>
                  <a:pt x="8865" y="19648"/>
                  <a:pt x="8383" y="20328"/>
                </a:cubicBezTo>
                <a:cubicBezTo>
                  <a:pt x="3324" y="27621"/>
                  <a:pt x="289" y="36469"/>
                  <a:pt x="0" y="45950"/>
                </a:cubicBezTo>
                <a:cubicBezTo>
                  <a:pt x="0" y="46776"/>
                  <a:pt x="578" y="47457"/>
                  <a:pt x="1397" y="47554"/>
                </a:cubicBezTo>
                <a:lnTo>
                  <a:pt x="35556" y="51006"/>
                </a:lnTo>
                <a:lnTo>
                  <a:pt x="9732" y="73856"/>
                </a:lnTo>
                <a:cubicBezTo>
                  <a:pt x="9106" y="74391"/>
                  <a:pt x="9010" y="75314"/>
                  <a:pt x="9491" y="75947"/>
                </a:cubicBezTo>
                <a:cubicBezTo>
                  <a:pt x="14936" y="83190"/>
                  <a:pt x="22403" y="88781"/>
                  <a:pt x="31027" y="91893"/>
                </a:cubicBezTo>
                <a:cubicBezTo>
                  <a:pt x="31798" y="92185"/>
                  <a:pt x="32617" y="91796"/>
                  <a:pt x="32955" y="91018"/>
                </a:cubicBezTo>
                <a:lnTo>
                  <a:pt x="46782" y="59271"/>
                </a:lnTo>
                <a:lnTo>
                  <a:pt x="60320" y="91115"/>
                </a:lnTo>
                <a:cubicBezTo>
                  <a:pt x="60658" y="91844"/>
                  <a:pt x="61477" y="92233"/>
                  <a:pt x="62248" y="91990"/>
                </a:cubicBezTo>
                <a:cubicBezTo>
                  <a:pt x="70920" y="88927"/>
                  <a:pt x="78436" y="83385"/>
                  <a:pt x="83928" y="76238"/>
                </a:cubicBezTo>
                <a:cubicBezTo>
                  <a:pt x="84410" y="75606"/>
                  <a:pt x="84314" y="74682"/>
                  <a:pt x="83735" y="74099"/>
                </a:cubicBezTo>
                <a:lnTo>
                  <a:pt x="58104" y="51055"/>
                </a:lnTo>
                <a:lnTo>
                  <a:pt x="92311" y="47894"/>
                </a:lnTo>
                <a:cubicBezTo>
                  <a:pt x="93130" y="47797"/>
                  <a:pt x="93757" y="47117"/>
                  <a:pt x="93709" y="46339"/>
                </a:cubicBezTo>
                <a:cubicBezTo>
                  <a:pt x="93516" y="36858"/>
                  <a:pt x="90529" y="27961"/>
                  <a:pt x="85566" y="20620"/>
                </a:cubicBezTo>
                <a:cubicBezTo>
                  <a:pt x="85133" y="19940"/>
                  <a:pt x="84217" y="19745"/>
                  <a:pt x="83495" y="20183"/>
                </a:cubicBezTo>
                <a:close/>
              </a:path>
            </a:pathLst>
          </a:custGeom>
          <a:solidFill>
            <a:schemeClr val="tx1">
              <a:alpha val="3480"/>
            </a:schemeClr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4EB88-0F00-81E9-6A6C-379F6CDB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504" y="2234436"/>
            <a:ext cx="8159750" cy="3190874"/>
          </a:xfrm>
          <a:prstGeom prst="rect">
            <a:avLst/>
          </a:prstGeom>
        </p:spPr>
        <p:txBody>
          <a:bodyPr anchor="b"/>
          <a:lstStyle>
            <a:lvl1pPr>
              <a:lnSpc>
                <a:spcPct val="70000"/>
              </a:lnSpc>
              <a:defRPr sz="143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FE1A0-0C92-47CF-6A6D-80B31F92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0503" y="5305941"/>
            <a:ext cx="8173605" cy="924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sz="2000" dirty="0">
                <a:solidFill>
                  <a:schemeClr val="tx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0C498-D95D-2A66-BEDD-83CF45CADA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47953" y="1121363"/>
            <a:ext cx="1770557" cy="327880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355DC0A-B6E6-F6AB-4402-88E39EDA04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97CC6F-9C94-ABA5-5294-7DACF29F4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D928D6-A748-CAB6-2B06-64A9B5E83D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F71E606-F674-DDF6-8F12-B0B09CCEAF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CBC09F-C5F8-30E1-6331-352C0DD8C5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5EECA50-79A2-3881-24E9-80FF30FF89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B636B94-ACE2-A6FC-6A1A-1648A93D72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559509F-2097-1ABA-739F-1B31E28564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3A695A9-00B3-7766-E427-D9B686CA3E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7035417-9EF6-3427-4226-1AB3C1C720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07A283E-198D-12DF-DDB5-26D064D2A7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bg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9626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 p14:presetBounceEnd="5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>
            <p:tmplLst>
              <p:tmpl lvl="1">
                <p:tnLst>
                  <p:par>
                    <p:cTn presetID="2" presetClass="entr" presetSubtype="4" decel="50000" fill="hold" nodeType="withEffect">
                      <p:stCondLst>
                        <p:cond delay="1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10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10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iterate type="wd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>
            <p:tmplLst>
              <p:tmpl lvl="1">
                <p:tnLst>
                  <p:par>
                    <p:cTn presetID="2" presetClass="entr" presetSubtype="4" decel="50000" fill="hold" nodeType="withEffect">
                      <p:stCondLst>
                        <p:cond delay="1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100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100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08CA4E-5316-8B63-A8F4-FDF93D0696F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0C10D-873E-1CF2-8574-1136254E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2504-9EA5-7C47-B2A7-79695304CC28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71CAB-A131-521F-4E89-49A155DA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err="1"/>
              <a:t>Workhuman</a:t>
            </a:r>
            <a:r>
              <a:rPr lang="en-US"/>
              <a:t>® confidential and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17219-E1BB-294E-59BB-B88A7C98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2B14DF4-EAFA-1D09-5F61-D58972A2529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15176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A97E3358-BA3A-F2E6-EC13-04EE9C82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76061B-D09B-8691-135C-73F8881794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1642533"/>
            <a:ext cx="10735734" cy="45042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94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2A16C4-749F-ADD6-4EB4-7806FE355BF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03173-6EAD-63FB-2098-4888B323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BE30-F10C-B149-A361-E2456A8E9FAD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CC0B2-0F93-F8EC-DF6E-2EF20375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84B2A-EC84-E0F9-55D7-CCA2912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4">
            <a:extLst>
              <a:ext uri="{FF2B5EF4-FFF2-40B4-BE49-F238E27FC236}">
                <a16:creationId xmlns:a16="http://schemas.microsoft.com/office/drawing/2014/main" id="{90FD95B8-B860-7504-405C-14CF0215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C0415C9-59E0-C6B6-D733-B6C224C648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1626570"/>
            <a:ext cx="5164668" cy="45550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341D951-816F-9C54-5C65-328BF4DC27C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0" y="1626570"/>
            <a:ext cx="5164668" cy="45550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533CE40-0141-0021-6CC9-F7737A0B18A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15176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4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04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029FED-2BDD-2360-58D8-B2B1EBC4B15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E65C2-E0BA-8925-CEED-330D4ACF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2704-ACC1-4C48-ACFA-DA4E6D7A520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D95AB-4D59-6F86-5E4F-5FACE4B0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EDEBF-0BBF-F927-47B1-FB3E8A19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6CF01A-6F3B-9833-F72E-3C5412978A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59534" y="2978589"/>
            <a:ext cx="3127807" cy="44088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D6DE3-54BB-ECAB-6302-369DC5E8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59534" y="3419475"/>
            <a:ext cx="3127807" cy="2592026"/>
          </a:xfrm>
          <a:prstGeom prst="rect">
            <a:avLst/>
          </a:prstGeom>
          <a:solidFill>
            <a:schemeClr val="bg1"/>
          </a:solidFill>
        </p:spPr>
        <p:txBody>
          <a:bodyPr vert="horz" lIns="182880" tIns="182880" rIns="182880" bIns="45720" rtlCol="0">
            <a:noAutofit/>
          </a:bodyPr>
          <a:lstStyle>
            <a:lvl1pPr marL="7937" indent="0">
              <a:lnSpc>
                <a:spcPct val="100000"/>
              </a:lnSpc>
              <a:buFont typeface="Arial" panose="020B0604020202020204" pitchFamily="34" charset="0"/>
              <a:buNone/>
              <a:defRPr lang="en-US" sz="1600" b="0" smtClean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lang="en-US"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1A4B8F7B-E730-7B48-67FF-59D1A7F0DB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66237" y="1983369"/>
            <a:ext cx="914400" cy="91440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Icon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03BF34B-EB03-8C5A-C1BF-1BBD5D47101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130368" y="2978589"/>
            <a:ext cx="3127807" cy="44088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F8E8F0-4EAC-E05C-D3AB-457FCC42028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30368" y="3419475"/>
            <a:ext cx="3127807" cy="2592026"/>
          </a:xfrm>
          <a:prstGeom prst="rect">
            <a:avLst/>
          </a:prstGeom>
          <a:solidFill>
            <a:schemeClr val="bg1"/>
          </a:solidFill>
        </p:spPr>
        <p:txBody>
          <a:bodyPr vert="horz" lIns="182880" tIns="182880" rIns="182880" bIns="45720" rtlCol="0">
            <a:noAutofit/>
          </a:bodyPr>
          <a:lstStyle>
            <a:lvl1pPr marL="7937" indent="0">
              <a:lnSpc>
                <a:spcPct val="100000"/>
              </a:lnSpc>
              <a:buFont typeface="Arial" panose="020B0604020202020204" pitchFamily="34" charset="0"/>
              <a:buNone/>
              <a:defRPr lang="en-US" sz="1600" b="0" smtClean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lang="en-US" sz="1600" smtClean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lang="en-US"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12A228C7-E3CF-1D0A-BB31-F947440B4E4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7071" y="1983369"/>
            <a:ext cx="914400" cy="91440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r>
              <a:rPr lang="en-US"/>
              <a:t>Icon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564B701E-AA8C-97EB-57CA-368820CA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2C64207-7536-614C-A325-80F33FF971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15176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64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D639457-967D-15E9-EFFB-E5E27F201B4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17E06-4DCD-2D17-90FC-3A11F353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9C2B-E776-D44B-BA9C-3212814FA8F2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AC802-B216-D7FE-DB5E-1F58D5FB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8BC0-06DE-0041-BE69-A491D38E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02AA9D7-BB8A-6FE2-0C16-B84E2568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26CB733-7316-49C9-F772-22BFAA6CAC1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15176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10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17E06-4DCD-2D17-90FC-3A11F353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9C2B-E776-D44B-BA9C-3212814FA8F2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AC802-B216-D7FE-DB5E-1F58D5FB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8BC0-06DE-0041-BE69-A491D38E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D7D725FC-5EA8-31CE-F413-5EF9833079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562600" y="453955"/>
            <a:ext cx="1066800" cy="197555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5454464-37F6-8D44-E5CE-ED961E14F0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8BBE420-3A96-308E-59D8-68A5E9941A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3C5643-93A8-C362-44CC-31DC1A7604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A7881DA-6926-92A3-8039-64D8CACD4F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FFFFAC-FD59-77A2-F1E9-4A8A83C7AE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FFF4A86-74C9-BDA3-46E5-89467E42B2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23F59FA-BE48-31CF-028A-EA18AAA4DE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4A0E61-8525-4157-BF6D-A9943366BF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41D3AFE-5788-49A6-80CF-036E6C5D96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9DCDE39-7D90-62E4-3672-72E64AFD4D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6F81E7-3244-039F-D053-0D61D7A30B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itle 8">
            <a:extLst>
              <a:ext uri="{FF2B5EF4-FFF2-40B4-BE49-F238E27FC236}">
                <a16:creationId xmlns:a16="http://schemas.microsoft.com/office/drawing/2014/main" id="{0CC7C947-8B11-1F9D-71E4-533C53A2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28133"/>
            <a:ext cx="9905999" cy="465667"/>
          </a:xfrm>
        </p:spPr>
        <p:txBody>
          <a:bodyPr anchor="b">
            <a:normAutofit/>
          </a:bodyPr>
          <a:lstStyle>
            <a:lvl1pPr algn="ctr">
              <a:lnSpc>
                <a:spcPts val="28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9145E1A-5664-5F9F-E762-8B6E12AE93C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126067" y="1267577"/>
            <a:ext cx="9939867" cy="256424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6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4CF4C8-20B2-4790-DB48-E8EFDA979F2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3E37D55-D075-C5D8-1057-7AC98172C0DC}"/>
              </a:ext>
            </a:extLst>
          </p:cNvPr>
          <p:cNvSpPr/>
          <p:nvPr/>
        </p:nvSpPr>
        <p:spPr>
          <a:xfrm>
            <a:off x="1" y="0"/>
            <a:ext cx="5791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48431596-CB5D-FDA4-9BB5-9EA7ED7333F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4E25415-4912-CE29-869F-6005331D72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D920B4A-EDE3-6480-D3E4-080119AF954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1BC2CEE-E079-E24D-4BE4-7DC0C29AF0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949569"/>
            <a:ext cx="5829300" cy="548933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2800"/>
            </a:lvl1pPr>
            <a:lvl2pPr marL="231775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charts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939E0386-3C9A-91C0-748D-33DDC4A5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745040"/>
            <a:ext cx="5135830" cy="727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499375E3-2EE8-60CE-09C5-4800387597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2235200"/>
            <a:ext cx="5164668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8763707-4404-3239-9CF7-45E6607934B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538510"/>
            <a:ext cx="5166829" cy="493490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2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9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0118F5-ED8D-96F7-8573-08A56B44478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FAF8ACD-B33A-95F5-5584-1C29571132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5791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33CD0D0-A1F9-AD56-8255-1A77F40C930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E0571E0-A98F-30AF-6CEA-7E4DE61E31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AB4830A-AD96-2201-8F73-64751EA8D88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74DB2F-7586-80F7-5631-FA6987CB8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49568"/>
            <a:ext cx="5829300" cy="5489331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4">
            <a:extLst>
              <a:ext uri="{FF2B5EF4-FFF2-40B4-BE49-F238E27FC236}">
                <a16:creationId xmlns:a16="http://schemas.microsoft.com/office/drawing/2014/main" id="{5075D256-5F1A-AE3E-3809-E5EA06EF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745040"/>
            <a:ext cx="5135830" cy="727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967CA22-9FB1-B6FA-79C1-5F0C0D5B70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2235200"/>
            <a:ext cx="5164668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E911CD-C9CC-AA52-1800-9B27AAD68BE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538510"/>
            <a:ext cx="5166829" cy="493490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6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5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luence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E16AE81-A53D-4CD4-FB87-CBF75B37C4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206969" cy="6858000"/>
          </a:xfrm>
          <a:custGeom>
            <a:avLst/>
            <a:gdLst>
              <a:gd name="connsiteX0" fmla="*/ 0 w 8206969"/>
              <a:gd name="connsiteY0" fmla="*/ 0 h 6858000"/>
              <a:gd name="connsiteX1" fmla="*/ 8206969 w 8206969"/>
              <a:gd name="connsiteY1" fmla="*/ 0 h 6858000"/>
              <a:gd name="connsiteX2" fmla="*/ 8178750 w 8206969"/>
              <a:gd name="connsiteY2" fmla="*/ 17774 h 6858000"/>
              <a:gd name="connsiteX3" fmla="*/ 6292088 w 8206969"/>
              <a:gd name="connsiteY3" fmla="*/ 2448219 h 6858000"/>
              <a:gd name="connsiteX4" fmla="*/ 6693241 w 8206969"/>
              <a:gd name="connsiteY4" fmla="*/ 6658155 h 6858000"/>
              <a:gd name="connsiteX5" fmla="*/ 6837518 w 8206969"/>
              <a:gd name="connsiteY5" fmla="*/ 6858000 h 6858000"/>
              <a:gd name="connsiteX6" fmla="*/ 0 w 820696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06969" h="6858000">
                <a:moveTo>
                  <a:pt x="0" y="0"/>
                </a:moveTo>
                <a:lnTo>
                  <a:pt x="8206969" y="0"/>
                </a:lnTo>
                <a:lnTo>
                  <a:pt x="8178750" y="17774"/>
                </a:lnTo>
                <a:cubicBezTo>
                  <a:pt x="7353864" y="564580"/>
                  <a:pt x="6672787" y="1402667"/>
                  <a:pt x="6292088" y="2448219"/>
                </a:cubicBezTo>
                <a:cubicBezTo>
                  <a:pt x="5748232" y="3941863"/>
                  <a:pt x="5946111" y="5505395"/>
                  <a:pt x="6693241" y="6658155"/>
                </a:cubicBezTo>
                <a:lnTo>
                  <a:pt x="683751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965A8EC-5E40-F06E-13EB-74CED23E78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099" y="2100262"/>
            <a:ext cx="4614863" cy="310038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spcBef>
                <a:spcPts val="0"/>
              </a:spcBef>
              <a:defRPr lang="en-US" sz="2400" b="0" u="none" strike="noStrike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Poppins" pitchFamily="2" charset="77"/>
              </a:defRPr>
            </a:lvl1pPr>
            <a:lvl2pPr marL="34448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4D7C1-6607-EEC9-0BC9-BEEC4CD4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2B8FA93D-7024-5A44-81D8-A6A75CD4D662}" type="datetime1">
              <a:rPr lang="en-US" smtClean="0"/>
              <a:pPr/>
              <a:t>1/16/26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98C1-A875-D465-3337-3F52278D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BED0-193D-1D8F-D8FB-8BB9A161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A9AEA77F-AFC8-9E48-2301-0C83355AB71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71651" y="1004097"/>
            <a:ext cx="2700175" cy="500032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AB2601B-645A-0CCD-093D-24B44707BA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B3F1103-BECC-7D17-227E-85416AFEC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4D1A8C6-0825-2B16-E30F-3CCE2FC737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201B59-4E2D-4445-AC63-C7288B4FAE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7DAADC-E8DF-C4B2-4DD6-EE4D264CC5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A8E0C7D-158D-2623-AEE5-4173996AE5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F7419A9-FC53-F932-C6BC-64AA8820CC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9832A9C-0F8B-1970-CCD7-A2842B3A0A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65AD120-5A8F-1B99-C0BA-4A792BBA1B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84AC9DA-238E-39B9-E0C8-FCB6D43175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3F844C6-0A59-3E91-C614-41A5D87F66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bg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7EEA62D-1A87-07FD-ECAA-38F42A819C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5815012" y="542924"/>
            <a:ext cx="6376987" cy="63150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Hi quality </a:t>
            </a:r>
            <a:br>
              <a:rPr lang="en-US"/>
            </a:br>
            <a:r>
              <a:rPr lang="en-US"/>
              <a:t>Headshot with </a:t>
            </a:r>
            <a:br>
              <a:rPr lang="en-US"/>
            </a:br>
            <a:r>
              <a:rPr lang="en-US"/>
              <a:t>Transparent background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50D23907-E93B-292D-2025-76647CE2EA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2414587" y="5548312"/>
            <a:ext cx="3033713" cy="309563"/>
          </a:xfrm>
          <a:prstGeom prst="rect">
            <a:avLst/>
          </a:prstGeom>
        </p:spPr>
        <p:txBody>
          <a:bodyPr anchor="b"/>
          <a:lstStyle>
            <a:lvl1pPr algn="r">
              <a:defRPr lang="en-US" sz="1600" b="1" i="0" kern="1200" dirty="0" smtClean="0">
                <a:solidFill>
                  <a:schemeClr val="accent2"/>
                </a:solidFill>
                <a:latin typeface="+mn-lt"/>
                <a:ea typeface="Roboto" panose="02000000000000000000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D87DF38-AE99-2B8B-EEA0-9DA1C8C916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2386013" y="5876926"/>
            <a:ext cx="3062287" cy="581024"/>
          </a:xfrm>
          <a:prstGeom prst="rect">
            <a:avLst/>
          </a:prstGeom>
        </p:spPr>
        <p:txBody>
          <a:bodyPr/>
          <a:lstStyle>
            <a:lvl1pPr algn="r">
              <a:defRPr lang="en-US" sz="1200" b="0" i="0" kern="120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Poppins" pitchFamily="2" charset="77"/>
              </a:defRPr>
            </a:lvl1pPr>
            <a:lvl2pPr marL="344487" indent="0">
              <a:buNone/>
              <a:defRPr/>
            </a:lvl2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5935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F5A796-0DB5-43A5-7A26-BF5B883EC5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6000"/>
          </a:blip>
          <a:srcRect l="23122" t="61187"/>
          <a:stretch/>
        </p:blipFill>
        <p:spPr>
          <a:xfrm>
            <a:off x="0" y="0"/>
            <a:ext cx="3164529" cy="2133600"/>
          </a:xfrm>
          <a:prstGeom prst="rect">
            <a:avLst/>
          </a:prstGeom>
        </p:spPr>
      </p:pic>
      <p:sp>
        <p:nvSpPr>
          <p:cNvPr id="14" name="Picture Placeholder 26">
            <a:extLst>
              <a:ext uri="{FF2B5EF4-FFF2-40B4-BE49-F238E27FC236}">
                <a16:creationId xmlns:a16="http://schemas.microsoft.com/office/drawing/2014/main" id="{6E3E5FCB-E89C-8EF7-070B-F2F41E83B21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50272" y="4975092"/>
            <a:ext cx="820103" cy="82010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</a:t>
            </a:r>
            <a:br>
              <a:rPr lang="en-US"/>
            </a:br>
            <a:br>
              <a:rPr lang="en-US"/>
            </a:br>
            <a:r>
              <a:rPr lang="en-US"/>
              <a:t>or icon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4D7C1-6607-EEC9-0BC9-BEEC4CD4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A93D-7024-5A44-81D8-A6A75CD4D662}" type="datetime1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98C1-A875-D465-3337-3F52278D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BED0-193D-1D8F-D8FB-8BB9A161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637C3462-119E-73F8-9D9B-B2E05A867C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86738" y="5091111"/>
            <a:ext cx="3033713" cy="309563"/>
          </a:xfrm>
          <a:prstGeom prst="rect">
            <a:avLst/>
          </a:prstGeom>
        </p:spPr>
        <p:txBody>
          <a:bodyPr anchor="b"/>
          <a:lstStyle>
            <a:lvl1pPr algn="l">
              <a:defRPr lang="en-US" sz="1400" b="1" i="0" kern="1200" dirty="0" smtClean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FCC775D3-31D2-9692-91AC-594E53C62C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86738" y="5419725"/>
            <a:ext cx="3062287" cy="581024"/>
          </a:xfrm>
          <a:prstGeom prst="rect">
            <a:avLst/>
          </a:prstGeom>
        </p:spPr>
        <p:txBody>
          <a:bodyPr/>
          <a:lstStyle>
            <a:lvl1pPr algn="l">
              <a:defRPr lang="en-US" sz="1200" b="0" i="0" kern="1200" dirty="0" smtClean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Poppins" pitchFamily="2" charset="77"/>
              </a:defRPr>
            </a:lvl1pPr>
            <a:lvl2pPr marL="344487" indent="0">
              <a:buNone/>
              <a:defRPr/>
            </a:lvl2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Picture Placeholder 26">
            <a:extLst>
              <a:ext uri="{FF2B5EF4-FFF2-40B4-BE49-F238E27FC236}">
                <a16:creationId xmlns:a16="http://schemas.microsoft.com/office/drawing/2014/main" id="{F69AD83E-6F04-4997-9627-EFEC19C23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314325" y="342900"/>
            <a:ext cx="2257426" cy="1300161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Customer Logo w/ transparent background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CDE8C57B-1AD7-2D38-3E2C-61C53D01F2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2339789" y="2019580"/>
            <a:ext cx="8122023" cy="2686891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200"/>
              </a:lnSpc>
              <a:spcBef>
                <a:spcPts val="0"/>
              </a:spcBef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Poppins" pitchFamily="2" charset="77"/>
              </a:defRPr>
            </a:lvl1pPr>
            <a:lvl2pPr marL="34448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949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hoto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8FBC17D-92AB-B91D-8BC6-0A3402D6C4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67000" y="0"/>
            <a:ext cx="9525000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6350" indent="0" algn="ctr" defTabSz="914400" rtl="0" eaLnBrk="1" latinLnBrk="0" hangingPunct="1">
              <a:lnSpc>
                <a:spcPts val="1600"/>
              </a:lnSpc>
              <a:spcBef>
                <a:spcPts val="2400"/>
              </a:spcBef>
              <a:buClrTx/>
              <a:buFont typeface="Arial" panose="020B0604020202020204" pitchFamily="34" charset="0"/>
              <a:buNone/>
              <a:tabLst/>
              <a:defRPr lang="en-US" sz="8000" b="0" kern="1200" spc="2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0" name="Graphic 6">
            <a:extLst>
              <a:ext uri="{FF2B5EF4-FFF2-40B4-BE49-F238E27FC236}">
                <a16:creationId xmlns:a16="http://schemas.microsoft.com/office/drawing/2014/main" id="{B1256DBC-D47D-4A22-852F-680EB92D4A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34603" y="963734"/>
            <a:ext cx="1792539" cy="331951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465FB1B-E90D-553B-63B6-5D62E4AD1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29FC584-00E9-4A0B-1CC8-3325F9A163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A1DB5B0-3DB9-148D-EE1E-F539FA4FB9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8270922-129C-8EBC-EC16-85B3A546CF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C52C66D-2DE9-6B26-433A-E85F11B84F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A74C533-6C75-7DC9-90E7-40F53314C7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81151EB-DA1B-4D13-A37B-1A6CDA8483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B0A4779-BE8D-AF7A-4F7E-D861469FBC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7182DFF-243E-9962-B4B3-95627A7D3C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43E21F7-FF48-2870-67DB-B4303538AA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DEC8158-588D-A855-D2C4-78EA0994F1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F700B56-87D9-D9D4-3B3D-E6F2FBE4B6A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688572" y="5111260"/>
            <a:ext cx="4272196" cy="73855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buNone/>
              <a:defRPr lang="en-US" sz="1400" b="0" kern="1200" spc="20" baseline="0" dirty="0">
                <a:solidFill>
                  <a:schemeClr val="tx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47B13C7-EF20-AE1C-071B-720413A1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71" y="2667000"/>
            <a:ext cx="4242155" cy="2338753"/>
          </a:xfrm>
        </p:spPr>
        <p:txBody>
          <a:bodyPr anchor="b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7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hoto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8FBC17D-92AB-B91D-8BC6-0A3402D6C4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1500" b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aphic 6">
            <a:extLst>
              <a:ext uri="{FF2B5EF4-FFF2-40B4-BE49-F238E27FC236}">
                <a16:creationId xmlns:a16="http://schemas.microsoft.com/office/drawing/2014/main" id="{D64944B0-FC31-F500-9B60-21D9CD8B4A34}"/>
              </a:ext>
            </a:extLst>
          </p:cNvPr>
          <p:cNvGrpSpPr/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068CC4D2-3B36-28C0-DFB6-86BFCDF1733C}"/>
                </a:ext>
              </a:extLst>
            </p:cNvPr>
            <p:cNvSpPr/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D17818E-ED95-FD22-79CC-6EED26F7F516}"/>
                </a:ext>
              </a:extLst>
            </p:cNvPr>
            <p:cNvSpPr/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9D4BCA2-F38E-E3E1-957B-3D74A75B2FAF}"/>
                </a:ext>
              </a:extLst>
            </p:cNvPr>
            <p:cNvSpPr/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3749AD3-591B-C50E-5C2C-0DA231929A15}"/>
                </a:ext>
              </a:extLst>
            </p:cNvPr>
            <p:cNvSpPr/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DC984-6269-F1D1-9161-683D32C43998}"/>
                </a:ext>
              </a:extLst>
            </p:cNvPr>
            <p:cNvSpPr/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E8AE2D2-44A8-F596-3815-3D0E32691897}"/>
                </a:ext>
              </a:extLst>
            </p:cNvPr>
            <p:cNvSpPr/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E085786-FD82-DA2F-2F11-CE407EF2A7E1}"/>
                </a:ext>
              </a:extLst>
            </p:cNvPr>
            <p:cNvSpPr/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3FE5B97-CD85-C370-9259-DB631CBE2C35}"/>
                </a:ext>
              </a:extLst>
            </p:cNvPr>
            <p:cNvSpPr/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BD11C0-342B-B37F-E618-614D1315421F}"/>
                </a:ext>
              </a:extLst>
            </p:cNvPr>
            <p:cNvSpPr/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316828E-5BDF-8F66-0616-637C8C3EBE9D}"/>
                </a:ext>
              </a:extLst>
            </p:cNvPr>
            <p:cNvSpPr/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574DF76-B6CC-AB2C-8A96-2197672BAC96}"/>
                </a:ext>
              </a:extLst>
            </p:cNvPr>
            <p:cNvSpPr/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049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DCC425-139F-0F46-CF62-B8F2262F76C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4D7C1-6607-EEC9-0BC9-BEEC4CD4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A93D-7024-5A44-81D8-A6A75CD4D662}" type="datetime1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98C1-A875-D465-3337-3F52278D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BED0-193D-1D8F-D8FB-8BB9A161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75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4D7C1-6607-EEC9-0BC9-BEEC4CD4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A93D-7024-5A44-81D8-A6A75CD4D662}" type="datetime1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98C1-A875-D465-3337-3F52278D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BED0-193D-1D8F-D8FB-8BB9A161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83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Recognition">
    <p:bg>
      <p:bgPr>
        <a:solidFill>
          <a:srgbClr val="9C2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A70B1CD9-777E-457F-50AB-C69B652264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669280" cy="6858000"/>
            <a:chOff x="0" y="0"/>
            <a:chExt cx="566928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6908764-22D2-76D1-060F-0BEF8C4FAF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56692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/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5EA14E84-060C-8821-595D-B1292FFCA20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1561" y="319218"/>
              <a:ext cx="1676400" cy="342900"/>
            </a:xfrm>
            <a:prstGeom prst="rect">
              <a:avLst/>
            </a:prstGeom>
          </p:spPr>
        </p:pic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C40FCC-562C-E343-A1D9-B7EBB4BE788F}" type="datetimeFigureOut">
              <a:rPr lang="en-US" smtClean="0"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EA93D07-DB0D-D0C8-8BCB-5F559D3C1B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" hasCustomPrompt="1"/>
          </p:nvPr>
        </p:nvSpPr>
        <p:spPr>
          <a:xfrm>
            <a:off x="5317067" y="1162756"/>
            <a:ext cx="7213599" cy="4628443"/>
          </a:xfrm>
          <a:prstGeom prst="roundRect">
            <a:avLst>
              <a:gd name="adj" fmla="val 4670"/>
            </a:avLst>
          </a:prstGeom>
          <a:solidFill>
            <a:srgbClr val="000000"/>
          </a:solidFill>
          <a:ln w="88900" cap="rnd">
            <a:gradFill>
              <a:gsLst>
                <a:gs pos="0">
                  <a:schemeClr val="bg1">
                    <a:lumMod val="95000"/>
                  </a:schemeClr>
                </a:gs>
                <a:gs pos="19000">
                  <a:schemeClr val="bg1">
                    <a:lumMod val="50000"/>
                  </a:schemeClr>
                </a:gs>
                <a:gs pos="48000">
                  <a:schemeClr val="bg1">
                    <a:lumMod val="35000"/>
                  </a:schemeClr>
                </a:gs>
                <a:gs pos="83000">
                  <a:schemeClr val="bg1">
                    <a:lumMod val="65000"/>
                  </a:schemeClr>
                </a:gs>
                <a:gs pos="99000">
                  <a:schemeClr val="bg1">
                    <a:lumMod val="85000"/>
                  </a:schemeClr>
                </a:gs>
              </a:gsLst>
              <a:lin ang="11400000" scaled="0"/>
            </a:gradFill>
          </a:ln>
          <a:effectLst>
            <a:reflection blurRad="306504" stA="16000" endPos="13594" dir="5400000" sy="-100000" algn="bl" rotWithShape="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Screen mockup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01D2B9D3-43D2-4FD1-52CF-748C893794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8DD7166-1612-7938-364E-9812CFFAF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5758FF-DD6E-7A9C-BEB2-BF4023C8F4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ACBDF6-2505-B7E1-9555-7BFD88F99C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0B7378-9DFB-66BE-308D-362F54E06F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EE03F1-196F-8C3A-206D-37DA6ADE6A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64BEF1-D8E9-5766-4B45-2072E861A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E948F7-A2F9-A93E-0FE0-013F6E95F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CC381-3C1B-DB2E-817C-02169AB73E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B358A1-A3A1-F41E-F045-3857B9300E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C68EA2-187D-17B4-D186-C8A4AFC54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489706-7E19-E3BE-AD74-2D0D7460F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0" name="Title 14">
            <a:extLst>
              <a:ext uri="{FF2B5EF4-FFF2-40B4-BE49-F238E27FC236}">
                <a16:creationId xmlns:a16="http://schemas.microsoft.com/office/drawing/2014/main" id="{425EC28F-E05D-CA56-3812-3F4E2427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1050858"/>
            <a:ext cx="4434424" cy="9186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A271A47-7409-090F-DB25-FDCD50C2539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999" y="2235200"/>
            <a:ext cx="4487334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versations">
    <p:bg>
      <p:bgPr>
        <a:solidFill>
          <a:srgbClr val="EA8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D91DDAF-A485-739A-EB32-E95FA6BE90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669280" cy="6858000"/>
            <a:chOff x="0" y="0"/>
            <a:chExt cx="5669280" cy="685800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5496C9A-7404-FB8F-9347-59E3ECE576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56692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>
                <a:solidFill>
                  <a:schemeClr val="tx2"/>
                </a:solidFill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D251078-9BD4-1669-751F-B5DD1269A01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1561" y="319218"/>
              <a:ext cx="1409700" cy="342900"/>
            </a:xfrm>
            <a:prstGeom prst="rect">
              <a:avLst/>
            </a:prstGeom>
          </p:spPr>
        </p:pic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C40FCC-562C-E343-A1D9-B7EBB4BE788F}" type="datetimeFigureOut">
              <a:rPr lang="en-US" smtClean="0"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01D2B9D3-43D2-4FD1-52CF-748C893794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8DD7166-1612-7938-364E-9812CFFAF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5758FF-DD6E-7A9C-BEB2-BF4023C8F4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ACBDF6-2505-B7E1-9555-7BFD88F99C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0B7378-9DFB-66BE-308D-362F54E06F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EE03F1-196F-8C3A-206D-37DA6ADE6A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64BEF1-D8E9-5766-4B45-2072E861A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E948F7-A2F9-A93E-0FE0-013F6E95F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CC381-3C1B-DB2E-817C-02169AB73E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B358A1-A3A1-F41E-F045-3857B9300E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C68EA2-187D-17B4-D186-C8A4AFC54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489706-7E19-E3BE-AD74-2D0D7460F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47" name="Picture Placeholder 2">
            <a:extLst>
              <a:ext uri="{FF2B5EF4-FFF2-40B4-BE49-F238E27FC236}">
                <a16:creationId xmlns:a16="http://schemas.microsoft.com/office/drawing/2014/main" id="{9CDAA2BC-06DF-E5EE-E8F5-89C7149FCA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7" hasCustomPrompt="1"/>
          </p:nvPr>
        </p:nvSpPr>
        <p:spPr>
          <a:xfrm>
            <a:off x="5317067" y="1162756"/>
            <a:ext cx="7213599" cy="4628443"/>
          </a:xfrm>
          <a:prstGeom prst="roundRect">
            <a:avLst>
              <a:gd name="adj" fmla="val 4670"/>
            </a:avLst>
          </a:prstGeom>
          <a:solidFill>
            <a:srgbClr val="000000"/>
          </a:solidFill>
          <a:ln w="88900" cap="rnd">
            <a:gradFill>
              <a:gsLst>
                <a:gs pos="0">
                  <a:schemeClr val="bg1">
                    <a:lumMod val="95000"/>
                  </a:schemeClr>
                </a:gs>
                <a:gs pos="19000">
                  <a:schemeClr val="bg1">
                    <a:lumMod val="50000"/>
                  </a:schemeClr>
                </a:gs>
                <a:gs pos="48000">
                  <a:schemeClr val="bg1">
                    <a:lumMod val="35000"/>
                  </a:schemeClr>
                </a:gs>
                <a:gs pos="83000">
                  <a:schemeClr val="bg1">
                    <a:lumMod val="65000"/>
                  </a:schemeClr>
                </a:gs>
                <a:gs pos="99000">
                  <a:schemeClr val="bg1">
                    <a:lumMod val="85000"/>
                  </a:schemeClr>
                </a:gs>
              </a:gsLst>
              <a:lin ang="11400000" scaled="0"/>
            </a:gradFill>
          </a:ln>
          <a:effectLst>
            <a:reflection blurRad="306504" stA="16000" endPos="13594" dir="5400000" sy="-100000" algn="bl" rotWithShape="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Screen mockup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A567BEB7-DB16-5747-64B4-83257508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1050858"/>
            <a:ext cx="4434424" cy="9186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B745611-F42B-4C0F-B3BF-1EC5B00BE3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999" y="2235200"/>
            <a:ext cx="4487334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7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lebrations">
    <p:bg>
      <p:bgPr>
        <a:solidFill>
          <a:srgbClr val="EB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57DCE30-0DAA-F7D0-B3F8-268CABD2BB1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669280" cy="6858000"/>
            <a:chOff x="0" y="0"/>
            <a:chExt cx="5669280" cy="6858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C7FFF38-FD38-70C3-9FD2-3E09496D18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56692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CA5FB18-6F75-2896-4E8C-696A8B6570F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1561" y="319218"/>
              <a:ext cx="1308100" cy="342900"/>
            </a:xfrm>
            <a:prstGeom prst="rect">
              <a:avLst/>
            </a:prstGeom>
          </p:spPr>
        </p:pic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C40FCC-562C-E343-A1D9-B7EBB4BE788F}" type="datetimeFigureOut">
              <a:rPr lang="en-US" smtClean="0"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01D2B9D3-43D2-4FD1-52CF-748C893794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8DD7166-1612-7938-364E-9812CFFAF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5758FF-DD6E-7A9C-BEB2-BF4023C8F4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ACBDF6-2505-B7E1-9555-7BFD88F99C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0B7378-9DFB-66BE-308D-362F54E06F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EE03F1-196F-8C3A-206D-37DA6ADE6A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64BEF1-D8E9-5766-4B45-2072E861A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E948F7-A2F9-A93E-0FE0-013F6E95F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CC381-3C1B-DB2E-817C-02169AB73E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B358A1-A3A1-F41E-F045-3857B9300E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C68EA2-187D-17B4-D186-C8A4AFC54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489706-7E19-E3BE-AD74-2D0D7460F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9" name="Picture Placeholder 2">
            <a:extLst>
              <a:ext uri="{FF2B5EF4-FFF2-40B4-BE49-F238E27FC236}">
                <a16:creationId xmlns:a16="http://schemas.microsoft.com/office/drawing/2014/main" id="{F6881A03-D5DB-AD32-4D6D-F9F242B0E794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5317067" y="1162756"/>
            <a:ext cx="7213599" cy="4628443"/>
          </a:xfrm>
          <a:prstGeom prst="roundRect">
            <a:avLst>
              <a:gd name="adj" fmla="val 4670"/>
            </a:avLst>
          </a:prstGeom>
          <a:solidFill>
            <a:srgbClr val="000000"/>
          </a:solidFill>
          <a:ln w="88900" cap="rnd">
            <a:gradFill>
              <a:gsLst>
                <a:gs pos="0">
                  <a:schemeClr val="bg1">
                    <a:lumMod val="95000"/>
                  </a:schemeClr>
                </a:gs>
                <a:gs pos="19000">
                  <a:schemeClr val="bg1">
                    <a:lumMod val="50000"/>
                  </a:schemeClr>
                </a:gs>
                <a:gs pos="48000">
                  <a:schemeClr val="bg1">
                    <a:lumMod val="35000"/>
                  </a:schemeClr>
                </a:gs>
                <a:gs pos="83000">
                  <a:schemeClr val="bg1">
                    <a:lumMod val="65000"/>
                  </a:schemeClr>
                </a:gs>
                <a:gs pos="99000">
                  <a:schemeClr val="bg1">
                    <a:lumMod val="85000"/>
                  </a:schemeClr>
                </a:gs>
              </a:gsLst>
              <a:lin ang="11400000" scaled="0"/>
            </a:gradFill>
          </a:ln>
          <a:effectLst>
            <a:reflection blurRad="306504" stA="16000" endPos="13594" dir="5400000" sy="-100000" algn="bl" rotWithShape="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Screen mockup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D8623463-3F92-2E62-0BDB-7F5AD257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1050858"/>
            <a:ext cx="4434424" cy="9186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71E59A0-9533-C1A4-EF7A-83FA5968CD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999" y="2235200"/>
            <a:ext cx="4487334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27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e">
    <p:bg>
      <p:bgPr>
        <a:solidFill>
          <a:srgbClr val="0370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670226-4A4A-B6A3-14CC-F08D18913C5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669280" cy="6858000"/>
            <a:chOff x="0" y="0"/>
            <a:chExt cx="566928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8D36EC-F3F0-055E-9084-F0FA46FD72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56692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0268FCD-4224-5B3A-AD7F-392BD4DF0FC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1561" y="319218"/>
              <a:ext cx="762000" cy="342900"/>
            </a:xfrm>
            <a:prstGeom prst="rect">
              <a:avLst/>
            </a:prstGeom>
          </p:spPr>
        </p:pic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C40FCC-562C-E343-A1D9-B7EBB4BE788F}" type="datetimeFigureOut">
              <a:rPr lang="en-US" smtClean="0"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01D2B9D3-43D2-4FD1-52CF-748C893794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8DD7166-1612-7938-364E-9812CFFAF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5758FF-DD6E-7A9C-BEB2-BF4023C8F4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ACBDF6-2505-B7E1-9555-7BFD88F99C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0B7378-9DFB-66BE-308D-362F54E06F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EE03F1-196F-8C3A-206D-37DA6ADE6A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64BEF1-D8E9-5766-4B45-2072E861A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E948F7-A2F9-A93E-0FE0-013F6E95F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CC381-3C1B-DB2E-817C-02169AB73E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B358A1-A3A1-F41E-F045-3857B9300E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C68EA2-187D-17B4-D186-C8A4AFC54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489706-7E19-E3BE-AD74-2D0D7460F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54A0D25A-63DC-C30B-ECEB-C2D3BBC969F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5317067" y="1162756"/>
            <a:ext cx="7213599" cy="4628443"/>
          </a:xfrm>
          <a:prstGeom prst="roundRect">
            <a:avLst>
              <a:gd name="adj" fmla="val 4670"/>
            </a:avLst>
          </a:prstGeom>
          <a:solidFill>
            <a:srgbClr val="000000"/>
          </a:solidFill>
          <a:ln w="88900" cap="rnd">
            <a:gradFill>
              <a:gsLst>
                <a:gs pos="0">
                  <a:schemeClr val="bg1">
                    <a:lumMod val="95000"/>
                  </a:schemeClr>
                </a:gs>
                <a:gs pos="19000">
                  <a:schemeClr val="bg1">
                    <a:lumMod val="50000"/>
                  </a:schemeClr>
                </a:gs>
                <a:gs pos="48000">
                  <a:schemeClr val="bg1">
                    <a:lumMod val="35000"/>
                  </a:schemeClr>
                </a:gs>
                <a:gs pos="83000">
                  <a:schemeClr val="bg1">
                    <a:lumMod val="65000"/>
                  </a:schemeClr>
                </a:gs>
                <a:gs pos="99000">
                  <a:schemeClr val="bg1">
                    <a:lumMod val="85000"/>
                  </a:schemeClr>
                </a:gs>
              </a:gsLst>
              <a:lin ang="11400000" scaled="0"/>
            </a:gradFill>
          </a:ln>
          <a:effectLst>
            <a:reflection blurRad="306504" stA="16000" endPos="13594" dir="5400000" sy="-100000" algn="bl" rotWithShape="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Screen mockup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0CDB6974-3E97-3D6F-9B6D-3260E2A1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1050858"/>
            <a:ext cx="4434424" cy="9186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CC5F59F-1B30-3464-E416-4168F32F554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999" y="2235200"/>
            <a:ext cx="4487334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03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Q">
    <p:bg>
      <p:bgPr>
        <a:solidFill>
          <a:schemeClr val="accent4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21697B-80EA-E7BD-239D-3633E02AA3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669280" cy="6858000"/>
            <a:chOff x="0" y="0"/>
            <a:chExt cx="5669280" cy="6858000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EED4C7C-917F-B192-0158-D170DB5604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56692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20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7C52BEE-7E31-E58D-4D76-3EFEC34E1F7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1561" y="319218"/>
              <a:ext cx="558800" cy="342900"/>
            </a:xfrm>
            <a:prstGeom prst="rect">
              <a:avLst/>
            </a:prstGeom>
          </p:spPr>
        </p:pic>
      </p:grpSp>
      <p:sp>
        <p:nvSpPr>
          <p:cNvPr id="120" name="Freeform 119">
            <a:extLst>
              <a:ext uri="{FF2B5EF4-FFF2-40B4-BE49-F238E27FC236}">
                <a16:creationId xmlns:a16="http://schemas.microsoft.com/office/drawing/2014/main" id="{C4E1FFA4-8334-5508-3CA8-D930387FB498}"/>
              </a:ext>
            </a:extLst>
          </p:cNvPr>
          <p:cNvSpPr>
            <a:spLocks/>
          </p:cNvSpPr>
          <p:nvPr/>
        </p:nvSpPr>
        <p:spPr>
          <a:xfrm>
            <a:off x="445279" y="397360"/>
            <a:ext cx="212353" cy="209172"/>
          </a:xfrm>
          <a:custGeom>
            <a:avLst/>
            <a:gdLst>
              <a:gd name="connsiteX0" fmla="*/ 164364 w 176854"/>
              <a:gd name="connsiteY0" fmla="*/ 83274 h 174204"/>
              <a:gd name="connsiteX1" fmla="*/ 175077 w 176854"/>
              <a:gd name="connsiteY1" fmla="*/ 85048 h 174204"/>
              <a:gd name="connsiteX2" fmla="*/ 175077 w 176854"/>
              <a:gd name="connsiteY2" fmla="*/ 89157 h 174204"/>
              <a:gd name="connsiteX3" fmla="*/ 164364 w 176854"/>
              <a:gd name="connsiteY3" fmla="*/ 90931 h 174204"/>
              <a:gd name="connsiteX4" fmla="*/ 92314 w 176854"/>
              <a:gd name="connsiteY4" fmla="*/ 161902 h 174204"/>
              <a:gd name="connsiteX5" fmla="*/ 90513 w 176854"/>
              <a:gd name="connsiteY5" fmla="*/ 172454 h 174204"/>
              <a:gd name="connsiteX6" fmla="*/ 86342 w 176854"/>
              <a:gd name="connsiteY6" fmla="*/ 172454 h 174204"/>
              <a:gd name="connsiteX7" fmla="*/ 84540 w 176854"/>
              <a:gd name="connsiteY7" fmla="*/ 161902 h 174204"/>
              <a:gd name="connsiteX8" fmla="*/ 12490 w 176854"/>
              <a:gd name="connsiteY8" fmla="*/ 90931 h 174204"/>
              <a:gd name="connsiteX9" fmla="*/ 1778 w 176854"/>
              <a:gd name="connsiteY9" fmla="*/ 89157 h 174204"/>
              <a:gd name="connsiteX10" fmla="*/ 1778 w 176854"/>
              <a:gd name="connsiteY10" fmla="*/ 85048 h 174204"/>
              <a:gd name="connsiteX11" fmla="*/ 12490 w 176854"/>
              <a:gd name="connsiteY11" fmla="*/ 83274 h 174204"/>
              <a:gd name="connsiteX12" fmla="*/ 84540 w 176854"/>
              <a:gd name="connsiteY12" fmla="*/ 12303 h 174204"/>
              <a:gd name="connsiteX13" fmla="*/ 86342 w 176854"/>
              <a:gd name="connsiteY13" fmla="*/ 1751 h 174204"/>
              <a:gd name="connsiteX14" fmla="*/ 90513 w 176854"/>
              <a:gd name="connsiteY14" fmla="*/ 1751 h 174204"/>
              <a:gd name="connsiteX15" fmla="*/ 92314 w 176854"/>
              <a:gd name="connsiteY15" fmla="*/ 12303 h 174204"/>
              <a:gd name="connsiteX16" fmla="*/ 164364 w 176854"/>
              <a:gd name="connsiteY16" fmla="*/ 83274 h 17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6854" h="174204">
                <a:moveTo>
                  <a:pt x="164364" y="83274"/>
                </a:moveTo>
                <a:lnTo>
                  <a:pt x="175077" y="85048"/>
                </a:lnTo>
                <a:cubicBezTo>
                  <a:pt x="177447" y="85422"/>
                  <a:pt x="177447" y="88783"/>
                  <a:pt x="175077" y="89157"/>
                </a:cubicBezTo>
                <a:lnTo>
                  <a:pt x="164364" y="90931"/>
                </a:lnTo>
                <a:cubicBezTo>
                  <a:pt x="127391" y="96908"/>
                  <a:pt x="98382" y="125483"/>
                  <a:pt x="92314" y="161902"/>
                </a:cubicBezTo>
                <a:lnTo>
                  <a:pt x="90513" y="172454"/>
                </a:lnTo>
                <a:cubicBezTo>
                  <a:pt x="90134" y="174788"/>
                  <a:pt x="86721" y="174788"/>
                  <a:pt x="86342" y="172454"/>
                </a:cubicBezTo>
                <a:lnTo>
                  <a:pt x="84540" y="161902"/>
                </a:lnTo>
                <a:cubicBezTo>
                  <a:pt x="78473" y="125483"/>
                  <a:pt x="49463" y="96908"/>
                  <a:pt x="12490" y="90931"/>
                </a:cubicBezTo>
                <a:lnTo>
                  <a:pt x="1778" y="89157"/>
                </a:lnTo>
                <a:cubicBezTo>
                  <a:pt x="-593" y="88783"/>
                  <a:pt x="-593" y="85422"/>
                  <a:pt x="1778" y="85048"/>
                </a:cubicBezTo>
                <a:lnTo>
                  <a:pt x="12490" y="83274"/>
                </a:lnTo>
                <a:cubicBezTo>
                  <a:pt x="49463" y="77297"/>
                  <a:pt x="78473" y="48722"/>
                  <a:pt x="84540" y="12303"/>
                </a:cubicBezTo>
                <a:lnTo>
                  <a:pt x="86342" y="1751"/>
                </a:lnTo>
                <a:cubicBezTo>
                  <a:pt x="86721" y="-584"/>
                  <a:pt x="90134" y="-584"/>
                  <a:pt x="90513" y="1751"/>
                </a:cubicBezTo>
                <a:lnTo>
                  <a:pt x="92314" y="12303"/>
                </a:lnTo>
                <a:cubicBezTo>
                  <a:pt x="98382" y="48722"/>
                  <a:pt x="127391" y="77297"/>
                  <a:pt x="164364" y="83274"/>
                </a:cubicBezTo>
                <a:close/>
              </a:path>
            </a:pathLst>
          </a:custGeom>
          <a:solidFill>
            <a:srgbClr val="FFFFFF"/>
          </a:solidFill>
          <a:ln w="93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D3F0A31-0FC9-C53D-3061-61BF97028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C40FCC-562C-E343-A1D9-B7EBB4BE788F}" type="datetimeFigureOut">
              <a:rPr lang="en-US" smtClean="0"/>
              <a:t>1/16/26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71CD0B-1581-A780-833A-6E80F9702A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8B0F9C1-F918-802A-990C-17BFE2EF6E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01D2B9D3-43D2-4FD1-52CF-748C893794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8DD7166-1612-7938-364E-9812CFFAF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5758FF-DD6E-7A9C-BEB2-BF4023C8F4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ACBDF6-2505-B7E1-9555-7BFD88F99C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0B7378-9DFB-66BE-308D-362F54E06F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CEE03F1-196F-8C3A-206D-37DA6ADE6A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64BEF1-D8E9-5766-4B45-2072E861A9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E948F7-A2F9-A93E-0FE0-013F6E95F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CC381-3C1B-DB2E-817C-02169AB73E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B358A1-A3A1-F41E-F045-3857B9300E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1C68EA2-187D-17B4-D186-C8A4AFC54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C489706-7E19-E3BE-AD74-2D0D7460F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6" name="Picture Placeholder 2">
            <a:extLst>
              <a:ext uri="{FF2B5EF4-FFF2-40B4-BE49-F238E27FC236}">
                <a16:creationId xmlns:a16="http://schemas.microsoft.com/office/drawing/2014/main" id="{8D20DA51-5998-6874-45CB-A8A04C61C893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5317067" y="1162756"/>
            <a:ext cx="7213599" cy="4628443"/>
          </a:xfrm>
          <a:prstGeom prst="roundRect">
            <a:avLst>
              <a:gd name="adj" fmla="val 4670"/>
            </a:avLst>
          </a:prstGeom>
          <a:solidFill>
            <a:srgbClr val="000000"/>
          </a:solidFill>
          <a:ln w="88900" cap="rnd">
            <a:gradFill>
              <a:gsLst>
                <a:gs pos="0">
                  <a:schemeClr val="bg1">
                    <a:lumMod val="95000"/>
                  </a:schemeClr>
                </a:gs>
                <a:gs pos="19000">
                  <a:schemeClr val="bg1">
                    <a:lumMod val="50000"/>
                  </a:schemeClr>
                </a:gs>
                <a:gs pos="48000">
                  <a:schemeClr val="bg1">
                    <a:lumMod val="35000"/>
                  </a:schemeClr>
                </a:gs>
                <a:gs pos="83000">
                  <a:schemeClr val="bg1">
                    <a:lumMod val="65000"/>
                  </a:schemeClr>
                </a:gs>
                <a:gs pos="99000">
                  <a:schemeClr val="bg1">
                    <a:lumMod val="85000"/>
                  </a:schemeClr>
                </a:gs>
              </a:gsLst>
              <a:lin ang="11400000" scaled="0"/>
            </a:gradFill>
          </a:ln>
          <a:effectLst>
            <a:reflection blurRad="306504" stA="16000" endPos="13594" dir="5400000" sy="-100000" algn="bl" rotWithShape="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Screen mockup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6ACCA9AD-F5F6-5688-1E01-22961BB6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1050858"/>
            <a:ext cx="4434424" cy="91861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61EEB22-FB1E-DB16-4BD4-798B42EB25B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999" y="2235200"/>
            <a:ext cx="4487334" cy="39454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0227" indent="-285750">
              <a:defRPr lang="en-US" sz="1600" b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454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867" indent="-285750">
              <a:defRPr lang="en-US" sz="1600" b="0" i="0" kern="1200" spc="2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3187" indent="-285750">
              <a:defRPr lang="en-US" sz="1600" b="0" i="0" kern="1200" spc="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Click to edit Master text styles</a:t>
            </a:r>
          </a:p>
          <a:p>
            <a:pPr marL="285750" lvl="1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Second level</a:t>
            </a:r>
          </a:p>
          <a:p>
            <a:pPr marL="285750" lvl="2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Tx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87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4D7C1-6607-EEC9-0BC9-BEEC4CD4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A93D-7024-5A44-81D8-A6A75CD4D662}" type="datetime1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D98C1-A875-D465-3337-3F52278D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BED0-193D-1D8F-D8FB-8BB9A161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6">
            <a:extLst>
              <a:ext uri="{FF2B5EF4-FFF2-40B4-BE49-F238E27FC236}">
                <a16:creationId xmlns:a16="http://schemas.microsoft.com/office/drawing/2014/main" id="{0967F2B5-1E21-787F-AC1B-B12BCA1F2E4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070913" y="3239170"/>
            <a:ext cx="2050175" cy="379661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2F63857-D09F-C231-6CE5-EFF9852BB8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AD2737-832E-6C02-3899-5D536A1F96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8123418-8EAA-A591-906B-235B100D6E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4401D2E-AE23-600B-27F7-27C111D453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43F9148-35E3-B6FA-A509-220A78A283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FC01102-653B-623F-C3E7-37F1719C1A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4BB9CBD-3B5A-0F89-CB7A-4F2582F0B2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0449F55-9742-8A1F-8571-A4266648AB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3E193A0-BF32-3FED-0EFE-8FB50FD3D9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8F941B8-92F6-11ED-0B21-3169EBCB2A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2C84103-5AD9-486D-7753-F34BB2D49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671D0B-039D-AE58-541A-72B51B51D1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21315414">
            <a:off x="5665935" y="3220898"/>
            <a:ext cx="38427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srgbClr val="EB5E5E"/>
                </a:solidFill>
                <a:effectLst/>
                <a:uLnTx/>
                <a:uFillTx/>
                <a:latin typeface="Brownhill Script" panose="02000500000000000000" pitchFamily="2" charset="77"/>
                <a:ea typeface="+mn-ea"/>
                <a:cs typeface="+mn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6825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3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9458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85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69458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847360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000625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847361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00013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815340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00013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76112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4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9458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85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69458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84723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00050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84723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99988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615315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99988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D0F5262-6D47-42DE-6A42-589D99B18B3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152535" y="41980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8AF2E24F-8608-BDD5-5487-1EA7DC0244F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8305800" y="24384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F46646CD-E427-F5CB-BF99-375E78908D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52536" y="47244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09387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5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61135" y="43504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14400" y="25908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61136" y="48768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913785" y="43504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3067050" y="25908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913786" y="48768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066435" y="43504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5219700" y="25908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066436" y="48768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D0F5262-6D47-42DE-6A42-589D99B18B3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219085" y="43504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8AF2E24F-8608-BDD5-5487-1EA7DC0244F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372350" y="25908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F46646CD-E427-F5CB-BF99-375E78908D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219086" y="48768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C5D5CD71-C779-5D55-DADD-DAA2DDFB3A2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371735" y="4350460"/>
            <a:ext cx="2022495" cy="4778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263BF206-25C6-4A26-B8E5-B4451B295B9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9525000" y="2590800"/>
            <a:ext cx="1603209" cy="16032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1F233A7E-3AEC-403E-0676-6F30A49425B4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371736" y="4876800"/>
            <a:ext cx="2022494" cy="31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413187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6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31076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184340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31076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683968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2837232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683968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336860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4490124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336860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D0F5262-6D47-42DE-6A42-589D99B18B3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989752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8AF2E24F-8608-BDD5-5487-1EA7DC0244F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143016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F46646CD-E427-F5CB-BF99-375E78908D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989752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C5D5CD71-C779-5D55-DADD-DAA2DDFB3A2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42644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263BF206-25C6-4A26-B8E5-B4451B295B9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7795908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1F233A7E-3AEC-403E-0676-6F30A49425B4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642644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C59082A4-B2F6-9551-8D4F-72E43E9EF3A1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295536" y="40456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BF761065-355F-89E4-0937-276D74F3BE60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9448800" y="27432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5" name="Text Placeholder 31">
            <a:extLst>
              <a:ext uri="{FF2B5EF4-FFF2-40B4-BE49-F238E27FC236}">
                <a16:creationId xmlns:a16="http://schemas.microsoft.com/office/drawing/2014/main" id="{B2071BEF-2A25-505F-E6C5-F9F31310313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9295536" y="44881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0254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8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930236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083500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930236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004336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157600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004336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078436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6231700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078436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83B9A3C-7B6F-4491-4A82-4DD67579C86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152536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59B2A6CA-3C6F-253F-8E4A-EDD39A35F173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8305800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0F45451D-43CD-B1C3-35E7-62430F676BE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152536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D0F5262-6D47-42DE-6A42-589D99B18B3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930236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8AF2E24F-8608-BDD5-5487-1EA7DC0244F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2083500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F46646CD-E427-F5CB-BF99-375E78908D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930236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C5D5CD71-C779-5D55-DADD-DAA2DDFB3A2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004336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263BF206-25C6-4A26-B8E5-B4451B295B9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4157600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1F233A7E-3AEC-403E-0676-6F30A49425B4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04336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C59082A4-B2F6-9551-8D4F-72E43E9EF3A1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6078436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BF761065-355F-89E4-0937-276D74F3BE60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6231700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5" name="Text Placeholder 31">
            <a:extLst>
              <a:ext uri="{FF2B5EF4-FFF2-40B4-BE49-F238E27FC236}">
                <a16:creationId xmlns:a16="http://schemas.microsoft.com/office/drawing/2014/main" id="{B2071BEF-2A25-505F-E6C5-F9F31310313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078436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9CFB9977-DDAD-5105-2B41-A6DBDAA762AF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152536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2">
            <a:extLst>
              <a:ext uri="{FF2B5EF4-FFF2-40B4-BE49-F238E27FC236}">
                <a16:creationId xmlns:a16="http://schemas.microsoft.com/office/drawing/2014/main" id="{F5849B63-C05B-CA77-2810-47214077A92B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05800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8" name="Text Placeholder 31">
            <a:extLst>
              <a:ext uri="{FF2B5EF4-FFF2-40B4-BE49-F238E27FC236}">
                <a16:creationId xmlns:a16="http://schemas.microsoft.com/office/drawing/2014/main" id="{986802E9-57ED-B9C5-6D9A-0CC3A5208C5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152536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301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10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3E15D-DC8D-D804-7984-824EEF66370A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ABBDA74-E784-40E6-BD8E-285A90554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90436-E589-DEB0-5741-92E02C3EABC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46738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DCF5FFA-34E9-E7FB-161A-5D4582FEE26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000002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ED365395-8DDC-B85C-6081-EF4352531A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46738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6DB8D6-ADFD-2FBD-48FB-7A66B9D230C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49043"/>
            <a:ext cx="9254387" cy="38664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 marL="0" indent="0">
              <a:lnSpc>
                <a:spcPts val="2000"/>
              </a:lnSpc>
              <a:buNone/>
              <a:defRPr lang="en-US" sz="1800" b="0" kern="1200" spc="20" baseline="0" dirty="0">
                <a:solidFill>
                  <a:schemeClr val="tx2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F7B70514-8D9B-DEF7-1F3A-871C3F8D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F6BFDF9-7FBC-DD51-C6DD-4D356C8680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920838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CDA29A8C-DCBB-5873-CD65-52E04EF382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3074102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CF811EE1-3B98-CD60-2A07-E32BB82F1A1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920838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0B22F04-B362-E441-67B4-D4909074112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994938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9B466758-3500-A5C8-8072-3220F09AF81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5148202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F3B662B2-2528-F027-CA0D-AE239400C77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994938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83B9A3C-7B6F-4491-4A82-4DD67579C86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069038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59B2A6CA-3C6F-253F-8E4A-EDD39A35F173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7222302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0F45451D-43CD-B1C3-35E7-62430F676BE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069038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27C5E87-828C-6CBD-0B07-1C5B902D6406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143136" y="31312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54FE448-DED5-33E6-049E-44AEEAFF4798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296400" y="18288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30" name="Text Placeholder 31">
            <a:extLst>
              <a:ext uri="{FF2B5EF4-FFF2-40B4-BE49-F238E27FC236}">
                <a16:creationId xmlns:a16="http://schemas.microsoft.com/office/drawing/2014/main" id="{713818B5-85C8-E50A-08B0-DC032283A1C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143136" y="35737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D0F5262-6D47-42DE-6A42-589D99B18B3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46738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8AF2E24F-8608-BDD5-5487-1EA7DC0244F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000002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F46646CD-E427-F5CB-BF99-375E78908D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46738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C5D5CD71-C779-5D55-DADD-DAA2DDFB3A29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20838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263BF206-25C6-4A26-B8E5-B4451B295B9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3074102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1F233A7E-3AEC-403E-0676-6F30A49425B4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920838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C59082A4-B2F6-9551-8D4F-72E43E9EF3A1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994938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BF761065-355F-89E4-0937-276D74F3BE60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148202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5" name="Text Placeholder 31">
            <a:extLst>
              <a:ext uri="{FF2B5EF4-FFF2-40B4-BE49-F238E27FC236}">
                <a16:creationId xmlns:a16="http://schemas.microsoft.com/office/drawing/2014/main" id="{B2071BEF-2A25-505F-E6C5-F9F31310313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994938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9CFB9977-DDAD-5105-2B41-A6DBDAA762AF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069038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2">
            <a:extLst>
              <a:ext uri="{FF2B5EF4-FFF2-40B4-BE49-F238E27FC236}">
                <a16:creationId xmlns:a16="http://schemas.microsoft.com/office/drawing/2014/main" id="{F5849B63-C05B-CA77-2810-47214077A92B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7222302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78" name="Text Placeholder 31">
            <a:extLst>
              <a:ext uri="{FF2B5EF4-FFF2-40B4-BE49-F238E27FC236}">
                <a16:creationId xmlns:a16="http://schemas.microsoft.com/office/drawing/2014/main" id="{986802E9-57ED-B9C5-6D9A-0CC3A5208C5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069038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618365C0-C0E8-3181-B6BE-9C12CEC6F7E3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143136" y="5493460"/>
            <a:ext cx="1478586" cy="34932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b="1" i="0" cap="none" baseline="0">
                <a:solidFill>
                  <a:srgbClr val="02133E"/>
                </a:solidFill>
                <a:latin typeface="+mn-lt"/>
                <a:ea typeface="Avenir Black" panose="02000503020000020003" pitchFamily="2" charset="0"/>
                <a:cs typeface="Avenir Black" panose="02000503020000020003" pitchFamily="2" charset="0"/>
              </a:defRPr>
            </a:lvl1pPr>
            <a:lvl2pPr marL="11113" indent="0" algn="ctr">
              <a:buNone/>
              <a:tabLst/>
              <a:defRPr sz="1600">
                <a:solidFill>
                  <a:srgbClr val="71C5E8"/>
                </a:solidFill>
              </a:defRPr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</a:p>
          <a:p>
            <a:pPr lvl="0"/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B81C883E-F6CA-FEC0-7C98-49ED8E00EEFF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296400" y="4191000"/>
            <a:ext cx="1172059" cy="11720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here</a:t>
            </a:r>
          </a:p>
        </p:txBody>
      </p:sp>
      <p:sp>
        <p:nvSpPr>
          <p:cNvPr id="81" name="Text Placeholder 31">
            <a:extLst>
              <a:ext uri="{FF2B5EF4-FFF2-40B4-BE49-F238E27FC236}">
                <a16:creationId xmlns:a16="http://schemas.microsoft.com/office/drawing/2014/main" id="{3C14BD17-1E81-1257-5634-48E6C84F7D4B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9143136" y="5935950"/>
            <a:ext cx="1478586" cy="2284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11113" indent="0" algn="ctr">
              <a:spcBef>
                <a:spcPts val="0"/>
              </a:spcBef>
              <a:buNone/>
              <a:tabLst/>
              <a:defRPr sz="1050" b="0" i="0">
                <a:solidFill>
                  <a:srgbClr val="02133E"/>
                </a:solidFill>
                <a:latin typeface="+mn-lt"/>
                <a:ea typeface="Roboto" panose="02000000000000000000" pitchFamily="2" charset="0"/>
              </a:defRPr>
            </a:lvl1pPr>
            <a:lvl2pPr marL="11113" indent="0" algn="ctr">
              <a:buNone/>
              <a:tabLst/>
              <a:defRPr sz="1800">
                <a:solidFill>
                  <a:srgbClr val="71C5E8"/>
                </a:solidFill>
              </a:defRPr>
            </a:lvl2pPr>
            <a:lvl3pPr marL="11113" indent="0" algn="ctr">
              <a:buNone/>
              <a:tabLst/>
              <a:defRPr sz="1800">
                <a:solidFill>
                  <a:srgbClr val="71C5E8"/>
                </a:solidFill>
              </a:defRPr>
            </a:lvl3pPr>
            <a:lvl4pPr marL="11113" indent="0" algn="ctr">
              <a:buNone/>
              <a:tabLst/>
              <a:defRPr sz="1800">
                <a:solidFill>
                  <a:srgbClr val="71C5E8"/>
                </a:solidFill>
              </a:defRPr>
            </a:lvl4pPr>
            <a:lvl5pPr marL="11113" indent="0" algn="ctr">
              <a:buNone/>
              <a:tabLst/>
              <a:defRPr sz="1800">
                <a:solidFill>
                  <a:srgbClr val="71C5E8"/>
                </a:solidFill>
              </a:defRPr>
            </a:lvl5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89475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1248">
          <p15:clr>
            <a:srgbClr val="FBAE40"/>
          </p15:clr>
        </p15:guide>
        <p15:guide id="3" orient="horz" pos="360">
          <p15:clr>
            <a:srgbClr val="FBAE40"/>
          </p15:clr>
        </p15:guide>
        <p15:guide id="4" orient="horz" pos="3960">
          <p15:clr>
            <a:srgbClr val="FBAE40"/>
          </p15:clr>
        </p15:guide>
        <p15:guide id="5" orient="horz" pos="37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rait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9B4-73DB-03FA-3750-1D4524E68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652" y="529812"/>
            <a:ext cx="4723627" cy="1344169"/>
          </a:xfrm>
        </p:spPr>
        <p:txBody>
          <a:bodyPr/>
          <a:lstStyle/>
          <a:p>
            <a:r>
              <a:rPr lang="en-US" dirty="0" err="1"/>
              <a:t>Longfirstname</a:t>
            </a:r>
            <a:r>
              <a:rPr lang="en-US" dirty="0"/>
              <a:t> </a:t>
            </a:r>
            <a:r>
              <a:rPr lang="en-US" dirty="0" err="1"/>
              <a:t>Longlastname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A47C4A8-6E01-6131-41F9-BE7B954683E6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46905" y="1994823"/>
            <a:ext cx="4696374" cy="63276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lang="en-US" sz="1800" b="0" kern="1200" spc="20" baseline="0" dirty="0">
                <a:solidFill>
                  <a:schemeClr val="tx1"/>
                </a:solidFill>
                <a:latin typeface="+mj-lt"/>
                <a:ea typeface="Urbanist Black" panose="020B0A04040200000203" pitchFamily="34" charset="77"/>
                <a:cs typeface="Urbanist Black" panose="020B0A04040200000203" pitchFamily="34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Location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7CFD9C-B3F8-5115-B624-45669D3FFA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222" y="3428248"/>
            <a:ext cx="2295305" cy="13923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defRPr sz="12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Share 2-4 interesting facts about yourself (like the tidbits in your email signature)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C22903F8-0871-3985-1A38-D4B2E2FA448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04177" y="3428247"/>
            <a:ext cx="2139101" cy="138247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defRPr sz="12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Can incl. former jobs, places traveled, or goals. 5 lines max. – Header opt.: “Where I’ve been” or “Where I’m going”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DD78FB22-1730-8CDB-77E3-355C049AD2E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49222" y="5373012"/>
            <a:ext cx="4694057" cy="1001461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defRPr sz="1200">
                <a:solidFill>
                  <a:schemeClr val="tx1"/>
                </a:solidFill>
              </a:defRPr>
            </a:lvl1pPr>
            <a:lvl2pPr>
              <a:defRPr sz="1680">
                <a:solidFill>
                  <a:srgbClr val="53565A"/>
                </a:solidFill>
              </a:defRPr>
            </a:lvl2pPr>
            <a:lvl3pPr>
              <a:defRPr sz="1680">
                <a:solidFill>
                  <a:srgbClr val="53565A"/>
                </a:solidFill>
              </a:defRPr>
            </a:lvl3pPr>
            <a:lvl4pPr>
              <a:defRPr sz="1680">
                <a:solidFill>
                  <a:srgbClr val="53565A"/>
                </a:solidFill>
              </a:defRPr>
            </a:lvl4pPr>
            <a:lvl5pPr>
              <a:defRPr sz="1680"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Can use this area for some things you’re grateful for – Header opt.: “I’m grateful for…”</a:t>
            </a:r>
          </a:p>
        </p:txBody>
      </p:sp>
      <p:sp>
        <p:nvSpPr>
          <p:cNvPr id="15" name="Picture Placeholder 32">
            <a:extLst>
              <a:ext uri="{FF2B5EF4-FFF2-40B4-BE49-F238E27FC236}">
                <a16:creationId xmlns:a16="http://schemas.microsoft.com/office/drawing/2014/main" id="{F7C8D4CA-409B-2F2F-F119-7F6DD60D38A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5649950" y="546467"/>
            <a:ext cx="3867150" cy="3865563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32">
            <a:extLst>
              <a:ext uri="{FF2B5EF4-FFF2-40B4-BE49-F238E27FC236}">
                <a16:creationId xmlns:a16="http://schemas.microsoft.com/office/drawing/2014/main" id="{7F97D767-1899-B629-AD2B-152D1B27F05F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9690160" y="830317"/>
            <a:ext cx="1645868" cy="1286718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2">
            <a:extLst>
              <a:ext uri="{FF2B5EF4-FFF2-40B4-BE49-F238E27FC236}">
                <a16:creationId xmlns:a16="http://schemas.microsoft.com/office/drawing/2014/main" id="{130C9807-7FF5-56E0-947B-FA0CD29C4C6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9690158" y="2286000"/>
            <a:ext cx="2268481" cy="2576513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32">
            <a:extLst>
              <a:ext uri="{FF2B5EF4-FFF2-40B4-BE49-F238E27FC236}">
                <a16:creationId xmlns:a16="http://schemas.microsoft.com/office/drawing/2014/main" id="{9A4BD40C-E928-D82C-A3BD-EC0E10B78C5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9690157" y="5021508"/>
            <a:ext cx="1445371" cy="1369256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2">
            <a:extLst>
              <a:ext uri="{FF2B5EF4-FFF2-40B4-BE49-F238E27FC236}">
                <a16:creationId xmlns:a16="http://schemas.microsoft.com/office/drawing/2014/main" id="{9E05D9E6-177F-EEA5-3CCE-009EF148A0AF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5649950" y="4572886"/>
            <a:ext cx="3867150" cy="1801587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B180CD7-FD49-FB96-7093-371EDC20DBF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3095507" y="3140339"/>
            <a:ext cx="2139101" cy="255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200" b="0" i="0" kern="1200" spc="36" baseline="0" dirty="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HEADER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D8B3DA79-D428-0551-78EF-00707358CDA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46904" y="5077205"/>
            <a:ext cx="4687704" cy="255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200" b="0" i="0" kern="1200" spc="36" baseline="0" dirty="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HEADER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895006-93F1-8F58-ADE1-11A809B9E335}"/>
              </a:ext>
            </a:extLst>
          </p:cNvPr>
          <p:cNvSpPr txBox="1"/>
          <p:nvPr/>
        </p:nvSpPr>
        <p:spPr>
          <a:xfrm>
            <a:off x="546904" y="3117867"/>
            <a:ext cx="2297623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200" b="0" i="0" kern="1200" spc="36" baseline="0" dirty="0">
                <a:solidFill>
                  <a:schemeClr val="accent2"/>
                </a:solidFill>
                <a:latin typeface="+mj-lt"/>
                <a:ea typeface="+mn-ea"/>
                <a:cs typeface="+mn-cs"/>
              </a:rPr>
              <a:t>FUN FACTS</a:t>
            </a:r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18C5CCC8-4455-4A7E-0FB2-5E29DD8499F3}"/>
              </a:ext>
            </a:extLst>
          </p:cNvPr>
          <p:cNvSpPr txBox="1">
            <a:spLocks/>
          </p:cNvSpPr>
          <p:nvPr/>
        </p:nvSpPr>
        <p:spPr>
          <a:xfrm>
            <a:off x="8904355" y="6521927"/>
            <a:ext cx="2429936" cy="216954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1097280" rtl="0" eaLnBrk="1" latinLnBrk="0" hangingPunct="1">
              <a:defRPr sz="700" kern="1200">
                <a:solidFill>
                  <a:srgbClr val="FFFFFF">
                    <a:alpha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dirty="0" err="1">
                <a:solidFill>
                  <a:schemeClr val="tx1">
                    <a:alpha val="50000"/>
                  </a:schemeClr>
                </a:solidFill>
              </a:rPr>
              <a:t>Workhuman</a:t>
            </a:r>
            <a:r>
              <a:rPr lang="en-US" sz="700" baseline="30000" dirty="0">
                <a:solidFill>
                  <a:schemeClr val="tx1">
                    <a:alpha val="50000"/>
                  </a:schemeClr>
                </a:solidFill>
              </a:rPr>
              <a:t>® </a:t>
            </a:r>
            <a:r>
              <a:rPr lang="en-US" sz="700" dirty="0">
                <a:solidFill>
                  <a:schemeClr val="tx1">
                    <a:alpha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30" name="Slide Number Placeholder 7">
            <a:extLst>
              <a:ext uri="{FF2B5EF4-FFF2-40B4-BE49-F238E27FC236}">
                <a16:creationId xmlns:a16="http://schemas.microsoft.com/office/drawing/2014/main" id="{AF79979D-3FF4-9376-B289-E4E313DAB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23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B50891-BEF1-CFE3-75DA-8CA9705FC9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4A450-F80D-B974-052A-5528CB5FC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500" y="1181100"/>
            <a:ext cx="10744200" cy="525779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B36B-83D9-7F80-CCB2-4270ECDB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9D38-D67E-9C4E-A5C8-E4168F3F1E4F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A0105-8631-5CFC-8509-5709F87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1C104-A84F-DD82-D4F3-FEC46159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3ED84D0-59EA-A12B-7512-F0116CD6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992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3E401BA-2F49-C725-0C9A-39709C3F4E6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>
            <a:off x="9970703" y="7058659"/>
            <a:ext cx="2613182" cy="264492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240A8-6DB0-1AE9-5275-D45FABFBB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1499"/>
            <a:ext cx="2590800" cy="586740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08A1E-0BDB-18BE-5567-FAB5D395A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500" y="571499"/>
            <a:ext cx="7514881" cy="58674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9C021-2767-7EC7-19C3-C35081AA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35EF-EA09-A049-BDDD-ED303CE7568F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4938A-2E5D-AD5C-AA2C-91D48AAF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Workhuman® confidential and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411BF-8BEB-6F41-625B-C1F1FAF3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6B99-C544-7EAB-5A08-0570743EF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23C79-B27E-AF7A-4FB3-CC0DBEB07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A3CB-0DBD-B307-5521-A70F9993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D466-BC9F-D74E-BB17-FC4D18B62182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5793-3BC6-0ACB-2CB1-E74CDFC8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EC57D-217D-71A3-7233-BE23C056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9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40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78C77F-F8F1-0546-ADCA-064A3CE9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52" y="246887"/>
            <a:ext cx="10134600" cy="134416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Slide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33495A-E745-ED91-2CAB-1481A4880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290" y="6428234"/>
            <a:ext cx="624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C88BD6-85F7-53D7-3E24-4129C6F04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652" y="1825625"/>
            <a:ext cx="11197866" cy="4351338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69607-B980-A946-933A-2D50E303253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572887" y="63500"/>
            <a:ext cx="1071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Workhuman Public</a:t>
            </a:r>
          </a:p>
        </p:txBody>
      </p:sp>
    </p:spTree>
    <p:extLst>
      <p:ext uri="{BB962C8B-B14F-4D97-AF65-F5344CB8AC3E}">
        <p14:creationId xmlns:p14="http://schemas.microsoft.com/office/powerpoint/2010/main" val="205070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1pPr>
      <a:lvl2pPr marL="290513" indent="-16827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2pPr>
      <a:lvl3pPr marL="573088" indent="-225425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+mj-lt"/>
        <a:buAutoNum type="alphaLcPeriod"/>
        <a:tabLst/>
        <a:defRPr sz="1600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8">
          <p15:clr>
            <a:srgbClr val="F26B43"/>
          </p15:clr>
        </p15:guide>
        <p15:guide id="2" pos="5112">
          <p15:clr>
            <a:srgbClr val="F26B43"/>
          </p15:clr>
        </p15:guide>
        <p15:guide id="3" pos="6408">
          <p15:clr>
            <a:srgbClr val="F26B43"/>
          </p15:clr>
        </p15:guide>
        <p15:guide id="4" pos="1272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720">
          <p15:clr>
            <a:srgbClr val="F26B43"/>
          </p15:clr>
        </p15:guide>
        <p15:guide id="8" orient="horz" pos="3600">
          <p15:clr>
            <a:srgbClr val="F26B43"/>
          </p15:clr>
        </p15:guide>
        <p15:guide id="9" orient="horz" pos="2880">
          <p15:clr>
            <a:srgbClr val="F26B43"/>
          </p15:clr>
        </p15:guide>
        <p15:guide id="11" pos="312">
          <p15:clr>
            <a:srgbClr val="F26B43"/>
          </p15:clr>
        </p15:guide>
        <p15:guide id="12" pos="1920">
          <p15:clr>
            <a:srgbClr val="F26B43"/>
          </p15:clr>
        </p15:guide>
        <p15:guide id="13" pos="3192">
          <p15:clr>
            <a:srgbClr val="F26B43"/>
          </p15:clr>
        </p15:guide>
        <p15:guide id="14" pos="4488">
          <p15:clr>
            <a:srgbClr val="F26B43"/>
          </p15:clr>
        </p15:guide>
        <p15:guide id="15" pos="5760">
          <p15:clr>
            <a:srgbClr val="F26B43"/>
          </p15:clr>
        </p15:guide>
        <p15:guide id="16" pos="7032">
          <p15:clr>
            <a:srgbClr val="F26B43"/>
          </p15:clr>
        </p15:guide>
        <p15:guide id="17" orient="horz" pos="2160">
          <p15:clr>
            <a:srgbClr val="F26B43"/>
          </p15:clr>
        </p15:guide>
        <p15:guide id="19" orient="horz" pos="1440">
          <p15:clr>
            <a:srgbClr val="F26B43"/>
          </p15:clr>
        </p15:guide>
        <p15:guide id="20" orient="horz" pos="912">
          <p15:clr>
            <a:srgbClr val="F26B43"/>
          </p15:clr>
        </p15:guide>
        <p15:guide id="21" pos="6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50137-31B6-49DC-17BE-E737978F8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566424"/>
            <a:ext cx="519249" cy="1393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7B42494A-5124-7849-846C-99942099461B}" type="datetime1">
              <a:rPr lang="en-US" smtClean="0"/>
              <a:pPr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D92F-71CF-6E47-390F-56D15D206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26775" y="6576777"/>
            <a:ext cx="1255625" cy="139317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500" spc="0" normalizeH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err="1"/>
              <a:t>Workhuman</a:t>
            </a:r>
            <a:r>
              <a:rPr lang="en-US" baseline="30000"/>
              <a:t>®</a:t>
            </a:r>
            <a:r>
              <a:rPr lang="en-US"/>
              <a:t> confidential and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1763-17B3-2142-1B70-E92EE1D20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8600" y="6566424"/>
            <a:ext cx="495300" cy="1393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12BAECA0-53B9-C34F-9592-65A2D09086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4E8721BE-BB3D-6528-40F8-7C1318D5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/>
          <a:p>
            <a:endParaRPr lang="en-US" dirty="0"/>
          </a:p>
        </p:txBody>
      </p:sp>
      <p:grpSp>
        <p:nvGrpSpPr>
          <p:cNvPr id="20" name="Graphic 6">
            <a:extLst>
              <a:ext uri="{FF2B5EF4-FFF2-40B4-BE49-F238E27FC236}">
                <a16:creationId xmlns:a16="http://schemas.microsoft.com/office/drawing/2014/main" id="{7EC26D26-9F07-96BB-784D-9AC5D8A62DB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45141" y="453955"/>
            <a:ext cx="1066800" cy="197555"/>
            <a:chOff x="925286" y="620486"/>
            <a:chExt cx="3303998" cy="611850"/>
          </a:xfrm>
          <a:solidFill>
            <a:schemeClr val="tx1"/>
          </a:solidFill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9DEAA9A-7FE1-76A6-FAF1-8260CCFF8D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58474" y="1165093"/>
              <a:ext cx="58427" cy="59459"/>
            </a:xfrm>
            <a:custGeom>
              <a:avLst/>
              <a:gdLst>
                <a:gd name="connsiteX0" fmla="*/ 29213 w 58427"/>
                <a:gd name="connsiteY0" fmla="*/ 0 h 59459"/>
                <a:gd name="connsiteX1" fmla="*/ 58427 w 58427"/>
                <a:gd name="connsiteY1" fmla="*/ 29730 h 59459"/>
                <a:gd name="connsiteX2" fmla="*/ 29213 w 58427"/>
                <a:gd name="connsiteY2" fmla="*/ 59459 h 59459"/>
                <a:gd name="connsiteX3" fmla="*/ 0 w 58427"/>
                <a:gd name="connsiteY3" fmla="*/ 29730 h 59459"/>
                <a:gd name="connsiteX4" fmla="*/ 29213 w 58427"/>
                <a:gd name="connsiteY4" fmla="*/ 0 h 59459"/>
                <a:gd name="connsiteX5" fmla="*/ 29213 w 58427"/>
                <a:gd name="connsiteY5" fmla="*/ 53739 h 59459"/>
                <a:gd name="connsiteX6" fmla="*/ 52527 w 58427"/>
                <a:gd name="connsiteY6" fmla="*/ 29636 h 59459"/>
                <a:gd name="connsiteX7" fmla="*/ 29213 w 58427"/>
                <a:gd name="connsiteY7" fmla="*/ 5440 h 59459"/>
                <a:gd name="connsiteX8" fmla="*/ 5900 w 58427"/>
                <a:gd name="connsiteY8" fmla="*/ 29636 h 59459"/>
                <a:gd name="connsiteX9" fmla="*/ 29213 w 58427"/>
                <a:gd name="connsiteY9" fmla="*/ 53739 h 59459"/>
                <a:gd name="connsiteX10" fmla="*/ 29785 w 58427"/>
                <a:gd name="connsiteY10" fmla="*/ 35638 h 59459"/>
                <a:gd name="connsiteX11" fmla="*/ 25217 w 58427"/>
                <a:gd name="connsiteY11" fmla="*/ 35638 h 59459"/>
                <a:gd name="connsiteX12" fmla="*/ 25217 w 58427"/>
                <a:gd name="connsiteY12" fmla="*/ 46142 h 59459"/>
                <a:gd name="connsiteX13" fmla="*/ 16557 w 58427"/>
                <a:gd name="connsiteY13" fmla="*/ 46142 h 59459"/>
                <a:gd name="connsiteX14" fmla="*/ 16557 w 58427"/>
                <a:gd name="connsiteY14" fmla="*/ 13224 h 59459"/>
                <a:gd name="connsiteX15" fmla="*/ 30070 w 58427"/>
                <a:gd name="connsiteY15" fmla="*/ 13224 h 59459"/>
                <a:gd name="connsiteX16" fmla="*/ 42441 w 58427"/>
                <a:gd name="connsiteY16" fmla="*/ 23915 h 59459"/>
                <a:gd name="connsiteX17" fmla="*/ 37683 w 58427"/>
                <a:gd name="connsiteY17" fmla="*/ 34231 h 59459"/>
                <a:gd name="connsiteX18" fmla="*/ 42916 w 58427"/>
                <a:gd name="connsiteY18" fmla="*/ 46142 h 59459"/>
                <a:gd name="connsiteX19" fmla="*/ 33876 w 58427"/>
                <a:gd name="connsiteY19" fmla="*/ 46142 h 59459"/>
                <a:gd name="connsiteX20" fmla="*/ 29880 w 58427"/>
                <a:gd name="connsiteY20" fmla="*/ 35638 h 59459"/>
                <a:gd name="connsiteX21" fmla="*/ 25217 w 58427"/>
                <a:gd name="connsiteY21" fmla="*/ 29261 h 59459"/>
                <a:gd name="connsiteX22" fmla="*/ 29689 w 58427"/>
                <a:gd name="connsiteY22" fmla="*/ 29261 h 59459"/>
                <a:gd name="connsiteX23" fmla="*/ 34257 w 58427"/>
                <a:gd name="connsiteY23" fmla="*/ 24572 h 59459"/>
                <a:gd name="connsiteX24" fmla="*/ 29213 w 58427"/>
                <a:gd name="connsiteY24" fmla="*/ 19789 h 59459"/>
                <a:gd name="connsiteX25" fmla="*/ 25312 w 58427"/>
                <a:gd name="connsiteY25" fmla="*/ 19789 h 59459"/>
                <a:gd name="connsiteX26" fmla="*/ 25312 w 58427"/>
                <a:gd name="connsiteY26" fmla="*/ 29261 h 5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427" h="59459">
                  <a:moveTo>
                    <a:pt x="29213" y="0"/>
                  </a:moveTo>
                  <a:cubicBezTo>
                    <a:pt x="46818" y="0"/>
                    <a:pt x="58427" y="13505"/>
                    <a:pt x="58427" y="29730"/>
                  </a:cubicBezTo>
                  <a:cubicBezTo>
                    <a:pt x="58427" y="45954"/>
                    <a:pt x="46913" y="59459"/>
                    <a:pt x="29213" y="59459"/>
                  </a:cubicBezTo>
                  <a:cubicBezTo>
                    <a:pt x="11514" y="59459"/>
                    <a:pt x="0" y="46423"/>
                    <a:pt x="0" y="29730"/>
                  </a:cubicBezTo>
                  <a:cubicBezTo>
                    <a:pt x="0" y="13036"/>
                    <a:pt x="12275" y="0"/>
                    <a:pt x="29213" y="0"/>
                  </a:cubicBezTo>
                  <a:close/>
                  <a:moveTo>
                    <a:pt x="29213" y="53739"/>
                  </a:moveTo>
                  <a:cubicBezTo>
                    <a:pt x="42726" y="53739"/>
                    <a:pt x="52527" y="42953"/>
                    <a:pt x="52527" y="29636"/>
                  </a:cubicBezTo>
                  <a:cubicBezTo>
                    <a:pt x="52527" y="16319"/>
                    <a:pt x="42441" y="5440"/>
                    <a:pt x="29213" y="5440"/>
                  </a:cubicBezTo>
                  <a:cubicBezTo>
                    <a:pt x="15987" y="5440"/>
                    <a:pt x="5900" y="16412"/>
                    <a:pt x="5900" y="29636"/>
                  </a:cubicBezTo>
                  <a:cubicBezTo>
                    <a:pt x="5900" y="42860"/>
                    <a:pt x="16082" y="53739"/>
                    <a:pt x="29213" y="53739"/>
                  </a:cubicBezTo>
                  <a:close/>
                  <a:moveTo>
                    <a:pt x="29785" y="35638"/>
                  </a:moveTo>
                  <a:lnTo>
                    <a:pt x="25217" y="35638"/>
                  </a:lnTo>
                  <a:lnTo>
                    <a:pt x="25217" y="46142"/>
                  </a:lnTo>
                  <a:lnTo>
                    <a:pt x="16557" y="46142"/>
                  </a:lnTo>
                  <a:lnTo>
                    <a:pt x="16557" y="13224"/>
                  </a:lnTo>
                  <a:lnTo>
                    <a:pt x="30070" y="13224"/>
                  </a:lnTo>
                  <a:cubicBezTo>
                    <a:pt x="37397" y="13224"/>
                    <a:pt x="42441" y="16131"/>
                    <a:pt x="42441" y="23915"/>
                  </a:cubicBezTo>
                  <a:cubicBezTo>
                    <a:pt x="42441" y="29355"/>
                    <a:pt x="41204" y="31981"/>
                    <a:pt x="37683" y="34231"/>
                  </a:cubicBezTo>
                  <a:lnTo>
                    <a:pt x="42916" y="46142"/>
                  </a:lnTo>
                  <a:lnTo>
                    <a:pt x="33876" y="46142"/>
                  </a:lnTo>
                  <a:lnTo>
                    <a:pt x="29880" y="35638"/>
                  </a:lnTo>
                  <a:close/>
                  <a:moveTo>
                    <a:pt x="25217" y="29261"/>
                  </a:moveTo>
                  <a:lnTo>
                    <a:pt x="29689" y="29261"/>
                  </a:lnTo>
                  <a:cubicBezTo>
                    <a:pt x="32735" y="29261"/>
                    <a:pt x="34257" y="27573"/>
                    <a:pt x="34257" y="24572"/>
                  </a:cubicBezTo>
                  <a:cubicBezTo>
                    <a:pt x="34257" y="21383"/>
                    <a:pt x="32639" y="19789"/>
                    <a:pt x="29213" y="19789"/>
                  </a:cubicBezTo>
                  <a:lnTo>
                    <a:pt x="25312" y="19789"/>
                  </a:lnTo>
                  <a:lnTo>
                    <a:pt x="25312" y="2926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5BAD801-8D0F-1575-D5BA-A266C55A53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5286" y="902496"/>
              <a:ext cx="465039" cy="322056"/>
            </a:xfrm>
            <a:custGeom>
              <a:avLst/>
              <a:gdLst>
                <a:gd name="connsiteX0" fmla="*/ 84786 w 465039"/>
                <a:gd name="connsiteY0" fmla="*/ 0 h 322056"/>
                <a:gd name="connsiteX1" fmla="*/ 123992 w 465039"/>
                <a:gd name="connsiteY1" fmla="*/ 248623 h 322056"/>
                <a:gd name="connsiteX2" fmla="*/ 139407 w 465039"/>
                <a:gd name="connsiteY2" fmla="*/ 248623 h 322056"/>
                <a:gd name="connsiteX3" fmla="*/ 188224 w 465039"/>
                <a:gd name="connsiteY3" fmla="*/ 6471 h 322056"/>
                <a:gd name="connsiteX4" fmla="*/ 276816 w 465039"/>
                <a:gd name="connsiteY4" fmla="*/ 6471 h 322056"/>
                <a:gd name="connsiteX5" fmla="*/ 325632 w 465039"/>
                <a:gd name="connsiteY5" fmla="*/ 248623 h 322056"/>
                <a:gd name="connsiteX6" fmla="*/ 341048 w 465039"/>
                <a:gd name="connsiteY6" fmla="*/ 248623 h 322056"/>
                <a:gd name="connsiteX7" fmla="*/ 380253 w 465039"/>
                <a:gd name="connsiteY7" fmla="*/ 0 h 322056"/>
                <a:gd name="connsiteX8" fmla="*/ 465040 w 465039"/>
                <a:gd name="connsiteY8" fmla="*/ 0 h 322056"/>
                <a:gd name="connsiteX9" fmla="*/ 404043 w 465039"/>
                <a:gd name="connsiteY9" fmla="*/ 322056 h 322056"/>
                <a:gd name="connsiteX10" fmla="*/ 269203 w 465039"/>
                <a:gd name="connsiteY10" fmla="*/ 322056 h 322056"/>
                <a:gd name="connsiteX11" fmla="*/ 232567 w 465039"/>
                <a:gd name="connsiteY11" fmla="*/ 124921 h 322056"/>
                <a:gd name="connsiteX12" fmla="*/ 195931 w 465039"/>
                <a:gd name="connsiteY12" fmla="*/ 322056 h 322056"/>
                <a:gd name="connsiteX13" fmla="*/ 60997 w 465039"/>
                <a:gd name="connsiteY13" fmla="*/ 322056 h 322056"/>
                <a:gd name="connsiteX14" fmla="*/ 0 w 465039"/>
                <a:gd name="connsiteY14" fmla="*/ 0 h 322056"/>
                <a:gd name="connsiteX15" fmla="*/ 84786 w 465039"/>
                <a:gd name="connsiteY15" fmla="*/ 0 h 32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039" h="322056">
                  <a:moveTo>
                    <a:pt x="84786" y="0"/>
                  </a:moveTo>
                  <a:lnTo>
                    <a:pt x="123992" y="248623"/>
                  </a:lnTo>
                  <a:lnTo>
                    <a:pt x="139407" y="248623"/>
                  </a:lnTo>
                  <a:lnTo>
                    <a:pt x="188224" y="6471"/>
                  </a:lnTo>
                  <a:lnTo>
                    <a:pt x="276816" y="6471"/>
                  </a:lnTo>
                  <a:lnTo>
                    <a:pt x="325632" y="248623"/>
                  </a:lnTo>
                  <a:lnTo>
                    <a:pt x="341048" y="248623"/>
                  </a:lnTo>
                  <a:lnTo>
                    <a:pt x="380253" y="0"/>
                  </a:lnTo>
                  <a:lnTo>
                    <a:pt x="465040" y="0"/>
                  </a:lnTo>
                  <a:lnTo>
                    <a:pt x="404043" y="322056"/>
                  </a:lnTo>
                  <a:lnTo>
                    <a:pt x="269203" y="322056"/>
                  </a:lnTo>
                  <a:lnTo>
                    <a:pt x="232567" y="124921"/>
                  </a:lnTo>
                  <a:lnTo>
                    <a:pt x="195931" y="322056"/>
                  </a:lnTo>
                  <a:lnTo>
                    <a:pt x="60997" y="322056"/>
                  </a:lnTo>
                  <a:lnTo>
                    <a:pt x="0" y="0"/>
                  </a:lnTo>
                  <a:lnTo>
                    <a:pt x="84786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D83F14F-4CFB-F596-7C25-F23E4E376F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05265" y="894712"/>
              <a:ext cx="295372" cy="337530"/>
            </a:xfrm>
            <a:custGeom>
              <a:avLst/>
              <a:gdLst>
                <a:gd name="connsiteX0" fmla="*/ 295372 w 295372"/>
                <a:gd name="connsiteY0" fmla="*/ 168156 h 337530"/>
                <a:gd name="connsiteX1" fmla="*/ 147686 w 295372"/>
                <a:gd name="connsiteY1" fmla="*/ 337531 h 337530"/>
                <a:gd name="connsiteX2" fmla="*/ 0 w 295372"/>
                <a:gd name="connsiteY2" fmla="*/ 168156 h 337530"/>
                <a:gd name="connsiteX3" fmla="*/ 147686 w 295372"/>
                <a:gd name="connsiteY3" fmla="*/ 0 h 337530"/>
                <a:gd name="connsiteX4" fmla="*/ 295372 w 295372"/>
                <a:gd name="connsiteY4" fmla="*/ 168156 h 337530"/>
                <a:gd name="connsiteX5" fmla="*/ 208112 w 295372"/>
                <a:gd name="connsiteY5" fmla="*/ 168156 h 337530"/>
                <a:gd name="connsiteX6" fmla="*/ 147781 w 295372"/>
                <a:gd name="connsiteY6" fmla="*/ 73433 h 337530"/>
                <a:gd name="connsiteX7" fmla="*/ 87451 w 295372"/>
                <a:gd name="connsiteY7" fmla="*/ 168156 h 337530"/>
                <a:gd name="connsiteX8" fmla="*/ 147781 w 295372"/>
                <a:gd name="connsiteY8" fmla="*/ 264098 h 337530"/>
                <a:gd name="connsiteX9" fmla="*/ 208112 w 295372"/>
                <a:gd name="connsiteY9" fmla="*/ 16815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372" h="337530">
                  <a:moveTo>
                    <a:pt x="295372" y="168156"/>
                  </a:moveTo>
                  <a:cubicBezTo>
                    <a:pt x="295372" y="267380"/>
                    <a:pt x="259402" y="337531"/>
                    <a:pt x="147686" y="337531"/>
                  </a:cubicBezTo>
                  <a:cubicBezTo>
                    <a:pt x="35970" y="337531"/>
                    <a:pt x="0" y="267286"/>
                    <a:pt x="0" y="168156"/>
                  </a:cubicBezTo>
                  <a:cubicBezTo>
                    <a:pt x="0" y="69025"/>
                    <a:pt x="35970" y="0"/>
                    <a:pt x="147686" y="0"/>
                  </a:cubicBezTo>
                  <a:cubicBezTo>
                    <a:pt x="259402" y="0"/>
                    <a:pt x="295372" y="68932"/>
                    <a:pt x="295372" y="168156"/>
                  </a:cubicBezTo>
                  <a:close/>
                  <a:moveTo>
                    <a:pt x="208112" y="168156"/>
                  </a:moveTo>
                  <a:cubicBezTo>
                    <a:pt x="208112" y="105695"/>
                    <a:pt x="195265" y="73433"/>
                    <a:pt x="147781" y="73433"/>
                  </a:cubicBezTo>
                  <a:cubicBezTo>
                    <a:pt x="100297" y="73433"/>
                    <a:pt x="87451" y="105601"/>
                    <a:pt x="87451" y="168156"/>
                  </a:cubicBezTo>
                  <a:cubicBezTo>
                    <a:pt x="87451" y="230710"/>
                    <a:pt x="100297" y="264098"/>
                    <a:pt x="147781" y="264098"/>
                  </a:cubicBezTo>
                  <a:cubicBezTo>
                    <a:pt x="195265" y="264098"/>
                    <a:pt x="208112" y="230616"/>
                    <a:pt x="208112" y="16815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C9DDD8D-675B-41B3-721C-1D5DE1A201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652" y="894806"/>
              <a:ext cx="188223" cy="329746"/>
            </a:xfrm>
            <a:custGeom>
              <a:avLst/>
              <a:gdLst>
                <a:gd name="connsiteX0" fmla="*/ 0 w 188223"/>
                <a:gd name="connsiteY0" fmla="*/ 7690 h 329746"/>
                <a:gd name="connsiteX1" fmla="*/ 85452 w 188223"/>
                <a:gd name="connsiteY1" fmla="*/ 7690 h 329746"/>
                <a:gd name="connsiteX2" fmla="*/ 85452 w 188223"/>
                <a:gd name="connsiteY2" fmla="*/ 41828 h 329746"/>
                <a:gd name="connsiteX3" fmla="*/ 188224 w 188223"/>
                <a:gd name="connsiteY3" fmla="*/ 0 h 329746"/>
                <a:gd name="connsiteX4" fmla="*/ 188224 w 188223"/>
                <a:gd name="connsiteY4" fmla="*/ 86938 h 329746"/>
                <a:gd name="connsiteX5" fmla="*/ 86118 w 188223"/>
                <a:gd name="connsiteY5" fmla="*/ 113948 h 329746"/>
                <a:gd name="connsiteX6" fmla="*/ 86118 w 188223"/>
                <a:gd name="connsiteY6" fmla="*/ 329747 h 329746"/>
                <a:gd name="connsiteX7" fmla="*/ 95 w 188223"/>
                <a:gd name="connsiteY7" fmla="*/ 329747 h 329746"/>
                <a:gd name="connsiteX8" fmla="*/ 95 w 188223"/>
                <a:gd name="connsiteY8" fmla="*/ 7690 h 32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23" h="329746">
                  <a:moveTo>
                    <a:pt x="0" y="7690"/>
                  </a:moveTo>
                  <a:lnTo>
                    <a:pt x="85452" y="7690"/>
                  </a:lnTo>
                  <a:lnTo>
                    <a:pt x="85452" y="41828"/>
                  </a:lnTo>
                  <a:cubicBezTo>
                    <a:pt x="85452" y="41828"/>
                    <a:pt x="139407" y="9660"/>
                    <a:pt x="188224" y="0"/>
                  </a:cubicBezTo>
                  <a:lnTo>
                    <a:pt x="188224" y="86938"/>
                  </a:lnTo>
                  <a:cubicBezTo>
                    <a:pt x="131699" y="97911"/>
                    <a:pt x="86118" y="113948"/>
                    <a:pt x="86118" y="113948"/>
                  </a:cubicBezTo>
                  <a:lnTo>
                    <a:pt x="86118" y="329747"/>
                  </a:lnTo>
                  <a:lnTo>
                    <a:pt x="95" y="329747"/>
                  </a:lnTo>
                  <a:lnTo>
                    <a:pt x="95" y="769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D37C6FB-BD1D-5F1E-1EFC-6F49B53FD8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0628" y="773636"/>
              <a:ext cx="278719" cy="450916"/>
            </a:xfrm>
            <a:custGeom>
              <a:avLst/>
              <a:gdLst>
                <a:gd name="connsiteX0" fmla="*/ 0 w 278719"/>
                <a:gd name="connsiteY0" fmla="*/ 450916 h 450916"/>
                <a:gd name="connsiteX1" fmla="*/ 0 w 278719"/>
                <a:gd name="connsiteY1" fmla="*/ 0 h 450916"/>
                <a:gd name="connsiteX2" fmla="*/ 86023 w 278719"/>
                <a:gd name="connsiteY2" fmla="*/ 0 h 450916"/>
                <a:gd name="connsiteX3" fmla="*/ 86023 w 278719"/>
                <a:gd name="connsiteY3" fmla="*/ 144241 h 450916"/>
                <a:gd name="connsiteX4" fmla="*/ 165671 w 278719"/>
                <a:gd name="connsiteY4" fmla="*/ 121076 h 450916"/>
                <a:gd name="connsiteX5" fmla="*/ 278719 w 278719"/>
                <a:gd name="connsiteY5" fmla="*/ 276290 h 450916"/>
                <a:gd name="connsiteX6" fmla="*/ 278719 w 278719"/>
                <a:gd name="connsiteY6" fmla="*/ 450823 h 450916"/>
                <a:gd name="connsiteX7" fmla="*/ 192696 w 278719"/>
                <a:gd name="connsiteY7" fmla="*/ 450823 h 450916"/>
                <a:gd name="connsiteX8" fmla="*/ 192696 w 278719"/>
                <a:gd name="connsiteY8" fmla="*/ 278165 h 450916"/>
                <a:gd name="connsiteX9" fmla="*/ 144546 w 278719"/>
                <a:gd name="connsiteY9" fmla="*/ 198261 h 450916"/>
                <a:gd name="connsiteX10" fmla="*/ 86118 w 278719"/>
                <a:gd name="connsiteY10" fmla="*/ 208577 h 450916"/>
                <a:gd name="connsiteX11" fmla="*/ 86118 w 278719"/>
                <a:gd name="connsiteY11" fmla="*/ 450729 h 450916"/>
                <a:gd name="connsiteX12" fmla="*/ 95 w 278719"/>
                <a:gd name="connsiteY12" fmla="*/ 450729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719" h="450916">
                  <a:moveTo>
                    <a:pt x="0" y="450916"/>
                  </a:moveTo>
                  <a:lnTo>
                    <a:pt x="0" y="0"/>
                  </a:lnTo>
                  <a:lnTo>
                    <a:pt x="86023" y="0"/>
                  </a:lnTo>
                  <a:lnTo>
                    <a:pt x="86023" y="144241"/>
                  </a:lnTo>
                  <a:cubicBezTo>
                    <a:pt x="86023" y="144241"/>
                    <a:pt x="130367" y="121076"/>
                    <a:pt x="165671" y="121076"/>
                  </a:cubicBezTo>
                  <a:cubicBezTo>
                    <a:pt x="255596" y="121076"/>
                    <a:pt x="278719" y="177722"/>
                    <a:pt x="278719" y="276290"/>
                  </a:cubicBezTo>
                  <a:lnTo>
                    <a:pt x="278719" y="450823"/>
                  </a:lnTo>
                  <a:lnTo>
                    <a:pt x="192696" y="450823"/>
                  </a:lnTo>
                  <a:lnTo>
                    <a:pt x="192696" y="278165"/>
                  </a:lnTo>
                  <a:cubicBezTo>
                    <a:pt x="192696" y="229866"/>
                    <a:pt x="186225" y="198261"/>
                    <a:pt x="144546" y="198261"/>
                  </a:cubicBezTo>
                  <a:cubicBezTo>
                    <a:pt x="116284" y="198261"/>
                    <a:pt x="86118" y="208577"/>
                    <a:pt x="86118" y="208577"/>
                  </a:cubicBezTo>
                  <a:lnTo>
                    <a:pt x="86118" y="450729"/>
                  </a:lnTo>
                  <a:lnTo>
                    <a:pt x="95" y="450729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BE844D-951E-F027-11C4-2FFA415E60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99695" y="902496"/>
              <a:ext cx="278814" cy="329840"/>
            </a:xfrm>
            <a:custGeom>
              <a:avLst/>
              <a:gdLst>
                <a:gd name="connsiteX0" fmla="*/ 278814 w 278814"/>
                <a:gd name="connsiteY0" fmla="*/ 0 h 329840"/>
                <a:gd name="connsiteX1" fmla="*/ 278814 w 278814"/>
                <a:gd name="connsiteY1" fmla="*/ 322056 h 329840"/>
                <a:gd name="connsiteX2" fmla="*/ 193362 w 278814"/>
                <a:gd name="connsiteY2" fmla="*/ 322056 h 329840"/>
                <a:gd name="connsiteX3" fmla="*/ 193362 w 278814"/>
                <a:gd name="connsiteY3" fmla="*/ 304050 h 329840"/>
                <a:gd name="connsiteX4" fmla="*/ 113048 w 278814"/>
                <a:gd name="connsiteY4" fmla="*/ 329840 h 329840"/>
                <a:gd name="connsiteX5" fmla="*/ 0 w 278814"/>
                <a:gd name="connsiteY5" fmla="*/ 168812 h 329840"/>
                <a:gd name="connsiteX6" fmla="*/ 0 w 278814"/>
                <a:gd name="connsiteY6" fmla="*/ 94 h 329840"/>
                <a:gd name="connsiteX7" fmla="*/ 86023 w 278814"/>
                <a:gd name="connsiteY7" fmla="*/ 94 h 329840"/>
                <a:gd name="connsiteX8" fmla="*/ 86023 w 278814"/>
                <a:gd name="connsiteY8" fmla="*/ 170125 h 329840"/>
                <a:gd name="connsiteX9" fmla="*/ 130938 w 278814"/>
                <a:gd name="connsiteY9" fmla="*/ 252562 h 329840"/>
                <a:gd name="connsiteX10" fmla="*/ 192601 w 278814"/>
                <a:gd name="connsiteY10" fmla="*/ 240933 h 329840"/>
                <a:gd name="connsiteX11" fmla="*/ 192601 w 278814"/>
                <a:gd name="connsiteY11" fmla="*/ 0 h 329840"/>
                <a:gd name="connsiteX12" fmla="*/ 278624 w 278814"/>
                <a:gd name="connsiteY12" fmla="*/ 0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278814" y="0"/>
                  </a:moveTo>
                  <a:lnTo>
                    <a:pt x="278814" y="322056"/>
                  </a:lnTo>
                  <a:lnTo>
                    <a:pt x="193362" y="322056"/>
                  </a:lnTo>
                  <a:lnTo>
                    <a:pt x="193362" y="304050"/>
                  </a:lnTo>
                  <a:cubicBezTo>
                    <a:pt x="193362" y="304050"/>
                    <a:pt x="147115" y="329840"/>
                    <a:pt x="113048" y="329840"/>
                  </a:cubicBezTo>
                  <a:cubicBezTo>
                    <a:pt x="19317" y="329840"/>
                    <a:pt x="0" y="277696"/>
                    <a:pt x="0" y="168812"/>
                  </a:cubicBezTo>
                  <a:lnTo>
                    <a:pt x="0" y="94"/>
                  </a:lnTo>
                  <a:lnTo>
                    <a:pt x="86023" y="94"/>
                  </a:lnTo>
                  <a:lnTo>
                    <a:pt x="86023" y="170125"/>
                  </a:lnTo>
                  <a:cubicBezTo>
                    <a:pt x="86023" y="227428"/>
                    <a:pt x="88593" y="252562"/>
                    <a:pt x="130938" y="252562"/>
                  </a:cubicBezTo>
                  <a:cubicBezTo>
                    <a:pt x="163006" y="252562"/>
                    <a:pt x="192601" y="240933"/>
                    <a:pt x="192601" y="240933"/>
                  </a:cubicBezTo>
                  <a:lnTo>
                    <a:pt x="192601" y="0"/>
                  </a:lnTo>
                  <a:lnTo>
                    <a:pt x="278624" y="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5005EB1-C28D-D6C6-0403-D1FEB0B97A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23804" y="894712"/>
              <a:ext cx="462374" cy="329840"/>
            </a:xfrm>
            <a:custGeom>
              <a:avLst/>
              <a:gdLst>
                <a:gd name="connsiteX0" fmla="*/ 0 w 462374"/>
                <a:gd name="connsiteY0" fmla="*/ 329841 h 329840"/>
                <a:gd name="connsiteX1" fmla="*/ 0 w 462374"/>
                <a:gd name="connsiteY1" fmla="*/ 7784 h 329840"/>
                <a:gd name="connsiteX2" fmla="*/ 85452 w 462374"/>
                <a:gd name="connsiteY2" fmla="*/ 7784 h 329840"/>
                <a:gd name="connsiteX3" fmla="*/ 85452 w 462374"/>
                <a:gd name="connsiteY3" fmla="*/ 25791 h 329840"/>
                <a:gd name="connsiteX4" fmla="*/ 161199 w 462374"/>
                <a:gd name="connsiteY4" fmla="*/ 0 h 329840"/>
                <a:gd name="connsiteX5" fmla="*/ 241417 w 462374"/>
                <a:gd name="connsiteY5" fmla="*/ 30292 h 329840"/>
                <a:gd name="connsiteX6" fmla="*/ 349327 w 462374"/>
                <a:gd name="connsiteY6" fmla="*/ 0 h 329840"/>
                <a:gd name="connsiteX7" fmla="*/ 462375 w 462374"/>
                <a:gd name="connsiteY7" fmla="*/ 155214 h 329840"/>
                <a:gd name="connsiteX8" fmla="*/ 462375 w 462374"/>
                <a:gd name="connsiteY8" fmla="*/ 329747 h 329840"/>
                <a:gd name="connsiteX9" fmla="*/ 376352 w 462374"/>
                <a:gd name="connsiteY9" fmla="*/ 329747 h 329840"/>
                <a:gd name="connsiteX10" fmla="*/ 376352 w 462374"/>
                <a:gd name="connsiteY10" fmla="*/ 157746 h 329840"/>
                <a:gd name="connsiteX11" fmla="*/ 331437 w 462374"/>
                <a:gd name="connsiteY11" fmla="*/ 77279 h 329840"/>
                <a:gd name="connsiteX12" fmla="*/ 271678 w 462374"/>
                <a:gd name="connsiteY12" fmla="*/ 89471 h 329840"/>
                <a:gd name="connsiteX13" fmla="*/ 274247 w 462374"/>
                <a:gd name="connsiteY13" fmla="*/ 162904 h 329840"/>
                <a:gd name="connsiteX14" fmla="*/ 274247 w 462374"/>
                <a:gd name="connsiteY14" fmla="*/ 329747 h 329840"/>
                <a:gd name="connsiteX15" fmla="*/ 188224 w 462374"/>
                <a:gd name="connsiteY15" fmla="*/ 329747 h 329840"/>
                <a:gd name="connsiteX16" fmla="*/ 188224 w 462374"/>
                <a:gd name="connsiteY16" fmla="*/ 164217 h 329840"/>
                <a:gd name="connsiteX17" fmla="*/ 143309 w 462374"/>
                <a:gd name="connsiteY17" fmla="*/ 77279 h 329840"/>
                <a:gd name="connsiteX18" fmla="*/ 86118 w 462374"/>
                <a:gd name="connsiteY18" fmla="*/ 88908 h 329840"/>
                <a:gd name="connsiteX19" fmla="*/ 86118 w 462374"/>
                <a:gd name="connsiteY19" fmla="*/ 329841 h 329840"/>
                <a:gd name="connsiteX20" fmla="*/ 95 w 462374"/>
                <a:gd name="connsiteY20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7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796" y="0"/>
                    <a:pt x="161199" y="0"/>
                  </a:cubicBezTo>
                  <a:cubicBezTo>
                    <a:pt x="197168" y="0"/>
                    <a:pt x="222195" y="9660"/>
                    <a:pt x="241417" y="30292"/>
                  </a:cubicBezTo>
                  <a:cubicBezTo>
                    <a:pt x="241417" y="30292"/>
                    <a:pt x="300511" y="0"/>
                    <a:pt x="349327" y="0"/>
                  </a:cubicBezTo>
                  <a:cubicBezTo>
                    <a:pt x="436682" y="0"/>
                    <a:pt x="462375" y="51488"/>
                    <a:pt x="462375" y="155214"/>
                  </a:cubicBezTo>
                  <a:lnTo>
                    <a:pt x="462375" y="329747"/>
                  </a:lnTo>
                  <a:lnTo>
                    <a:pt x="376352" y="329747"/>
                  </a:lnTo>
                  <a:lnTo>
                    <a:pt x="376352" y="157746"/>
                  </a:lnTo>
                  <a:cubicBezTo>
                    <a:pt x="376352" y="108790"/>
                    <a:pt x="369881" y="77279"/>
                    <a:pt x="331437" y="77279"/>
                  </a:cubicBezTo>
                  <a:cubicBezTo>
                    <a:pt x="305744" y="77279"/>
                    <a:pt x="271678" y="89471"/>
                    <a:pt x="271678" y="89471"/>
                  </a:cubicBezTo>
                  <a:cubicBezTo>
                    <a:pt x="271678" y="89471"/>
                    <a:pt x="274247" y="137770"/>
                    <a:pt x="274247" y="162904"/>
                  </a:cubicBezTo>
                  <a:lnTo>
                    <a:pt x="274247" y="329747"/>
                  </a:lnTo>
                  <a:lnTo>
                    <a:pt x="188224" y="329747"/>
                  </a:lnTo>
                  <a:lnTo>
                    <a:pt x="188224" y="164217"/>
                  </a:lnTo>
                  <a:cubicBezTo>
                    <a:pt x="188224" y="106258"/>
                    <a:pt x="183085" y="77279"/>
                    <a:pt x="143309" y="77279"/>
                  </a:cubicBezTo>
                  <a:cubicBezTo>
                    <a:pt x="115047" y="77279"/>
                    <a:pt x="86118" y="88908"/>
                    <a:pt x="86118" y="88908"/>
                  </a:cubicBezTo>
                  <a:lnTo>
                    <a:pt x="86118" y="329841"/>
                  </a:lnTo>
                  <a:lnTo>
                    <a:pt x="95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20728AF-8585-B6F2-A1A1-60611D781B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41501" y="894712"/>
              <a:ext cx="278814" cy="329840"/>
            </a:xfrm>
            <a:custGeom>
              <a:avLst/>
              <a:gdLst>
                <a:gd name="connsiteX0" fmla="*/ 0 w 278814"/>
                <a:gd name="connsiteY0" fmla="*/ 329841 h 329840"/>
                <a:gd name="connsiteX1" fmla="*/ 0 w 278814"/>
                <a:gd name="connsiteY1" fmla="*/ 7784 h 329840"/>
                <a:gd name="connsiteX2" fmla="*/ 85452 w 278814"/>
                <a:gd name="connsiteY2" fmla="*/ 7784 h 329840"/>
                <a:gd name="connsiteX3" fmla="*/ 85452 w 278814"/>
                <a:gd name="connsiteY3" fmla="*/ 25791 h 329840"/>
                <a:gd name="connsiteX4" fmla="*/ 165766 w 278814"/>
                <a:gd name="connsiteY4" fmla="*/ 0 h 329840"/>
                <a:gd name="connsiteX5" fmla="*/ 278814 w 278814"/>
                <a:gd name="connsiteY5" fmla="*/ 155214 h 329840"/>
                <a:gd name="connsiteX6" fmla="*/ 278814 w 278814"/>
                <a:gd name="connsiteY6" fmla="*/ 329747 h 329840"/>
                <a:gd name="connsiteX7" fmla="*/ 192791 w 278814"/>
                <a:gd name="connsiteY7" fmla="*/ 329747 h 329840"/>
                <a:gd name="connsiteX8" fmla="*/ 192791 w 278814"/>
                <a:gd name="connsiteY8" fmla="*/ 157746 h 329840"/>
                <a:gd name="connsiteX9" fmla="*/ 144641 w 278814"/>
                <a:gd name="connsiteY9" fmla="*/ 77279 h 329840"/>
                <a:gd name="connsiteX10" fmla="*/ 86214 w 278814"/>
                <a:gd name="connsiteY10" fmla="*/ 88908 h 329840"/>
                <a:gd name="connsiteX11" fmla="*/ 86214 w 278814"/>
                <a:gd name="connsiteY11" fmla="*/ 329841 h 329840"/>
                <a:gd name="connsiteX12" fmla="*/ 190 w 278814"/>
                <a:gd name="connsiteY12" fmla="*/ 329841 h 32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14" h="329840">
                  <a:moveTo>
                    <a:pt x="0" y="329841"/>
                  </a:moveTo>
                  <a:lnTo>
                    <a:pt x="0" y="7784"/>
                  </a:lnTo>
                  <a:lnTo>
                    <a:pt x="85452" y="7784"/>
                  </a:lnTo>
                  <a:lnTo>
                    <a:pt x="85452" y="25791"/>
                  </a:lnTo>
                  <a:cubicBezTo>
                    <a:pt x="85452" y="25791"/>
                    <a:pt x="129130" y="0"/>
                    <a:pt x="165766" y="0"/>
                  </a:cubicBezTo>
                  <a:cubicBezTo>
                    <a:pt x="255691" y="0"/>
                    <a:pt x="278814" y="56646"/>
                    <a:pt x="278814" y="155214"/>
                  </a:cubicBezTo>
                  <a:lnTo>
                    <a:pt x="278814" y="329747"/>
                  </a:lnTo>
                  <a:lnTo>
                    <a:pt x="192791" y="329747"/>
                  </a:lnTo>
                  <a:lnTo>
                    <a:pt x="192791" y="157746"/>
                  </a:lnTo>
                  <a:cubicBezTo>
                    <a:pt x="192791" y="108790"/>
                    <a:pt x="186320" y="77279"/>
                    <a:pt x="144641" y="77279"/>
                  </a:cubicBezTo>
                  <a:cubicBezTo>
                    <a:pt x="114476" y="77279"/>
                    <a:pt x="86214" y="88908"/>
                    <a:pt x="86214" y="88908"/>
                  </a:cubicBezTo>
                  <a:lnTo>
                    <a:pt x="86214" y="329841"/>
                  </a:lnTo>
                  <a:lnTo>
                    <a:pt x="190" y="329841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6AF5BF8-7731-A2D4-3CE2-A438D988A7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64226" y="773636"/>
              <a:ext cx="283096" cy="450916"/>
            </a:xfrm>
            <a:custGeom>
              <a:avLst/>
              <a:gdLst>
                <a:gd name="connsiteX0" fmla="*/ 283096 w 283096"/>
                <a:gd name="connsiteY0" fmla="*/ 128860 h 450916"/>
                <a:gd name="connsiteX1" fmla="*/ 182609 w 283096"/>
                <a:gd name="connsiteY1" fmla="*/ 128860 h 450916"/>
                <a:gd name="connsiteX2" fmla="*/ 86023 w 283096"/>
                <a:gd name="connsiteY2" fmla="*/ 276571 h 450916"/>
                <a:gd name="connsiteX3" fmla="*/ 86023 w 283096"/>
                <a:gd name="connsiteY3" fmla="*/ 0 h 450916"/>
                <a:gd name="connsiteX4" fmla="*/ 0 w 283096"/>
                <a:gd name="connsiteY4" fmla="*/ 0 h 450916"/>
                <a:gd name="connsiteX5" fmla="*/ 0 w 283096"/>
                <a:gd name="connsiteY5" fmla="*/ 450916 h 450916"/>
                <a:gd name="connsiteX6" fmla="*/ 86023 w 283096"/>
                <a:gd name="connsiteY6" fmla="*/ 450916 h 450916"/>
                <a:gd name="connsiteX7" fmla="*/ 86023 w 283096"/>
                <a:gd name="connsiteY7" fmla="*/ 303299 h 450916"/>
                <a:gd name="connsiteX8" fmla="*/ 182609 w 283096"/>
                <a:gd name="connsiteY8" fmla="*/ 450916 h 450916"/>
                <a:gd name="connsiteX9" fmla="*/ 283096 w 283096"/>
                <a:gd name="connsiteY9" fmla="*/ 450916 h 450916"/>
                <a:gd name="connsiteX10" fmla="*/ 177756 w 283096"/>
                <a:gd name="connsiteY10" fmla="*/ 289888 h 450916"/>
                <a:gd name="connsiteX11" fmla="*/ 283096 w 283096"/>
                <a:gd name="connsiteY11" fmla="*/ 128860 h 45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3096" h="450916">
                  <a:moveTo>
                    <a:pt x="283096" y="128860"/>
                  </a:moveTo>
                  <a:lnTo>
                    <a:pt x="182609" y="128860"/>
                  </a:lnTo>
                  <a:lnTo>
                    <a:pt x="86023" y="276571"/>
                  </a:lnTo>
                  <a:lnTo>
                    <a:pt x="86023" y="0"/>
                  </a:lnTo>
                  <a:lnTo>
                    <a:pt x="0" y="0"/>
                  </a:lnTo>
                  <a:lnTo>
                    <a:pt x="0" y="450916"/>
                  </a:lnTo>
                  <a:lnTo>
                    <a:pt x="86023" y="450916"/>
                  </a:lnTo>
                  <a:lnTo>
                    <a:pt x="86023" y="303299"/>
                  </a:lnTo>
                  <a:lnTo>
                    <a:pt x="182609" y="450916"/>
                  </a:lnTo>
                  <a:lnTo>
                    <a:pt x="283096" y="450916"/>
                  </a:lnTo>
                  <a:lnTo>
                    <a:pt x="177756" y="289888"/>
                  </a:lnTo>
                  <a:lnTo>
                    <a:pt x="283096" y="128860"/>
                  </a:ln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B5B6B78-1BA5-A4FC-5ABE-A5D7950920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19009" y="894712"/>
              <a:ext cx="278719" cy="337530"/>
            </a:xfrm>
            <a:custGeom>
              <a:avLst/>
              <a:gdLst>
                <a:gd name="connsiteX0" fmla="*/ 278148 w 278719"/>
                <a:gd name="connsiteY0" fmla="*/ 7784 h 337530"/>
                <a:gd name="connsiteX1" fmla="*/ 192696 w 278719"/>
                <a:gd name="connsiteY1" fmla="*/ 7784 h 337530"/>
                <a:gd name="connsiteX2" fmla="*/ 192696 w 278719"/>
                <a:gd name="connsiteY2" fmla="*/ 25791 h 337530"/>
                <a:gd name="connsiteX3" fmla="*/ 112382 w 278719"/>
                <a:gd name="connsiteY3" fmla="*/ 0 h 337530"/>
                <a:gd name="connsiteX4" fmla="*/ 0 w 278719"/>
                <a:gd name="connsiteY4" fmla="*/ 182317 h 337530"/>
                <a:gd name="connsiteX5" fmla="*/ 113048 w 278719"/>
                <a:gd name="connsiteY5" fmla="*/ 337531 h 337530"/>
                <a:gd name="connsiteX6" fmla="*/ 192030 w 278719"/>
                <a:gd name="connsiteY6" fmla="*/ 312490 h 337530"/>
                <a:gd name="connsiteX7" fmla="*/ 192030 w 278719"/>
                <a:gd name="connsiteY7" fmla="*/ 329747 h 337530"/>
                <a:gd name="connsiteX8" fmla="*/ 278719 w 278719"/>
                <a:gd name="connsiteY8" fmla="*/ 329747 h 337530"/>
                <a:gd name="connsiteX9" fmla="*/ 278719 w 278719"/>
                <a:gd name="connsiteY9" fmla="*/ 7784 h 337530"/>
                <a:gd name="connsiteX10" fmla="*/ 278053 w 278719"/>
                <a:gd name="connsiteY10" fmla="*/ 7784 h 337530"/>
                <a:gd name="connsiteX11" fmla="*/ 134269 w 278719"/>
                <a:gd name="connsiteY11" fmla="*/ 260252 h 337530"/>
                <a:gd name="connsiteX12" fmla="*/ 86118 w 278719"/>
                <a:gd name="connsiteY12" fmla="*/ 179785 h 337530"/>
                <a:gd name="connsiteX13" fmla="*/ 86118 w 278719"/>
                <a:gd name="connsiteY13" fmla="*/ 136926 h 337530"/>
                <a:gd name="connsiteX14" fmla="*/ 133603 w 278719"/>
                <a:gd name="connsiteY14" fmla="*/ 77372 h 337530"/>
                <a:gd name="connsiteX15" fmla="*/ 192030 w 278719"/>
                <a:gd name="connsiteY15" fmla="*/ 89002 h 337530"/>
                <a:gd name="connsiteX16" fmla="*/ 192030 w 278719"/>
                <a:gd name="connsiteY16" fmla="*/ 248998 h 337530"/>
                <a:gd name="connsiteX17" fmla="*/ 134269 w 278719"/>
                <a:gd name="connsiteY17" fmla="*/ 260346 h 337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8719" h="337530">
                  <a:moveTo>
                    <a:pt x="278148" y="7784"/>
                  </a:moveTo>
                  <a:lnTo>
                    <a:pt x="192696" y="7784"/>
                  </a:lnTo>
                  <a:lnTo>
                    <a:pt x="192696" y="25791"/>
                  </a:lnTo>
                  <a:cubicBezTo>
                    <a:pt x="192696" y="25791"/>
                    <a:pt x="149018" y="0"/>
                    <a:pt x="112382" y="0"/>
                  </a:cubicBezTo>
                  <a:cubicBezTo>
                    <a:pt x="22458" y="0"/>
                    <a:pt x="0" y="83750"/>
                    <a:pt x="0" y="182317"/>
                  </a:cubicBezTo>
                  <a:cubicBezTo>
                    <a:pt x="0" y="280885"/>
                    <a:pt x="23123" y="337531"/>
                    <a:pt x="113048" y="337531"/>
                  </a:cubicBezTo>
                  <a:cubicBezTo>
                    <a:pt x="146164" y="337531"/>
                    <a:pt x="184798" y="316617"/>
                    <a:pt x="192030" y="312490"/>
                  </a:cubicBezTo>
                  <a:lnTo>
                    <a:pt x="192030" y="329747"/>
                  </a:lnTo>
                  <a:lnTo>
                    <a:pt x="278719" y="329747"/>
                  </a:lnTo>
                  <a:lnTo>
                    <a:pt x="278719" y="7784"/>
                  </a:lnTo>
                  <a:lnTo>
                    <a:pt x="278053" y="7784"/>
                  </a:lnTo>
                  <a:close/>
                  <a:moveTo>
                    <a:pt x="134269" y="260252"/>
                  </a:moveTo>
                  <a:cubicBezTo>
                    <a:pt x="92494" y="260252"/>
                    <a:pt x="86118" y="228741"/>
                    <a:pt x="86118" y="179785"/>
                  </a:cubicBezTo>
                  <a:lnTo>
                    <a:pt x="86118" y="136926"/>
                  </a:lnTo>
                  <a:cubicBezTo>
                    <a:pt x="88307" y="100256"/>
                    <a:pt x="98299" y="77372"/>
                    <a:pt x="133603" y="77372"/>
                  </a:cubicBezTo>
                  <a:cubicBezTo>
                    <a:pt x="163768" y="77372"/>
                    <a:pt x="192030" y="89002"/>
                    <a:pt x="192030" y="89002"/>
                  </a:cubicBezTo>
                  <a:lnTo>
                    <a:pt x="192030" y="248998"/>
                  </a:lnTo>
                  <a:cubicBezTo>
                    <a:pt x="188794" y="250311"/>
                    <a:pt x="162531" y="260346"/>
                    <a:pt x="134269" y="260346"/>
                  </a:cubicBezTo>
                  <a:close/>
                </a:path>
              </a:pathLst>
            </a:custGeom>
            <a:grpFill/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96AB833-CD68-51B2-E972-551E61D566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8505" y="620486"/>
              <a:ext cx="320779" cy="306394"/>
            </a:xfrm>
            <a:custGeom>
              <a:avLst/>
              <a:gdLst>
                <a:gd name="connsiteX0" fmla="*/ 320684 w 320779"/>
                <a:gd name="connsiteY0" fmla="*/ 155964 h 306394"/>
                <a:gd name="connsiteX1" fmla="*/ 298893 w 320779"/>
                <a:gd name="connsiteY1" fmla="*/ 78404 h 306394"/>
                <a:gd name="connsiteX2" fmla="*/ 179469 w 320779"/>
                <a:gd name="connsiteY2" fmla="*/ 136738 h 306394"/>
                <a:gd name="connsiteX3" fmla="*/ 205923 w 320779"/>
                <a:gd name="connsiteY3" fmla="*/ 6471 h 306394"/>
                <a:gd name="connsiteX4" fmla="*/ 160342 w 320779"/>
                <a:gd name="connsiteY4" fmla="*/ 0 h 306394"/>
                <a:gd name="connsiteX5" fmla="*/ 114761 w 320779"/>
                <a:gd name="connsiteY5" fmla="*/ 6471 h 306394"/>
                <a:gd name="connsiteX6" fmla="*/ 141215 w 320779"/>
                <a:gd name="connsiteY6" fmla="*/ 136738 h 306394"/>
                <a:gd name="connsiteX7" fmla="*/ 21791 w 320779"/>
                <a:gd name="connsiteY7" fmla="*/ 78404 h 306394"/>
                <a:gd name="connsiteX8" fmla="*/ 0 w 320779"/>
                <a:gd name="connsiteY8" fmla="*/ 155964 h 306394"/>
                <a:gd name="connsiteX9" fmla="*/ 129416 w 320779"/>
                <a:gd name="connsiteY9" fmla="*/ 172657 h 306394"/>
                <a:gd name="connsiteX10" fmla="*/ 52527 w 320779"/>
                <a:gd name="connsiteY10" fmla="*/ 248154 h 306394"/>
                <a:gd name="connsiteX11" fmla="*/ 114190 w 320779"/>
                <a:gd name="connsiteY11" fmla="*/ 287825 h 306394"/>
                <a:gd name="connsiteX12" fmla="*/ 160818 w 320779"/>
                <a:gd name="connsiteY12" fmla="*/ 194791 h 306394"/>
                <a:gd name="connsiteX13" fmla="*/ 216105 w 320779"/>
                <a:gd name="connsiteY13" fmla="*/ 306394 h 306394"/>
                <a:gd name="connsiteX14" fmla="*/ 281764 w 320779"/>
                <a:gd name="connsiteY14" fmla="*/ 261472 h 306394"/>
                <a:gd name="connsiteX15" fmla="*/ 191364 w 320779"/>
                <a:gd name="connsiteY15" fmla="*/ 172751 h 306394"/>
                <a:gd name="connsiteX16" fmla="*/ 320779 w 320779"/>
                <a:gd name="connsiteY16" fmla="*/ 156058 h 30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0779" h="306394">
                  <a:moveTo>
                    <a:pt x="320684" y="155964"/>
                  </a:moveTo>
                  <a:cubicBezTo>
                    <a:pt x="320304" y="127735"/>
                    <a:pt x="312405" y="101194"/>
                    <a:pt x="298893" y="78404"/>
                  </a:cubicBezTo>
                  <a:lnTo>
                    <a:pt x="179469" y="136738"/>
                  </a:lnTo>
                  <a:lnTo>
                    <a:pt x="205923" y="6471"/>
                  </a:lnTo>
                  <a:cubicBezTo>
                    <a:pt x="191459" y="2251"/>
                    <a:pt x="176138" y="0"/>
                    <a:pt x="160342" y="0"/>
                  </a:cubicBezTo>
                  <a:cubicBezTo>
                    <a:pt x="144546" y="0"/>
                    <a:pt x="129225" y="2251"/>
                    <a:pt x="114761" y="6471"/>
                  </a:cubicBezTo>
                  <a:lnTo>
                    <a:pt x="141215" y="136738"/>
                  </a:lnTo>
                  <a:lnTo>
                    <a:pt x="21791" y="78404"/>
                  </a:lnTo>
                  <a:cubicBezTo>
                    <a:pt x="8279" y="101194"/>
                    <a:pt x="381" y="127735"/>
                    <a:pt x="0" y="155964"/>
                  </a:cubicBezTo>
                  <a:lnTo>
                    <a:pt x="129416" y="172657"/>
                  </a:lnTo>
                  <a:lnTo>
                    <a:pt x="52527" y="248154"/>
                  </a:lnTo>
                  <a:cubicBezTo>
                    <a:pt x="79362" y="254625"/>
                    <a:pt x="99916" y="268036"/>
                    <a:pt x="114190" y="287825"/>
                  </a:cubicBezTo>
                  <a:lnTo>
                    <a:pt x="160818" y="194791"/>
                  </a:lnTo>
                  <a:lnTo>
                    <a:pt x="216105" y="306394"/>
                  </a:lnTo>
                  <a:cubicBezTo>
                    <a:pt x="241703" y="297016"/>
                    <a:pt x="264255" y="281448"/>
                    <a:pt x="281764" y="261472"/>
                  </a:cubicBezTo>
                  <a:lnTo>
                    <a:pt x="191364" y="172751"/>
                  </a:lnTo>
                  <a:lnTo>
                    <a:pt x="320779" y="156058"/>
                  </a:lnTo>
                  <a:close/>
                </a:path>
              </a:pathLst>
            </a:custGeom>
            <a:solidFill>
              <a:schemeClr val="tx2"/>
            </a:solidFill>
            <a:ln w="94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ED84CE-45FC-AECE-AA89-55BE6C45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041" y="1603332"/>
            <a:ext cx="11060482" cy="4573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5A70F-BA3E-38CD-1508-9E3C71BD7BD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572887" y="63500"/>
            <a:ext cx="1071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Workhuman Public</a:t>
            </a:r>
          </a:p>
        </p:txBody>
      </p:sp>
    </p:spTree>
    <p:extLst>
      <p:ext uri="{BB962C8B-B14F-4D97-AF65-F5344CB8AC3E}">
        <p14:creationId xmlns:p14="http://schemas.microsoft.com/office/powerpoint/2010/main" val="41090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</p:sldLayoutIdLst>
  <p:txStyles>
    <p:titleStyle>
      <a:lvl1pPr marL="0" marR="0" indent="0" algn="l" defTabSz="914400" rtl="0" eaLnBrk="1" fontAlgn="auto" latinLnBrk="0" hangingPunct="1">
        <a:lnSpc>
          <a:spcPts val="36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lang="en-US" sz="3200" b="1" i="0" kern="1200" normalizeH="0" baseline="0" dirty="0">
          <a:solidFill>
            <a:schemeClr val="tx1"/>
          </a:solidFill>
          <a:latin typeface="+mj-lt"/>
          <a:ea typeface="Geologica Cursive Medium Cursive" pitchFamily="2" charset="0"/>
          <a:cs typeface="Geologica Cursive Medium Cursive" pitchFamily="2" charset="0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200"/>
        </a:spcBef>
        <a:buClrTx/>
        <a:buFont typeface="Arial" panose="020B0604020202020204" pitchFamily="34" charset="0"/>
        <a:buNone/>
        <a:tabLst/>
        <a:defRPr lang="en-US" sz="1600" b="0" kern="1200" spc="2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12713" algn="l" defTabSz="914400" rtl="0" eaLnBrk="1" latinLnBrk="0" hangingPunct="1">
        <a:lnSpc>
          <a:spcPts val="1600"/>
        </a:lnSpc>
        <a:spcBef>
          <a:spcPts val="600"/>
        </a:spcBef>
        <a:buClrTx/>
        <a:buSzPct val="100000"/>
        <a:buFont typeface="Arial" panose="020B0604020202020204" pitchFamily="34" charset="0"/>
        <a:buChar char="•"/>
        <a:tabLst/>
        <a:defRPr lang="en-US" sz="1600" b="0" kern="1200" spc="2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915988" indent="-115888" algn="l" defTabSz="914400" rtl="0" eaLnBrk="1" latinLnBrk="0" hangingPunct="1">
        <a:lnSpc>
          <a:spcPts val="1600"/>
        </a:lnSpc>
        <a:spcBef>
          <a:spcPts val="600"/>
        </a:spcBef>
        <a:buClrTx/>
        <a:buSzPct val="100000"/>
        <a:buFont typeface="Arial" panose="020B0604020202020204" pitchFamily="34" charset="0"/>
        <a:buChar char="•"/>
        <a:tabLst/>
        <a:defRPr lang="en-US" sz="1600" b="0" i="0" kern="1200" spc="2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112713" algn="l" defTabSz="914400" rtl="0" eaLnBrk="1" latinLnBrk="0" hangingPunct="1">
        <a:lnSpc>
          <a:spcPts val="1600"/>
        </a:lnSpc>
        <a:spcBef>
          <a:spcPts val="600"/>
        </a:spcBef>
        <a:buClrTx/>
        <a:buSzPct val="100000"/>
        <a:buFont typeface="Arial" panose="020B0604020202020204" pitchFamily="34" charset="0"/>
        <a:buChar char="•"/>
        <a:tabLst/>
        <a:defRPr lang="en-US" sz="1600" b="0" i="0" kern="1200" spc="2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1830388" indent="-112713" algn="l" defTabSz="914400" rtl="0" eaLnBrk="1" latinLnBrk="0" hangingPunct="1">
        <a:lnSpc>
          <a:spcPts val="1600"/>
        </a:lnSpc>
        <a:spcBef>
          <a:spcPts val="600"/>
        </a:spcBef>
        <a:buClrTx/>
        <a:buSzPct val="100000"/>
        <a:buFont typeface="Arial" panose="020B0604020202020204" pitchFamily="34" charset="0"/>
        <a:buChar char="•"/>
        <a:tabLst/>
        <a:defRPr lang="en-US" sz="1600" b="0" i="0" kern="1200" spc="2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56">
          <p15:clr>
            <a:srgbClr val="A4A3A4"/>
          </p15:clr>
        </p15:guide>
        <p15:guide id="37" orient="horz" pos="576">
          <p15:clr>
            <a:srgbClr val="F26B43"/>
          </p15:clr>
        </p15:guide>
        <p15:guide id="38" pos="2688">
          <p15:clr>
            <a:srgbClr val="F26B43"/>
          </p15:clr>
        </p15:guide>
        <p15:guide id="39" pos="4992">
          <p15:clr>
            <a:srgbClr val="F26B43"/>
          </p15:clr>
        </p15:guide>
        <p15:guide id="40" orient="horz" pos="4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khuman.com/company/career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96F5-6A33-7E64-99FB-58376BAA4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79675"/>
          </a:xfrm>
        </p:spPr>
        <p:txBody>
          <a:bodyPr/>
          <a:lstStyle/>
          <a:p>
            <a:r>
              <a:rPr lang="en-US" sz="4800" dirty="0"/>
              <a:t>Industry Engagement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0BEA6-96E9-B210-A7DE-A4354669E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Sophie Renshaw</a:t>
            </a:r>
          </a:p>
          <a:p>
            <a:r>
              <a:rPr lang="en-US" dirty="0"/>
              <a:t>Senior QA Engineer – AI Engineering</a:t>
            </a:r>
          </a:p>
          <a:p>
            <a:r>
              <a:rPr lang="en-US" dirty="0" err="1"/>
              <a:t>Workhuman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73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B93CC59-5F35-CBFB-5B52-C7D659B5EE6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Sophie Renshaw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9B971-E6AE-C5BC-275C-5F7CB5A9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 &amp; my career (so far)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CA2AA-9D6C-86FF-BFD6-5A152023CE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1642533"/>
            <a:ext cx="10735734" cy="20385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BSc in Applied Computing from SETU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MSc in Artificial Intelligence from DCU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Various QA &amp; AI Engineer roles across Telecommunications, Finance &amp; HR industries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Senior QA Engineer for </a:t>
            </a:r>
            <a:r>
              <a:rPr lang="en-US" dirty="0" err="1"/>
              <a:t>Workhuman</a:t>
            </a:r>
            <a:r>
              <a:rPr lang="en-US" dirty="0"/>
              <a:t> in AI Engineering Team</a:t>
            </a:r>
          </a:p>
        </p:txBody>
      </p:sp>
      <p:pic>
        <p:nvPicPr>
          <p:cNvPr id="2050" name="Picture 2" descr="Errigal Inc | LinkedIn">
            <a:extLst>
              <a:ext uri="{FF2B5EF4-FFF2-40B4-BE49-F238E27FC236}">
                <a16:creationId xmlns:a16="http://schemas.microsoft.com/office/drawing/2014/main" id="{50EF67EF-5DF0-4FCA-8E18-C8B18FCD3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77" y="3613625"/>
            <a:ext cx="1406592" cy="1406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2" name="Picture 4" descr="SETU Wexford Campus is personal ...">
            <a:extLst>
              <a:ext uri="{FF2B5EF4-FFF2-40B4-BE49-F238E27FC236}">
                <a16:creationId xmlns:a16="http://schemas.microsoft.com/office/drawing/2014/main" id="{7AD0AE43-E2C3-7796-45B3-05BA9943B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97" y="3613625"/>
            <a:ext cx="1406593" cy="14065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4" name="Picture 6" descr="Dublin City University (DCU) MBA - MBA ...">
            <a:extLst>
              <a:ext uri="{FF2B5EF4-FFF2-40B4-BE49-F238E27FC236}">
                <a16:creationId xmlns:a16="http://schemas.microsoft.com/office/drawing/2014/main" id="{B92807D0-5D29-35D5-4204-E8129EEFC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274" y="5269793"/>
            <a:ext cx="1406592" cy="1406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6" name="Picture 8" descr="Deutsche Bank - YouTube">
            <a:extLst>
              <a:ext uri="{FF2B5EF4-FFF2-40B4-BE49-F238E27FC236}">
                <a16:creationId xmlns:a16="http://schemas.microsoft.com/office/drawing/2014/main" id="{3378D83A-642F-7CC3-32CA-AD26EF9B1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904" y="5269790"/>
            <a:ext cx="1406593" cy="14065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8" name="Picture 10" descr="Workhuman – Apps on Google Play">
            <a:extLst>
              <a:ext uri="{FF2B5EF4-FFF2-40B4-BE49-F238E27FC236}">
                <a16:creationId xmlns:a16="http://schemas.microsoft.com/office/drawing/2014/main" id="{FD6EF681-72D3-C798-D51B-5864042D7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064" y="5269790"/>
            <a:ext cx="1406593" cy="14065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A58E01-0AC6-7420-3BD6-5DA9F3B4FD84}"/>
              </a:ext>
            </a:extLst>
          </p:cNvPr>
          <p:cNvCxnSpPr/>
          <p:nvPr/>
        </p:nvCxnSpPr>
        <p:spPr>
          <a:xfrm>
            <a:off x="6049590" y="6081326"/>
            <a:ext cx="68959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701B98-F275-5CE5-0311-4A32E03DA6B7}"/>
              </a:ext>
            </a:extLst>
          </p:cNvPr>
          <p:cNvCxnSpPr/>
          <p:nvPr/>
        </p:nvCxnSpPr>
        <p:spPr>
          <a:xfrm>
            <a:off x="8451777" y="6081326"/>
            <a:ext cx="68959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AAB191-4D2D-AB68-63E0-69F328575BCA}"/>
              </a:ext>
            </a:extLst>
          </p:cNvPr>
          <p:cNvCxnSpPr/>
          <p:nvPr/>
        </p:nvCxnSpPr>
        <p:spPr>
          <a:xfrm>
            <a:off x="2457892" y="4316921"/>
            <a:ext cx="68959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55EA19D-0F94-507B-2E98-4F58CE4F2D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51274" y="5385335"/>
            <a:ext cx="885462" cy="472206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A8FF9BC-4D19-5677-EC66-D26A7B2A9411}"/>
              </a:ext>
            </a:extLst>
          </p:cNvPr>
          <p:cNvCxnSpPr>
            <a:cxnSpLocks/>
          </p:cNvCxnSpPr>
          <p:nvPr/>
        </p:nvCxnSpPr>
        <p:spPr>
          <a:xfrm>
            <a:off x="4859009" y="4316922"/>
            <a:ext cx="2757191" cy="861785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73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2FC0F5B-116D-FC9D-EC96-9ED1B962B57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/>
              <a:t>Make Work More Human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29D0B9-829D-B553-2A23-209AD8BF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Workhuman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89E76-0F83-F8C5-F22B-2E38C5DDA65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Worlds #1 rated employee recognition platform with the goal of celebrating good work &amp; building culture.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Recognition moment every 2 seconds for over 7.5 million employees across 180 countries – that’s a lot of data!!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Tools that include:</a:t>
            </a:r>
          </a:p>
          <a:p>
            <a:pPr marL="835977" lvl="1"/>
            <a:r>
              <a:rPr lang="en-US" sz="1800" dirty="0"/>
              <a:t>Peer-to-peer recognition</a:t>
            </a:r>
          </a:p>
          <a:p>
            <a:pPr marL="835977" lvl="1"/>
            <a:r>
              <a:rPr lang="en-US" sz="1800" dirty="0"/>
              <a:t>Service Milestones</a:t>
            </a:r>
          </a:p>
          <a:p>
            <a:pPr marL="835977" lvl="1"/>
            <a:r>
              <a:rPr lang="en-US" sz="1800" dirty="0"/>
              <a:t>Community Celebrations</a:t>
            </a:r>
          </a:p>
          <a:p>
            <a:pPr marL="835977" lvl="1"/>
            <a:r>
              <a:rPr lang="en-US" sz="1800" dirty="0"/>
              <a:t>Life Events</a:t>
            </a:r>
          </a:p>
          <a:p>
            <a:pPr marL="835977" lvl="1"/>
            <a:r>
              <a:rPr lang="en-US" sz="1800" dirty="0"/>
              <a:t>Conversations</a:t>
            </a:r>
          </a:p>
          <a:p>
            <a:pPr marL="835977" lvl="1"/>
            <a:r>
              <a:rPr lang="en-US" sz="1800" dirty="0"/>
              <a:t>Human Intelligence &amp; </a:t>
            </a:r>
            <a:r>
              <a:rPr lang="en-US" sz="1800" dirty="0" err="1"/>
              <a:t>Workhuman</a:t>
            </a:r>
            <a:r>
              <a:rPr lang="en-US" sz="1800" dirty="0"/>
              <a:t> IQ</a:t>
            </a:r>
          </a:p>
          <a:p>
            <a:pPr marL="835977" lvl="1"/>
            <a:endParaRPr lang="en-US" dirty="0"/>
          </a:p>
          <a:p>
            <a:pPr lvl="1" indent="0">
              <a:buNone/>
            </a:pPr>
            <a:endParaRPr lang="en-US" dirty="0"/>
          </a:p>
          <a:p>
            <a:pPr lvl="1" indent="0">
              <a:buNone/>
            </a:pPr>
            <a:r>
              <a:rPr lang="en-US" sz="1200" dirty="0">
                <a:hlinkClick r:id="rId3"/>
              </a:rPr>
              <a:t>https://www.workhuman.com/company/careers/</a:t>
            </a:r>
            <a:endParaRPr lang="en-US" sz="1200" dirty="0"/>
          </a:p>
          <a:p>
            <a:pPr lvl="1" indent="0">
              <a:buNone/>
            </a:pPr>
            <a:endParaRPr lang="en-US" dirty="0"/>
          </a:p>
        </p:txBody>
      </p:sp>
      <p:pic>
        <p:nvPicPr>
          <p:cNvPr id="3074" name="Picture 2" descr="A recognition moment on the Workhuman platform features an award titled &quot;Respect for Teamwork,&quot; awarded to Ellen MacGowan by Terry Collins on March 8, 2022. The text highlights the importance of teamwork, stating that decision-making can be challenging, and emphasizes the value of a framework to simplify the process. A feedback section praises Ellen's coaching sessions for enhancing knowledge sharing within the team. The interface includes options for congratulating the recipient or sharing the recognition.">
            <a:extLst>
              <a:ext uri="{FF2B5EF4-FFF2-40B4-BE49-F238E27FC236}">
                <a16:creationId xmlns:a16="http://schemas.microsoft.com/office/drawing/2014/main" id="{FFEB8ADF-9323-B308-47D2-DA834896D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33234"/>
            <a:ext cx="5253122" cy="372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1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096995-AA75-42EA-35D9-0037E9DE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1173565"/>
            <a:ext cx="4278446" cy="3069320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B8D28297-48A8-A1CE-D433-8EB09A000C8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dirty="0" err="1"/>
              <a:t>Workhuman’s</a:t>
            </a:r>
            <a:r>
              <a:rPr lang="en-US" dirty="0"/>
              <a:t> AI Assistant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89A2B5-3E4C-3718-4AB0-B844867E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Engineering at </a:t>
            </a:r>
            <a:r>
              <a:rPr lang="en-US" dirty="0" err="1"/>
              <a:t>Workhuman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6260C-9A7E-8CDE-3624-A6E9D0494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1642532"/>
            <a:ext cx="5892801" cy="47383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on 25 years of </a:t>
            </a:r>
            <a:r>
              <a:rPr lang="en-US" dirty="0" err="1"/>
              <a:t>Workhuman</a:t>
            </a:r>
            <a:r>
              <a:rPr lang="en-US" dirty="0"/>
              <a:t> recognition data &amp; linguistic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leaders understand what’s working, what’s not and what to do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 about the people, culture &amp;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that enhances humanity, not replaces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answers on:</a:t>
            </a:r>
          </a:p>
          <a:p>
            <a:pPr marL="835977" lvl="1"/>
            <a:r>
              <a:rPr lang="en-US" dirty="0"/>
              <a:t>How to improve program reach &amp; performance</a:t>
            </a:r>
          </a:p>
          <a:p>
            <a:pPr marL="835977" lvl="1"/>
            <a:r>
              <a:rPr lang="en-US" dirty="0"/>
              <a:t>Where hidden skills &amp; connections exist</a:t>
            </a:r>
          </a:p>
          <a:p>
            <a:pPr marL="835977" lvl="1"/>
            <a:r>
              <a:rPr lang="en-US" dirty="0"/>
              <a:t>How recognition is driving measurable business outcomes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6505DBA-2CF6-61D5-A131-EC32169EE8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0EBE94B-90EA-9350-A750-49640A03FC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0BC28B9-3381-627F-ED5A-C935C03851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399" y="3581399"/>
            <a:ext cx="4218791" cy="421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1FE8E-0EE0-12BC-D250-41755E457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662" y="3429000"/>
            <a:ext cx="4455250" cy="31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0AD9C3-6185-AFAB-D25C-8CC1288E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1" y="477078"/>
            <a:ext cx="9244596" cy="544088"/>
          </a:xfrm>
        </p:spPr>
        <p:txBody>
          <a:bodyPr anchor="b">
            <a:normAutofit/>
          </a:bodyPr>
          <a:lstStyle/>
          <a:p>
            <a:r>
              <a:rPr lang="en-US" dirty="0"/>
              <a:t>AI Assistant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5B02C-93CA-A364-EBF8-9EA4CBCF7F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999" y="1626570"/>
            <a:ext cx="4677187" cy="45550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Technologies</a:t>
            </a:r>
          </a:p>
          <a:p>
            <a:pPr marL="835977" lvl="1"/>
            <a:r>
              <a:rPr lang="en-US" dirty="0"/>
              <a:t>Advanced LLMs</a:t>
            </a:r>
          </a:p>
          <a:p>
            <a:pPr marL="835977" lvl="1"/>
            <a:r>
              <a:rPr lang="en-US" dirty="0"/>
              <a:t>Retrieval-Augmented Generation (RAG)</a:t>
            </a:r>
          </a:p>
          <a:p>
            <a:pPr marL="835977" lvl="1"/>
            <a:r>
              <a:rPr lang="en-US" dirty="0"/>
              <a:t>AI Agents</a:t>
            </a:r>
          </a:p>
          <a:p>
            <a:pPr marL="835977" lvl="1"/>
            <a:r>
              <a:rPr lang="en-US" dirty="0"/>
              <a:t>Semantic Similarity &amp; Language Model Routing </a:t>
            </a:r>
          </a:p>
          <a:p>
            <a:pPr marL="835977" lvl="1"/>
            <a:r>
              <a:rPr lang="en-US" dirty="0"/>
              <a:t>SQL/Redshift Database</a:t>
            </a:r>
          </a:p>
          <a:p>
            <a:pPr marL="835977" lvl="1"/>
            <a:r>
              <a:rPr lang="en-US" dirty="0"/>
              <a:t>Typescript FE / Python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Assistant Testing</a:t>
            </a:r>
          </a:p>
          <a:p>
            <a:pPr marL="835977" lvl="1"/>
            <a:r>
              <a:rPr lang="en-US" dirty="0"/>
              <a:t>Automated Evals &amp; LLM-as-a-Judge</a:t>
            </a:r>
          </a:p>
          <a:p>
            <a:pPr marL="835977" lvl="1"/>
            <a:r>
              <a:rPr lang="en-US" dirty="0"/>
              <a:t>Exploratory Testing</a:t>
            </a:r>
          </a:p>
          <a:p>
            <a:pPr marL="835977" lvl="1"/>
            <a:r>
              <a:rPr lang="en-US" dirty="0"/>
              <a:t>Gen AI QA Best Practices</a:t>
            </a:r>
          </a:p>
          <a:p>
            <a:pPr marL="835977" lvl="1"/>
            <a:r>
              <a:rPr lang="en-US" dirty="0"/>
              <a:t>Responsible AI Principles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EA91A0-82A4-4A14-30F3-D43F5FC2953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1703"/>
          <a:stretch>
            <a:fillRect/>
          </a:stretch>
        </p:blipFill>
        <p:spPr>
          <a:xfrm>
            <a:off x="5411095" y="1501820"/>
            <a:ext cx="6731903" cy="4468673"/>
          </a:xfrm>
          <a:noFill/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EDFEFED5-BEA3-ACDD-3BF9-C4231EFD18E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5838" y="1115176"/>
            <a:ext cx="9254387" cy="386645"/>
          </a:xfrm>
        </p:spPr>
        <p:txBody>
          <a:bodyPr>
            <a:normAutofit/>
          </a:bodyPr>
          <a:lstStyle/>
          <a:p>
            <a:r>
              <a:rPr lang="en-US" dirty="0"/>
              <a:t>Technologies &amp; My Role</a:t>
            </a:r>
          </a:p>
        </p:txBody>
      </p:sp>
    </p:spTree>
    <p:extLst>
      <p:ext uri="{BB962C8B-B14F-4D97-AF65-F5344CB8AC3E}">
        <p14:creationId xmlns:p14="http://schemas.microsoft.com/office/powerpoint/2010/main" val="102867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023_WH-Portrait">
  <a:themeElements>
    <a:clrScheme name="WH_2023">
      <a:dk1>
        <a:srgbClr val="0D163D"/>
      </a:dk1>
      <a:lt1>
        <a:srgbClr val="FFFFFF"/>
      </a:lt1>
      <a:dk2>
        <a:srgbClr val="9C204F"/>
      </a:dk2>
      <a:lt2>
        <a:srgbClr val="FFF8F0"/>
      </a:lt2>
      <a:accent1>
        <a:srgbClr val="C13737"/>
      </a:accent1>
      <a:accent2>
        <a:srgbClr val="DB6C33"/>
      </a:accent2>
      <a:accent3>
        <a:srgbClr val="FFCF27"/>
      </a:accent3>
      <a:accent4>
        <a:srgbClr val="2FA783"/>
      </a:accent4>
      <a:accent5>
        <a:srgbClr val="0D3995"/>
      </a:accent5>
      <a:accent6>
        <a:srgbClr val="37D3FF"/>
      </a:accent6>
      <a:hlink>
        <a:srgbClr val="0D3995"/>
      </a:hlink>
      <a:folHlink>
        <a:srgbClr val="0D3995"/>
      </a:folHlink>
    </a:clrScheme>
    <a:fontScheme name="Custom 1">
      <a:majorFont>
        <a:latin typeface="Avenir LT Com 65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H21_CORPORATE_PPT_TEMPLATE" id="{3935B497-7529-E445-A0D7-427C2A62CB03}" vid="{8A26303B-0978-1F4E-95AB-F42367947488}"/>
    </a:ext>
  </a:extLst>
</a:theme>
</file>

<file path=ppt/theme/theme2.xml><?xml version="1.0" encoding="utf-8"?>
<a:theme xmlns:a="http://schemas.openxmlformats.org/drawingml/2006/main" name="WH2025_Core">
  <a:themeElements>
    <a:clrScheme name="2025 WH">
      <a:dk1>
        <a:srgbClr val="171E3B"/>
      </a:dk1>
      <a:lt1>
        <a:srgbClr val="FFFFFF"/>
      </a:lt1>
      <a:dk2>
        <a:srgbClr val="9C224F"/>
      </a:dk2>
      <a:lt2>
        <a:srgbClr val="FFFFFF"/>
      </a:lt2>
      <a:accent1>
        <a:srgbClr val="541833"/>
      </a:accent1>
      <a:accent2>
        <a:srgbClr val="EB5E5E"/>
      </a:accent2>
      <a:accent3>
        <a:srgbClr val="FF971E"/>
      </a:accent3>
      <a:accent4>
        <a:srgbClr val="A3A3F7"/>
      </a:accent4>
      <a:accent5>
        <a:srgbClr val="017093"/>
      </a:accent5>
      <a:accent6>
        <a:srgbClr val="6070A1"/>
      </a:accent6>
      <a:hlink>
        <a:srgbClr val="3C40CC"/>
      </a:hlink>
      <a:folHlink>
        <a:srgbClr val="3C40CC"/>
      </a:folHlink>
    </a:clrScheme>
    <a:fontScheme name="Geologica Cursive">
      <a:majorFont>
        <a:latin typeface="Geologica Cursive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471E69BB-2371-6D4B-B7A5-7206433A63EB}" vid="{F4E0C91F-1A23-4E4E-805A-111FF5567F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WH_PPT_2023_Portrait</Template>
  <TotalTime>3985</TotalTime>
  <Words>586</Words>
  <Application>Microsoft Macintosh PowerPoint</Application>
  <PresentationFormat>Widescreen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Avenir LT Com 45 Book</vt:lpstr>
      <vt:lpstr>Avenir LT Com 65 Medium</vt:lpstr>
      <vt:lpstr>Brownhill Script</vt:lpstr>
      <vt:lpstr>Geologica Cursive</vt:lpstr>
      <vt:lpstr>Geologica Cursive Medium Cursive</vt:lpstr>
      <vt:lpstr>Roboto</vt:lpstr>
      <vt:lpstr>2023_WH-Portrait</vt:lpstr>
      <vt:lpstr>WH2025_Core</vt:lpstr>
      <vt:lpstr>Industry Engagement  Session</vt:lpstr>
      <vt:lpstr>About Me &amp; my career (so far)</vt:lpstr>
      <vt:lpstr>About Workhuman</vt:lpstr>
      <vt:lpstr>AI Engineering at Workhuman</vt:lpstr>
      <vt:lpstr>AI Assistant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Renshaw</dc:creator>
  <cp:lastModifiedBy>Sophie Renshaw</cp:lastModifiedBy>
  <cp:revision>1</cp:revision>
  <dcterms:created xsi:type="dcterms:W3CDTF">2026-01-12T10:51:40Z</dcterms:created>
  <dcterms:modified xsi:type="dcterms:W3CDTF">2026-01-16T10:32:59Z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95ac8b-7509-4faf-bd1c-dcf003dfd004_Enabled">
    <vt:lpwstr>true</vt:lpwstr>
  </property>
  <property fmtid="{D5CDD505-2E9C-101B-9397-08002B2CF9AE}" pid="3" name="MSIP_Label_1e95ac8b-7509-4faf-bd1c-dcf003dfd004_SetDate">
    <vt:lpwstr>2026-01-16T10:32:54Z</vt:lpwstr>
  </property>
  <property fmtid="{D5CDD505-2E9C-101B-9397-08002B2CF9AE}" pid="4" name="MSIP_Label_1e95ac8b-7509-4faf-bd1c-dcf003dfd004_Method">
    <vt:lpwstr>Privileged</vt:lpwstr>
  </property>
  <property fmtid="{D5CDD505-2E9C-101B-9397-08002B2CF9AE}" pid="5" name="MSIP_Label_1e95ac8b-7509-4faf-bd1c-dcf003dfd004_Name">
    <vt:lpwstr>Public</vt:lpwstr>
  </property>
  <property fmtid="{D5CDD505-2E9C-101B-9397-08002B2CF9AE}" pid="6" name="MSIP_Label_1e95ac8b-7509-4faf-bd1c-dcf003dfd004_SiteId">
    <vt:lpwstr>58a26692-c836-4af3-9e65-861911983cff</vt:lpwstr>
  </property>
  <property fmtid="{D5CDD505-2E9C-101B-9397-08002B2CF9AE}" pid="7" name="MSIP_Label_1e95ac8b-7509-4faf-bd1c-dcf003dfd004_ActionId">
    <vt:lpwstr>45150240-5781-4a46-8904-0a555a84a7b6</vt:lpwstr>
  </property>
  <property fmtid="{D5CDD505-2E9C-101B-9397-08002B2CF9AE}" pid="8" name="MSIP_Label_1e95ac8b-7509-4faf-bd1c-dcf003dfd004_ContentBits">
    <vt:lpwstr>1</vt:lpwstr>
  </property>
  <property fmtid="{D5CDD505-2E9C-101B-9397-08002B2CF9AE}" pid="9" name="MSIP_Label_1e95ac8b-7509-4faf-bd1c-dcf003dfd004_Tag">
    <vt:lpwstr>50, 0, 1, 1</vt:lpwstr>
  </property>
  <property fmtid="{D5CDD505-2E9C-101B-9397-08002B2CF9AE}" pid="10" name="ClassificationContentMarkingHeaderLocations">
    <vt:lpwstr>2023_WH-Portrait:4\WH2025_Core:7</vt:lpwstr>
  </property>
  <property fmtid="{D5CDD505-2E9C-101B-9397-08002B2CF9AE}" pid="11" name="ClassificationContentMarkingHeaderText">
    <vt:lpwstr>Workhuman Public</vt:lpwstr>
  </property>
</Properties>
</file>